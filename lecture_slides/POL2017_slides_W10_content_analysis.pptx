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8"/>
  </p:notesMasterIdLst>
  <p:sldIdLst>
    <p:sldId id="279" r:id="rId2"/>
    <p:sldId id="257" r:id="rId3"/>
    <p:sldId id="560" r:id="rId4"/>
    <p:sldId id="559" r:id="rId5"/>
    <p:sldId id="389" r:id="rId6"/>
    <p:sldId id="491" r:id="rId7"/>
    <p:sldId id="492" r:id="rId8"/>
    <p:sldId id="494" r:id="rId9"/>
    <p:sldId id="418" r:id="rId10"/>
    <p:sldId id="280" r:id="rId11"/>
    <p:sldId id="500" r:id="rId12"/>
    <p:sldId id="499" r:id="rId13"/>
    <p:sldId id="256" r:id="rId14"/>
    <p:sldId id="570" r:id="rId15"/>
    <p:sldId id="571" r:id="rId16"/>
    <p:sldId id="555" r:id="rId17"/>
    <p:sldId id="556" r:id="rId18"/>
    <p:sldId id="527" r:id="rId19"/>
    <p:sldId id="501" r:id="rId20"/>
    <p:sldId id="529" r:id="rId21"/>
    <p:sldId id="403" r:id="rId22"/>
    <p:sldId id="381" r:id="rId23"/>
    <p:sldId id="461" r:id="rId24"/>
    <p:sldId id="433" r:id="rId25"/>
    <p:sldId id="434" r:id="rId26"/>
    <p:sldId id="435" r:id="rId27"/>
    <p:sldId id="436" r:id="rId28"/>
    <p:sldId id="437" r:id="rId29"/>
    <p:sldId id="438" r:id="rId30"/>
    <p:sldId id="554" r:id="rId31"/>
    <p:sldId id="525" r:id="rId32"/>
    <p:sldId id="425" r:id="rId33"/>
    <p:sldId id="537" r:id="rId34"/>
    <p:sldId id="561" r:id="rId35"/>
    <p:sldId id="548" r:id="rId36"/>
    <p:sldId id="549" r:id="rId37"/>
    <p:sldId id="426" r:id="rId38"/>
    <p:sldId id="427" r:id="rId39"/>
    <p:sldId id="428" r:id="rId40"/>
    <p:sldId id="429" r:id="rId41"/>
    <p:sldId id="430" r:id="rId42"/>
    <p:sldId id="420" r:id="rId43"/>
    <p:sldId id="417" r:id="rId44"/>
    <p:sldId id="530" r:id="rId45"/>
    <p:sldId id="534" r:id="rId46"/>
    <p:sldId id="532" r:id="rId47"/>
    <p:sldId id="533" r:id="rId48"/>
    <p:sldId id="538" r:id="rId49"/>
    <p:sldId id="539" r:id="rId50"/>
    <p:sldId id="421" r:id="rId51"/>
    <p:sldId id="440" r:id="rId52"/>
    <p:sldId id="498" r:id="rId53"/>
    <p:sldId id="562" r:id="rId54"/>
    <p:sldId id="563" r:id="rId55"/>
    <p:sldId id="564" r:id="rId56"/>
    <p:sldId id="565" r:id="rId57"/>
    <p:sldId id="566" r:id="rId58"/>
    <p:sldId id="567" r:id="rId59"/>
    <p:sldId id="510" r:id="rId60"/>
    <p:sldId id="511" r:id="rId61"/>
    <p:sldId id="512" r:id="rId62"/>
    <p:sldId id="441" r:id="rId63"/>
    <p:sldId id="550" r:id="rId64"/>
    <p:sldId id="442" r:id="rId65"/>
    <p:sldId id="526" r:id="rId66"/>
    <p:sldId id="516" r:id="rId67"/>
    <p:sldId id="519" r:id="rId68"/>
    <p:sldId id="522" r:id="rId69"/>
    <p:sldId id="523" r:id="rId70"/>
    <p:sldId id="524" r:id="rId71"/>
    <p:sldId id="521" r:id="rId72"/>
    <p:sldId id="551" r:id="rId73"/>
    <p:sldId id="552" r:id="rId74"/>
    <p:sldId id="568" r:id="rId75"/>
    <p:sldId id="569" r:id="rId76"/>
    <p:sldId id="553"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7E0A"/>
    <a:srgbClr val="E76254"/>
    <a:srgbClr val="F4B5AE"/>
    <a:srgbClr val="B33F62"/>
    <a:srgbClr val="01A08A"/>
    <a:srgbClr val="F7AA58"/>
    <a:srgbClr val="F69B36"/>
    <a:srgbClr val="060B28"/>
    <a:srgbClr val="121634"/>
    <a:srgbClr val="8686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sorterViewPr>
    <p:cViewPr>
      <p:scale>
        <a:sx n="100" d="100"/>
        <a:sy n="100" d="100"/>
      </p:scale>
      <p:origin x="0" y="-110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F3E4C-7C94-4BF3-897F-69B76BF34905}" type="datetimeFigureOut">
              <a:rPr lang="en-GB" smtClean="0"/>
              <a:t>28/04/2026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859D84-7AD2-4F35-9177-9966E85B1D52}" type="slidenum">
              <a:rPr lang="en-GB" smtClean="0"/>
              <a:t>‹#›</a:t>
            </a:fld>
            <a:endParaRPr lang="en-GB" dirty="0"/>
          </a:p>
        </p:txBody>
      </p:sp>
    </p:spTree>
    <p:extLst>
      <p:ext uri="{BB962C8B-B14F-4D97-AF65-F5344CB8AC3E}">
        <p14:creationId xmlns:p14="http://schemas.microsoft.com/office/powerpoint/2010/main" val="3317241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0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9D11-05BD-92B2-BEAC-72491257331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9AF8DC6-ABE1-D783-93A6-EC8013C3B3B2}"/>
              </a:ext>
            </a:extLst>
          </p:cNvPr>
          <p:cNvSpPr>
            <a:spLocks noGrp="1"/>
          </p:cNvSpPr>
          <p:nvPr>
            <p:ph type="subTitle" idx="1"/>
          </p:nvPr>
        </p:nvSpPr>
        <p:spPr>
          <a:xfrm>
            <a:off x="1601822" y="4887337"/>
            <a:ext cx="9144000" cy="1655762"/>
          </a:xfrm>
        </p:spPr>
        <p:txBody>
          <a:bodyPr>
            <a:normAutofit/>
          </a:bodyPr>
          <a:lstStyle>
            <a:lvl1pPr marL="0" indent="0" algn="ctr">
              <a:buNone/>
              <a:defRPr sz="2800">
                <a:solidFill>
                  <a:schemeClr val="bg1"/>
                </a:solidFill>
                <a:latin typeface="Franklin Gothic Demi" panose="020B07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458945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46CF2-3EBA-681F-12E2-047B13DC50D3}"/>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55AF9307-5FB6-6290-DF8F-926071B849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3">
            <a:extLst>
              <a:ext uri="{FF2B5EF4-FFF2-40B4-BE49-F238E27FC236}">
                <a16:creationId xmlns:a16="http://schemas.microsoft.com/office/drawing/2014/main" id="{DB4A59CA-8A2F-AD9B-5DDF-633218821F88}"/>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8" name="Slide Number Placeholder 4">
            <a:extLst>
              <a:ext uri="{FF2B5EF4-FFF2-40B4-BE49-F238E27FC236}">
                <a16:creationId xmlns:a16="http://schemas.microsoft.com/office/drawing/2014/main" id="{A87A51AF-A455-2D0A-339C-664F8D854363}"/>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3687587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98B581-4BB0-C834-81E4-E83B8806A139}"/>
              </a:ext>
            </a:extLst>
          </p:cNvPr>
          <p:cNvSpPr/>
          <p:nvPr userDrawn="1"/>
        </p:nvSpPr>
        <p:spPr>
          <a:xfrm>
            <a:off x="0" y="0"/>
            <a:ext cx="12192000" cy="6857999"/>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25887F5E-5F3C-BBF6-59D2-5719676BDADB}"/>
              </a:ext>
            </a:extLst>
          </p:cNvPr>
          <p:cNvSpPr>
            <a:spLocks noGrp="1"/>
          </p:cNvSpPr>
          <p:nvPr>
            <p:ph type="title"/>
          </p:nvPr>
        </p:nvSpPr>
        <p:spPr>
          <a:xfrm>
            <a:off x="1050587" y="1692613"/>
            <a:ext cx="9893031" cy="2626469"/>
          </a:xfrm>
        </p:spPr>
        <p:txBody>
          <a:bodyPr anchor="b">
            <a:normAutofit/>
          </a:bodyPr>
          <a:lstStyle>
            <a:lvl1pPr algn="ctr">
              <a:defRPr sz="6600"/>
            </a:lvl1pPr>
          </a:lstStyle>
          <a:p>
            <a:r>
              <a:rPr lang="en-US" dirty="0"/>
              <a:t>Click to edit Master title style</a:t>
            </a:r>
            <a:endParaRPr lang="en-GB" dirty="0"/>
          </a:p>
        </p:txBody>
      </p:sp>
    </p:spTree>
    <p:extLst>
      <p:ext uri="{BB962C8B-B14F-4D97-AF65-F5344CB8AC3E}">
        <p14:creationId xmlns:p14="http://schemas.microsoft.com/office/powerpoint/2010/main" val="3816117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39CC17-3D2F-D715-FA5A-BB4C8CAD31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CAE4E8-6CDF-2FD9-BF6F-EF2C59AB9E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3">
            <a:extLst>
              <a:ext uri="{FF2B5EF4-FFF2-40B4-BE49-F238E27FC236}">
                <a16:creationId xmlns:a16="http://schemas.microsoft.com/office/drawing/2014/main" id="{9E2D8FD2-D909-4FAE-DA6B-D318B8A2CC9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9" name="Slide Number Placeholder 4">
            <a:extLst>
              <a:ext uri="{FF2B5EF4-FFF2-40B4-BE49-F238E27FC236}">
                <a16:creationId xmlns:a16="http://schemas.microsoft.com/office/drawing/2014/main" id="{9ADC7A76-56B7-AEBA-F17D-ECA744CB75E8}"/>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5" name="Title 1">
            <a:extLst>
              <a:ext uri="{FF2B5EF4-FFF2-40B4-BE49-F238E27FC236}">
                <a16:creationId xmlns:a16="http://schemas.microsoft.com/office/drawing/2014/main" id="{82C09436-7DF7-BDE9-CF95-052421BA3555}"/>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138431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652BF6-ACFD-6764-A841-65A0CB3E20CE}"/>
              </a:ext>
            </a:extLst>
          </p:cNvPr>
          <p:cNvSpPr>
            <a:spLocks noGrp="1"/>
          </p:cNvSpPr>
          <p:nvPr>
            <p:ph type="body" idx="1"/>
          </p:nvPr>
        </p:nvSpPr>
        <p:spPr>
          <a:xfrm>
            <a:off x="839788" y="1681163"/>
            <a:ext cx="5157787"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12B3D76-2A5A-300F-8F0E-8830F95DFC1D}"/>
              </a:ext>
            </a:extLst>
          </p:cNvPr>
          <p:cNvSpPr>
            <a:spLocks noGrp="1"/>
          </p:cNvSpPr>
          <p:nvPr>
            <p:ph sz="half" idx="2"/>
          </p:nvPr>
        </p:nvSpPr>
        <p:spPr>
          <a:xfrm>
            <a:off x="839788" y="2505075"/>
            <a:ext cx="5157787" cy="3684588"/>
          </a:xfrm>
        </p:spPr>
        <p:txBody>
          <a:bodyPr/>
          <a:lstStyle>
            <a:lvl1pPr>
              <a:defRPr sz="32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1FB145A9-A05F-C1CB-E5C0-02A3BFF9A85B}"/>
              </a:ext>
            </a:extLst>
          </p:cNvPr>
          <p:cNvSpPr>
            <a:spLocks noGrp="1"/>
          </p:cNvSpPr>
          <p:nvPr>
            <p:ph type="body" sz="quarter" idx="3"/>
          </p:nvPr>
        </p:nvSpPr>
        <p:spPr>
          <a:xfrm>
            <a:off x="6172200" y="1681163"/>
            <a:ext cx="5183188" cy="823912"/>
          </a:xfrm>
        </p:spPr>
        <p:txBody>
          <a:bodyPr anchor="b">
            <a:no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D071D9-E642-31AA-AE3F-69DEF1758E16}"/>
              </a:ext>
            </a:extLst>
          </p:cNvPr>
          <p:cNvSpPr>
            <a:spLocks noGrp="1"/>
          </p:cNvSpPr>
          <p:nvPr>
            <p:ph sz="quarter" idx="4"/>
          </p:nvPr>
        </p:nvSpPr>
        <p:spPr>
          <a:xfrm>
            <a:off x="6172200" y="2505075"/>
            <a:ext cx="5183188" cy="3684588"/>
          </a:xfrm>
        </p:spPr>
        <p:txBody>
          <a:bodyPr>
            <a:normAutofit/>
          </a:bodyPr>
          <a:lstStyle>
            <a:lvl1pPr>
              <a:defRPr sz="3200"/>
            </a:lvl1pPr>
            <a:lvl2pPr>
              <a:defRPr sz="3200"/>
            </a:lvl2pPr>
            <a:lvl3pPr>
              <a:defRPr sz="3200"/>
            </a:lvl3pPr>
            <a:lvl4pPr>
              <a:defRPr sz="3200"/>
            </a:lvl4pPr>
            <a:lvl5pPr>
              <a:defRPr sz="3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Footer Placeholder 3">
            <a:extLst>
              <a:ext uri="{FF2B5EF4-FFF2-40B4-BE49-F238E27FC236}">
                <a16:creationId xmlns:a16="http://schemas.microsoft.com/office/drawing/2014/main" id="{5ABF6DF7-3183-A9DF-C891-522AE460E439}"/>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11" name="Slide Number Placeholder 4">
            <a:extLst>
              <a:ext uri="{FF2B5EF4-FFF2-40B4-BE49-F238E27FC236}">
                <a16:creationId xmlns:a16="http://schemas.microsoft.com/office/drawing/2014/main" id="{9B3DE170-4110-D1C3-D06E-5D7D884C6C57}"/>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7" name="Title 1">
            <a:extLst>
              <a:ext uri="{FF2B5EF4-FFF2-40B4-BE49-F238E27FC236}">
                <a16:creationId xmlns:a16="http://schemas.microsoft.com/office/drawing/2014/main" id="{22E5BA71-C08F-1D0F-0F81-B9192A0C0D2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436717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59C097-32A5-A687-E53B-70511CAF290F}"/>
              </a:ext>
            </a:extLst>
          </p:cNvPr>
          <p:cNvSpPr>
            <a:spLocks noGrp="1"/>
          </p:cNvSpPr>
          <p:nvPr>
            <p:ph type="ftr" sz="quarter" idx="11"/>
          </p:nvPr>
        </p:nvSpPr>
        <p:spPr>
          <a:xfrm>
            <a:off x="252918" y="6363474"/>
            <a:ext cx="3861881" cy="365125"/>
          </a:xfrm>
          <a:prstGeom prst="rect">
            <a:avLst/>
          </a:prstGeom>
        </p:spPr>
        <p:txBody>
          <a:bodyPr/>
          <a:lstStyle>
            <a:lvl1pPr algn="l">
              <a:defRPr/>
            </a:lvl1pPr>
          </a:lstStyle>
          <a:p>
            <a:endParaRPr lang="en-GB" dirty="0"/>
          </a:p>
        </p:txBody>
      </p:sp>
      <p:sp>
        <p:nvSpPr>
          <p:cNvPr id="5" name="Slide Number Placeholder 4">
            <a:extLst>
              <a:ext uri="{FF2B5EF4-FFF2-40B4-BE49-F238E27FC236}">
                <a16:creationId xmlns:a16="http://schemas.microsoft.com/office/drawing/2014/main" id="{5F39E005-ECD2-D8B0-F2A6-7FF12C769CCB}"/>
              </a:ext>
            </a:extLst>
          </p:cNvPr>
          <p:cNvSpPr>
            <a:spLocks noGrp="1"/>
          </p:cNvSpPr>
          <p:nvPr>
            <p:ph type="sldNum" sz="quarter" idx="12"/>
          </p:nvPr>
        </p:nvSpPr>
        <p:spPr>
          <a:xfrm>
            <a:off x="9291536" y="6363474"/>
            <a:ext cx="2576209" cy="365125"/>
          </a:xfrm>
          <a:prstGeom prst="rect">
            <a:avLst/>
          </a:prstGeom>
        </p:spPr>
        <p:txBody>
          <a:bodyPr/>
          <a:lstStyle/>
          <a:p>
            <a:fld id="{372769DB-CAE7-4C85-A9AF-7D4D8DE4CA22}" type="slidenum">
              <a:rPr lang="en-GB" smtClean="0"/>
              <a:t>‹#›</a:t>
            </a:fld>
            <a:endParaRPr lang="en-GB" dirty="0"/>
          </a:p>
        </p:txBody>
      </p:sp>
      <p:sp>
        <p:nvSpPr>
          <p:cNvPr id="3" name="Title 1">
            <a:extLst>
              <a:ext uri="{FF2B5EF4-FFF2-40B4-BE49-F238E27FC236}">
                <a16:creationId xmlns:a16="http://schemas.microsoft.com/office/drawing/2014/main" id="{F92392D4-0138-ECBD-532E-276BBF1ADD4F}"/>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3481153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12EB5B-91EF-4908-4A2A-172B36FE1DF3}"/>
              </a:ext>
            </a:extLst>
          </p:cNvPr>
          <p:cNvSpPr/>
          <p:nvPr userDrawn="1"/>
        </p:nvSpPr>
        <p:spPr>
          <a:xfrm>
            <a:off x="0" y="0"/>
            <a:ext cx="12192000" cy="68579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Slide Number Placeholder 3">
            <a:extLst>
              <a:ext uri="{FF2B5EF4-FFF2-40B4-BE49-F238E27FC236}">
                <a16:creationId xmlns:a16="http://schemas.microsoft.com/office/drawing/2014/main" id="{8B6E87AB-CAA0-4BDE-E584-6A2A21EB30BE}"/>
              </a:ext>
            </a:extLst>
          </p:cNvPr>
          <p:cNvSpPr>
            <a:spLocks noGrp="1"/>
          </p:cNvSpPr>
          <p:nvPr>
            <p:ph type="sldNum" sz="quarter" idx="12"/>
          </p:nvPr>
        </p:nvSpPr>
        <p:spPr>
          <a:xfrm>
            <a:off x="9028889" y="6356349"/>
            <a:ext cx="2743200"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19397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A148E-F221-49F5-8FAD-8F9979F79DB1}"/>
              </a:ext>
            </a:extLst>
          </p:cNvPr>
          <p:cNvSpPr>
            <a:spLocks noGrp="1"/>
          </p:cNvSpPr>
          <p:nvPr>
            <p:ph idx="1"/>
          </p:nvPr>
        </p:nvSpPr>
        <p:spPr>
          <a:xfrm>
            <a:off x="5000017" y="1489848"/>
            <a:ext cx="6491558" cy="4873625"/>
          </a:xfrm>
        </p:spPr>
        <p:txBody>
          <a:bodyPr>
            <a:normAutofit/>
          </a:bodyPr>
          <a:lstStyle>
            <a:lvl1pPr>
              <a:defRPr sz="3200"/>
            </a:lvl1pPr>
            <a:lvl2pPr>
              <a:defRPr sz="3200"/>
            </a:lvl2pPr>
            <a:lvl3pPr>
              <a:defRPr sz="3200"/>
            </a:lvl3pPr>
            <a:lvl4pPr>
              <a:defRPr sz="3200"/>
            </a:lvl4pPr>
            <a:lvl5pPr>
              <a:defRPr sz="32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EBFCA531-6799-0A7D-BB52-DE792E83A6A2}"/>
              </a:ext>
            </a:extLst>
          </p:cNvPr>
          <p:cNvSpPr>
            <a:spLocks noGrp="1"/>
          </p:cNvSpPr>
          <p:nvPr>
            <p:ph type="body" sz="half" idx="2"/>
          </p:nvPr>
        </p:nvSpPr>
        <p:spPr>
          <a:xfrm>
            <a:off x="839788" y="2057400"/>
            <a:ext cx="3932237" cy="3811588"/>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855C95B6-27F8-3A53-C994-DD92E5F860BD}"/>
              </a:ext>
            </a:extLst>
          </p:cNvPr>
          <p:cNvSpPr>
            <a:spLocks noGrp="1"/>
          </p:cNvSpPr>
          <p:nvPr>
            <p:ph type="ftr" sz="quarter" idx="11"/>
          </p:nvPr>
        </p:nvSpPr>
        <p:spPr>
          <a:xfrm>
            <a:off x="0" y="6363474"/>
            <a:ext cx="4114800" cy="365125"/>
          </a:xfrm>
          <a:prstGeom prst="rect">
            <a:avLst/>
          </a:prstGeom>
        </p:spPr>
        <p:txBody>
          <a:bodyPr/>
          <a:lstStyle/>
          <a:p>
            <a:endParaRPr lang="en-GB" dirty="0"/>
          </a:p>
        </p:txBody>
      </p:sp>
      <p:sp>
        <p:nvSpPr>
          <p:cNvPr id="7" name="Slide Number Placeholder 6">
            <a:extLst>
              <a:ext uri="{FF2B5EF4-FFF2-40B4-BE49-F238E27FC236}">
                <a16:creationId xmlns:a16="http://schemas.microsoft.com/office/drawing/2014/main" id="{02493E98-5D4C-EB9B-5697-C0ED4B9F262C}"/>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
        <p:nvSpPr>
          <p:cNvPr id="5" name="Title 1">
            <a:extLst>
              <a:ext uri="{FF2B5EF4-FFF2-40B4-BE49-F238E27FC236}">
                <a16:creationId xmlns:a16="http://schemas.microsoft.com/office/drawing/2014/main" id="{ACC033A0-C9EA-ED54-3B72-4192C4F0453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Tree>
    <p:extLst>
      <p:ext uri="{BB962C8B-B14F-4D97-AF65-F5344CB8AC3E}">
        <p14:creationId xmlns:p14="http://schemas.microsoft.com/office/powerpoint/2010/main" val="645693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DEE3-635D-CB9C-9911-5F287B56C8B8}"/>
              </a:ext>
            </a:extLst>
          </p:cNvPr>
          <p:cNvSpPr>
            <a:spLocks noGrp="1"/>
          </p:cNvSpPr>
          <p:nvPr>
            <p:ph type="title"/>
          </p:nvPr>
        </p:nvSpPr>
        <p:spPr>
          <a:xfrm>
            <a:off x="540571" y="193761"/>
            <a:ext cx="11110858" cy="914400"/>
          </a:xfrm>
        </p:spPr>
        <p:txBody>
          <a:bodyPr anchor="b">
            <a:noAutofit/>
          </a:bodyPr>
          <a:lstStyle>
            <a:lvl1pPr>
              <a:defRPr sz="6000"/>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87404D5-B2D3-F6C7-A964-A19846114627}"/>
              </a:ext>
            </a:extLst>
          </p:cNvPr>
          <p:cNvSpPr>
            <a:spLocks noGrp="1"/>
          </p:cNvSpPr>
          <p:nvPr>
            <p:ph type="pic" idx="1"/>
          </p:nvPr>
        </p:nvSpPr>
        <p:spPr>
          <a:xfrm>
            <a:off x="4309353" y="1352145"/>
            <a:ext cx="7402749" cy="50042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BC72E5A9-E23F-5DEE-AF48-F3FF759A3395}"/>
              </a:ext>
            </a:extLst>
          </p:cNvPr>
          <p:cNvSpPr>
            <a:spLocks noGrp="1"/>
          </p:cNvSpPr>
          <p:nvPr>
            <p:ph type="body" sz="half" idx="2"/>
          </p:nvPr>
        </p:nvSpPr>
        <p:spPr>
          <a:xfrm>
            <a:off x="242887" y="1916349"/>
            <a:ext cx="3871913" cy="3959156"/>
          </a:xfrm>
        </p:spPr>
        <p:txBody>
          <a:bodyPr>
            <a:normAutofit/>
          </a:bodyPr>
          <a:lstStyle>
            <a:lvl1pPr marL="0" indent="0">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a:extLst>
              <a:ext uri="{FF2B5EF4-FFF2-40B4-BE49-F238E27FC236}">
                <a16:creationId xmlns:a16="http://schemas.microsoft.com/office/drawing/2014/main" id="{0A564931-9660-71DE-C324-782959E138C0}"/>
              </a:ext>
            </a:extLst>
          </p:cNvPr>
          <p:cNvSpPr>
            <a:spLocks noGrp="1"/>
          </p:cNvSpPr>
          <p:nvPr>
            <p:ph type="ftr" sz="quarter" idx="11"/>
          </p:nvPr>
        </p:nvSpPr>
        <p:spPr>
          <a:xfrm>
            <a:off x="0" y="6363473"/>
            <a:ext cx="4114800" cy="365125"/>
          </a:xfrm>
          <a:prstGeom prst="rect">
            <a:avLst/>
          </a:prstGeom>
        </p:spPr>
        <p:txBody>
          <a:bodyPr/>
          <a:lstStyle/>
          <a:p>
            <a:endParaRPr lang="en-GB" dirty="0"/>
          </a:p>
        </p:txBody>
      </p:sp>
      <p:sp>
        <p:nvSpPr>
          <p:cNvPr id="7" name="Slide Number Placeholder 6">
            <a:extLst>
              <a:ext uri="{FF2B5EF4-FFF2-40B4-BE49-F238E27FC236}">
                <a16:creationId xmlns:a16="http://schemas.microsoft.com/office/drawing/2014/main" id="{0974101F-C579-3FA8-15A9-1156DC1C4485}"/>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Tree>
    <p:extLst>
      <p:ext uri="{BB962C8B-B14F-4D97-AF65-F5344CB8AC3E}">
        <p14:creationId xmlns:p14="http://schemas.microsoft.com/office/powerpoint/2010/main" val="2516025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022171F-7F37-458B-E310-C64CC24B9571}"/>
              </a:ext>
            </a:extLst>
          </p:cNvPr>
          <p:cNvSpPr/>
          <p:nvPr userDrawn="1"/>
        </p:nvSpPr>
        <p:spPr>
          <a:xfrm>
            <a:off x="0" y="0"/>
            <a:ext cx="12192000" cy="1154096"/>
          </a:xfrm>
          <a:prstGeom prst="rect">
            <a:avLst/>
          </a:prstGeom>
          <a:solidFill>
            <a:srgbClr val="F7A855"/>
          </a:solidFill>
          <a:ln>
            <a:solidFill>
              <a:srgbClr val="F7A8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0EB3B69C-5102-F7EC-ACA1-B357C88005B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367444F-E134-DF1E-A1B3-041F3CB38036}"/>
              </a:ext>
            </a:extLst>
          </p:cNvPr>
          <p:cNvSpPr>
            <a:spLocks noGrp="1"/>
          </p:cNvSpPr>
          <p:nvPr>
            <p:ph type="body" orient="vert" idx="1"/>
          </p:nvPr>
        </p:nvSpPr>
        <p:spPr>
          <a:xfrm>
            <a:off x="6461760" y="1825625"/>
            <a:ext cx="4892040" cy="4351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A3D3E8F7-DFA2-87D3-246E-6EDA78447C5E}"/>
              </a:ext>
            </a:extLst>
          </p:cNvPr>
          <p:cNvSpPr>
            <a:spLocks noGrp="1"/>
          </p:cNvSpPr>
          <p:nvPr>
            <p:ph type="ftr" sz="quarter" idx="11"/>
          </p:nvPr>
        </p:nvSpPr>
        <p:spPr>
          <a:xfrm>
            <a:off x="0" y="6363474"/>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0084D201-4FE7-45F0-EE4D-E77E00679242}"/>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
        <p:nvSpPr>
          <p:cNvPr id="7" name="Rectangle 6">
            <a:extLst>
              <a:ext uri="{FF2B5EF4-FFF2-40B4-BE49-F238E27FC236}">
                <a16:creationId xmlns:a16="http://schemas.microsoft.com/office/drawing/2014/main" id="{588B5922-6DD0-09AE-40A9-EC242DC6857E}"/>
              </a:ext>
            </a:extLst>
          </p:cNvPr>
          <p:cNvSpPr/>
          <p:nvPr userDrawn="1"/>
        </p:nvSpPr>
        <p:spPr>
          <a:xfrm>
            <a:off x="2892797" y="215225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C14B5CBE-ECB8-D850-33FA-52C867A9611F}"/>
              </a:ext>
            </a:extLst>
          </p:cNvPr>
          <p:cNvSpPr/>
          <p:nvPr userDrawn="1"/>
        </p:nvSpPr>
        <p:spPr>
          <a:xfrm>
            <a:off x="2892799" y="295542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A57FF8C6-A5E1-9C6A-E79E-405B34F814DD}"/>
              </a:ext>
            </a:extLst>
          </p:cNvPr>
          <p:cNvSpPr/>
          <p:nvPr userDrawn="1"/>
        </p:nvSpPr>
        <p:spPr>
          <a:xfrm>
            <a:off x="1827621" y="295542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2869F75A-002C-2529-CB1D-D09D74F122F8}"/>
              </a:ext>
            </a:extLst>
          </p:cNvPr>
          <p:cNvSpPr/>
          <p:nvPr userDrawn="1"/>
        </p:nvSpPr>
        <p:spPr>
          <a:xfrm>
            <a:off x="3836982" y="215466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E80ED7E-B825-169D-5F98-6B2CD58FDAA0}"/>
              </a:ext>
            </a:extLst>
          </p:cNvPr>
          <p:cNvSpPr/>
          <p:nvPr userDrawn="1"/>
        </p:nvSpPr>
        <p:spPr>
          <a:xfrm>
            <a:off x="1827621" y="213713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00DC89A4-D434-533C-A09D-9183CB354F82}"/>
              </a:ext>
            </a:extLst>
          </p:cNvPr>
          <p:cNvSpPr/>
          <p:nvPr userDrawn="1"/>
        </p:nvSpPr>
        <p:spPr>
          <a:xfrm>
            <a:off x="3836982" y="295542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653F9D73-E78B-94A1-E5C2-22FA154344C3}"/>
              </a:ext>
            </a:extLst>
          </p:cNvPr>
          <p:cNvSpPr/>
          <p:nvPr userDrawn="1"/>
        </p:nvSpPr>
        <p:spPr>
          <a:xfrm>
            <a:off x="2922271" y="415174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05E5E622-FB98-73DB-5586-C0ADCB995613}"/>
              </a:ext>
            </a:extLst>
          </p:cNvPr>
          <p:cNvSpPr/>
          <p:nvPr userDrawn="1"/>
        </p:nvSpPr>
        <p:spPr>
          <a:xfrm>
            <a:off x="2922273" y="495491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6FA642DA-A018-C45D-85CD-175791132943}"/>
              </a:ext>
            </a:extLst>
          </p:cNvPr>
          <p:cNvSpPr/>
          <p:nvPr userDrawn="1"/>
        </p:nvSpPr>
        <p:spPr>
          <a:xfrm>
            <a:off x="1857095" y="495491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F49973BA-C0E1-9DB6-F14F-F326ED0C8700}"/>
              </a:ext>
            </a:extLst>
          </p:cNvPr>
          <p:cNvSpPr/>
          <p:nvPr userDrawn="1"/>
        </p:nvSpPr>
        <p:spPr>
          <a:xfrm>
            <a:off x="3866456" y="415415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76422483-2999-7D3D-422B-23683B72C1E1}"/>
              </a:ext>
            </a:extLst>
          </p:cNvPr>
          <p:cNvSpPr/>
          <p:nvPr userDrawn="1"/>
        </p:nvSpPr>
        <p:spPr>
          <a:xfrm>
            <a:off x="1857095" y="413662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CBDA8352-04A8-CA95-2A5A-CBD134AE176C}"/>
              </a:ext>
            </a:extLst>
          </p:cNvPr>
          <p:cNvSpPr/>
          <p:nvPr userDrawn="1"/>
        </p:nvSpPr>
        <p:spPr>
          <a:xfrm>
            <a:off x="3866456" y="495491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1007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B9C93C-C147-D2FF-6AFC-7E7BE5466F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6217830-FCB5-9878-FF2A-D2CDEE77AC2C}"/>
              </a:ext>
            </a:extLst>
          </p:cNvPr>
          <p:cNvSpPr>
            <a:spLocks noGrp="1"/>
          </p:cNvSpPr>
          <p:nvPr>
            <p:ph type="body" orient="vert" idx="1"/>
          </p:nvPr>
        </p:nvSpPr>
        <p:spPr>
          <a:xfrm>
            <a:off x="3322320" y="365125"/>
            <a:ext cx="525018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2D0C7C-F16C-C08B-4592-407E9C6577DA}"/>
              </a:ext>
            </a:extLst>
          </p:cNvPr>
          <p:cNvSpPr>
            <a:spLocks noGrp="1"/>
          </p:cNvSpPr>
          <p:nvPr>
            <p:ph type="dt" sz="half" idx="10"/>
          </p:nvPr>
        </p:nvSpPr>
        <p:spPr>
          <a:xfrm>
            <a:off x="838200" y="6356350"/>
            <a:ext cx="2743200" cy="365125"/>
          </a:xfrm>
          <a:prstGeom prst="rect">
            <a:avLst/>
          </a:prstGeom>
        </p:spPr>
        <p:txBody>
          <a:bodyPr/>
          <a:lstStyle/>
          <a:p>
            <a:endParaRPr lang="en-GB" dirty="0"/>
          </a:p>
        </p:txBody>
      </p:sp>
      <p:sp>
        <p:nvSpPr>
          <p:cNvPr id="5" name="Footer Placeholder 4">
            <a:extLst>
              <a:ext uri="{FF2B5EF4-FFF2-40B4-BE49-F238E27FC236}">
                <a16:creationId xmlns:a16="http://schemas.microsoft.com/office/drawing/2014/main" id="{BE4DD17E-38FC-A1A4-51ED-35464F773CA6}"/>
              </a:ext>
            </a:extLst>
          </p:cNvPr>
          <p:cNvSpPr>
            <a:spLocks noGrp="1"/>
          </p:cNvSpPr>
          <p:nvPr>
            <p:ph type="ftr" sz="quarter" idx="11"/>
          </p:nvPr>
        </p:nvSpPr>
        <p:spPr>
          <a:xfrm>
            <a:off x="0" y="6363473"/>
            <a:ext cx="4114800"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56BC4716-9DDB-6984-A8BE-8D9E1ACA7B34}"/>
              </a:ext>
            </a:extLst>
          </p:cNvPr>
          <p:cNvSpPr>
            <a:spLocks noGrp="1"/>
          </p:cNvSpPr>
          <p:nvPr>
            <p:ph type="sldNum" sz="quarter" idx="12"/>
          </p:nvPr>
        </p:nvSpPr>
        <p:spPr>
          <a:xfrm>
            <a:off x="9291536" y="6363474"/>
            <a:ext cx="2743200" cy="365125"/>
          </a:xfrm>
          <a:prstGeom prst="rect">
            <a:avLst/>
          </a:prstGeom>
        </p:spPr>
        <p:txBody>
          <a:bodyPr/>
          <a:lstStyle/>
          <a:p>
            <a:fld id="{372769DB-CAE7-4C85-A9AF-7D4D8DE4CA22}" type="slidenum">
              <a:rPr lang="en-GB" smtClean="0"/>
              <a:t>‹#›</a:t>
            </a:fld>
            <a:endParaRPr lang="en-GB" dirty="0"/>
          </a:p>
        </p:txBody>
      </p:sp>
      <p:sp>
        <p:nvSpPr>
          <p:cNvPr id="7" name="Rectangle 6">
            <a:extLst>
              <a:ext uri="{FF2B5EF4-FFF2-40B4-BE49-F238E27FC236}">
                <a16:creationId xmlns:a16="http://schemas.microsoft.com/office/drawing/2014/main" id="{F841951A-8D87-4F43-FC6B-A657181FC6FF}"/>
              </a:ext>
            </a:extLst>
          </p:cNvPr>
          <p:cNvSpPr/>
          <p:nvPr userDrawn="1"/>
        </p:nvSpPr>
        <p:spPr>
          <a:xfrm>
            <a:off x="0" y="0"/>
            <a:ext cx="12192000" cy="1154096"/>
          </a:xfrm>
          <a:prstGeom prst="rect">
            <a:avLst/>
          </a:prstGeom>
          <a:solidFill>
            <a:srgbClr val="01A0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AC5C020D-E67A-E299-C503-6697E5A42110}"/>
              </a:ext>
            </a:extLst>
          </p:cNvPr>
          <p:cNvSpPr/>
          <p:nvPr userDrawn="1"/>
        </p:nvSpPr>
        <p:spPr>
          <a:xfrm>
            <a:off x="1626737" y="224369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90AA7976-0675-37B6-6301-B5E08A25B6EE}"/>
              </a:ext>
            </a:extLst>
          </p:cNvPr>
          <p:cNvSpPr/>
          <p:nvPr userDrawn="1"/>
        </p:nvSpPr>
        <p:spPr>
          <a:xfrm>
            <a:off x="1626739" y="3046861"/>
            <a:ext cx="553278" cy="503721"/>
          </a:xfrm>
          <a:prstGeom prst="rect">
            <a:avLst/>
          </a:prstGeom>
          <a:solidFill>
            <a:srgbClr val="FEF0E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9">
            <a:extLst>
              <a:ext uri="{FF2B5EF4-FFF2-40B4-BE49-F238E27FC236}">
                <a16:creationId xmlns:a16="http://schemas.microsoft.com/office/drawing/2014/main" id="{2E80848C-7A3C-EDDF-7749-D9687FA7D534}"/>
              </a:ext>
            </a:extLst>
          </p:cNvPr>
          <p:cNvSpPr/>
          <p:nvPr userDrawn="1"/>
        </p:nvSpPr>
        <p:spPr>
          <a:xfrm>
            <a:off x="561561" y="3046861"/>
            <a:ext cx="553278" cy="502377"/>
          </a:xfrm>
          <a:prstGeom prst="rect">
            <a:avLst/>
          </a:prstGeom>
          <a:solidFill>
            <a:srgbClr val="72BC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C90161F2-63FE-D7D0-C071-2CB3FADFBD2A}"/>
              </a:ext>
            </a:extLst>
          </p:cNvPr>
          <p:cNvSpPr/>
          <p:nvPr userDrawn="1"/>
        </p:nvSpPr>
        <p:spPr>
          <a:xfrm>
            <a:off x="2570922" y="224610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066C6C8B-7D04-F1DC-88ED-4B4EE5498B39}"/>
              </a:ext>
            </a:extLst>
          </p:cNvPr>
          <p:cNvSpPr/>
          <p:nvPr userDrawn="1"/>
        </p:nvSpPr>
        <p:spPr>
          <a:xfrm>
            <a:off x="561561" y="2228571"/>
            <a:ext cx="553278" cy="502377"/>
          </a:xfrm>
          <a:prstGeom prst="rect">
            <a:avLst/>
          </a:prstGeom>
          <a:solidFill>
            <a:srgbClr val="3767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E9492BF5-494B-4BE4-709D-FB2112364DD6}"/>
              </a:ext>
            </a:extLst>
          </p:cNvPr>
          <p:cNvSpPr/>
          <p:nvPr userDrawn="1"/>
        </p:nvSpPr>
        <p:spPr>
          <a:xfrm>
            <a:off x="2570922" y="3046861"/>
            <a:ext cx="553278" cy="518784"/>
          </a:xfrm>
          <a:prstGeom prst="rect">
            <a:avLst/>
          </a:prstGeom>
          <a:solidFill>
            <a:srgbClr val="FCE2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327DFB5F-12A2-63A9-95E9-BB741AD5BE28}"/>
              </a:ext>
            </a:extLst>
          </p:cNvPr>
          <p:cNvSpPr/>
          <p:nvPr userDrawn="1"/>
        </p:nvSpPr>
        <p:spPr>
          <a:xfrm>
            <a:off x="1656211" y="4243188"/>
            <a:ext cx="553279" cy="503721"/>
          </a:xfrm>
          <a:prstGeom prst="rect">
            <a:avLst/>
          </a:prstGeom>
          <a:solidFill>
            <a:srgbClr val="F7A85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3B5871CD-4399-36A1-3253-4B0BB32C4D3D}"/>
              </a:ext>
            </a:extLst>
          </p:cNvPr>
          <p:cNvSpPr/>
          <p:nvPr userDrawn="1"/>
        </p:nvSpPr>
        <p:spPr>
          <a:xfrm>
            <a:off x="1656213" y="5046351"/>
            <a:ext cx="553278" cy="503721"/>
          </a:xfrm>
          <a:prstGeom prst="rect">
            <a:avLst/>
          </a:prstGeom>
          <a:solidFill>
            <a:srgbClr val="E5860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D46D2525-DFE5-C548-4358-DBBB03B838EE}"/>
              </a:ext>
            </a:extLst>
          </p:cNvPr>
          <p:cNvSpPr/>
          <p:nvPr userDrawn="1"/>
        </p:nvSpPr>
        <p:spPr>
          <a:xfrm>
            <a:off x="591035" y="5046351"/>
            <a:ext cx="553278" cy="502377"/>
          </a:xfrm>
          <a:prstGeom prst="rect">
            <a:avLst/>
          </a:prstGeom>
          <a:solidFill>
            <a:srgbClr val="F2AB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ectangle 16">
            <a:extLst>
              <a:ext uri="{FF2B5EF4-FFF2-40B4-BE49-F238E27FC236}">
                <a16:creationId xmlns:a16="http://schemas.microsoft.com/office/drawing/2014/main" id="{E6748769-125E-C9B7-16F9-5C2B1EB7A452}"/>
              </a:ext>
            </a:extLst>
          </p:cNvPr>
          <p:cNvSpPr/>
          <p:nvPr userDrawn="1"/>
        </p:nvSpPr>
        <p:spPr>
          <a:xfrm>
            <a:off x="2600396" y="4245598"/>
            <a:ext cx="553277" cy="501311"/>
          </a:xfrm>
          <a:prstGeom prst="rect">
            <a:avLst/>
          </a:prstGeom>
          <a:solidFill>
            <a:srgbClr val="E7625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E3133E4F-DF31-F074-FDA8-6D6D35FFF0B4}"/>
              </a:ext>
            </a:extLst>
          </p:cNvPr>
          <p:cNvSpPr/>
          <p:nvPr userDrawn="1"/>
        </p:nvSpPr>
        <p:spPr>
          <a:xfrm>
            <a:off x="591035" y="4228061"/>
            <a:ext cx="553278" cy="502377"/>
          </a:xfrm>
          <a:prstGeom prst="rect">
            <a:avLst/>
          </a:prstGeom>
          <a:solidFill>
            <a:srgbClr val="EBCC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A6DE0CA1-4658-0FB9-A733-3BE9DDB4D172}"/>
              </a:ext>
            </a:extLst>
          </p:cNvPr>
          <p:cNvSpPr/>
          <p:nvPr userDrawn="1"/>
        </p:nvSpPr>
        <p:spPr>
          <a:xfrm>
            <a:off x="2600396" y="5046351"/>
            <a:ext cx="553278" cy="518784"/>
          </a:xfrm>
          <a:prstGeom prst="rect">
            <a:avLst/>
          </a:prstGeom>
          <a:solidFill>
            <a:srgbClr val="01A0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845211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Question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6C5E4-F653-D1E5-781B-5C80DA9A1FD7}"/>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CA4B1EFF-8603-5BC3-A16F-837AA235F13A}"/>
              </a:ext>
            </a:extLst>
          </p:cNvPr>
          <p:cNvSpPr>
            <a:spLocks noGrp="1"/>
          </p:cNvSpPr>
          <p:nvPr>
            <p:ph type="dt" sz="half" idx="10"/>
          </p:nvPr>
        </p:nvSpPr>
        <p:spPr/>
        <p:txBody>
          <a:bodyPr/>
          <a:lstStyle/>
          <a:p>
            <a:endParaRPr lang="en-FI"/>
          </a:p>
        </p:txBody>
      </p:sp>
      <p:sp>
        <p:nvSpPr>
          <p:cNvPr id="4" name="Footer Placeholder 3">
            <a:extLst>
              <a:ext uri="{FF2B5EF4-FFF2-40B4-BE49-F238E27FC236}">
                <a16:creationId xmlns:a16="http://schemas.microsoft.com/office/drawing/2014/main" id="{C1DFCB76-F866-AFF2-45A8-D75DD768A349}"/>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E8577D54-9E7B-8CA3-C7DA-9BF166CA6240}"/>
              </a:ext>
            </a:extLst>
          </p:cNvPr>
          <p:cNvSpPr>
            <a:spLocks noGrp="1"/>
          </p:cNvSpPr>
          <p:nvPr>
            <p:ph type="sldNum" sz="quarter" idx="12"/>
          </p:nvPr>
        </p:nvSpPr>
        <p:spPr/>
        <p:txBody>
          <a:bodyPr/>
          <a:lstStyle/>
          <a:p>
            <a:fld id="{C4DDFEFA-D601-40AB-9EFD-121C9BFF3B2B}" type="slidenum">
              <a:rPr lang="en-FI" smtClean="0"/>
              <a:t>‹#›</a:t>
            </a:fld>
            <a:endParaRPr lang="en-FI"/>
          </a:p>
        </p:txBody>
      </p:sp>
      <p:sp>
        <p:nvSpPr>
          <p:cNvPr id="7" name="Content Placeholder 6">
            <a:extLst>
              <a:ext uri="{FF2B5EF4-FFF2-40B4-BE49-F238E27FC236}">
                <a16:creationId xmlns:a16="http://schemas.microsoft.com/office/drawing/2014/main" id="{23589107-4708-E9D3-0A18-B23A231F8127}"/>
              </a:ext>
            </a:extLst>
          </p:cNvPr>
          <p:cNvSpPr>
            <a:spLocks noGrp="1"/>
          </p:cNvSpPr>
          <p:nvPr>
            <p:ph sz="quarter" idx="13"/>
          </p:nvPr>
        </p:nvSpPr>
        <p:spPr>
          <a:xfrm>
            <a:off x="838200" y="1798321"/>
            <a:ext cx="10515600" cy="439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018844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81459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5E911-D491-9FF0-A994-C6B793C0EB5E}"/>
              </a:ext>
            </a:extLst>
          </p:cNvPr>
          <p:cNvSpPr/>
          <p:nvPr userDrawn="1"/>
        </p:nvSpPr>
        <p:spPr>
          <a:xfrm>
            <a:off x="0" y="0"/>
            <a:ext cx="12192000" cy="1154097"/>
          </a:xfrm>
          <a:prstGeom prst="rect">
            <a:avLst/>
          </a:prstGeom>
          <a:solidFill>
            <a:srgbClr val="0070C0"/>
          </a:solidFill>
          <a:ln>
            <a:solidFill>
              <a:srgbClr val="37679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Placeholder 1">
            <a:extLst>
              <a:ext uri="{FF2B5EF4-FFF2-40B4-BE49-F238E27FC236}">
                <a16:creationId xmlns:a16="http://schemas.microsoft.com/office/drawing/2014/main" id="{120A8125-450B-C759-EE28-E4766E4DADFD}"/>
              </a:ext>
            </a:extLst>
          </p:cNvPr>
          <p:cNvSpPr>
            <a:spLocks noGrp="1"/>
          </p:cNvSpPr>
          <p:nvPr>
            <p:ph type="title"/>
          </p:nvPr>
        </p:nvSpPr>
        <p:spPr>
          <a:xfrm>
            <a:off x="506027" y="93257"/>
            <a:ext cx="11685973" cy="1154096"/>
          </a:xfrm>
          <a:prstGeom prst="rect">
            <a:avLst/>
          </a:prstGeom>
          <a:noFill/>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5F57A63-E583-0606-820E-D2535190E3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Footer Placeholder 3">
            <a:extLst>
              <a:ext uri="{FF2B5EF4-FFF2-40B4-BE49-F238E27FC236}">
                <a16:creationId xmlns:a16="http://schemas.microsoft.com/office/drawing/2014/main" id="{A76EF038-572C-E3A7-507B-C8F667377E7D}"/>
              </a:ext>
            </a:extLst>
          </p:cNvPr>
          <p:cNvSpPr>
            <a:spLocks noGrp="1"/>
          </p:cNvSpPr>
          <p:nvPr>
            <p:ph type="ftr" sz="quarter" idx="3"/>
          </p:nvPr>
        </p:nvSpPr>
        <p:spPr>
          <a:xfrm>
            <a:off x="252918" y="6363474"/>
            <a:ext cx="3861881" cy="365125"/>
          </a:xfrm>
          <a:prstGeom prst="rect">
            <a:avLst/>
          </a:prstGeom>
        </p:spPr>
        <p:txBody>
          <a:bodyPr/>
          <a:lstStyle>
            <a:lvl1pPr algn="l">
              <a:defRPr sz="1400">
                <a:latin typeface="Gill Sans MT" panose="020B0502020104020203" pitchFamily="34" charset="0"/>
              </a:defRPr>
            </a:lvl1pPr>
          </a:lstStyle>
          <a:p>
            <a:endParaRPr lang="en-GB" dirty="0"/>
          </a:p>
        </p:txBody>
      </p:sp>
      <p:sp>
        <p:nvSpPr>
          <p:cNvPr id="10" name="Slide Number Placeholder 4">
            <a:extLst>
              <a:ext uri="{FF2B5EF4-FFF2-40B4-BE49-F238E27FC236}">
                <a16:creationId xmlns:a16="http://schemas.microsoft.com/office/drawing/2014/main" id="{422A7349-2727-7A03-4940-F40F76DE81F9}"/>
              </a:ext>
            </a:extLst>
          </p:cNvPr>
          <p:cNvSpPr>
            <a:spLocks noGrp="1"/>
          </p:cNvSpPr>
          <p:nvPr>
            <p:ph type="sldNum" sz="quarter" idx="4"/>
          </p:nvPr>
        </p:nvSpPr>
        <p:spPr>
          <a:xfrm>
            <a:off x="9291536" y="6363474"/>
            <a:ext cx="2576209" cy="365125"/>
          </a:xfrm>
          <a:prstGeom prst="rect">
            <a:avLst/>
          </a:prstGeom>
        </p:spPr>
        <p:txBody>
          <a:bodyPr/>
          <a:lstStyle>
            <a:lvl1pPr algn="r">
              <a:defRPr sz="1400">
                <a:latin typeface="Gill Sans MT" panose="020B0502020104020203" pitchFamily="34" charset="0"/>
              </a:defRPr>
            </a:lvl1pPr>
          </a:lstStyle>
          <a:p>
            <a:fld id="{372769DB-CAE7-4C85-A9AF-7D4D8DE4CA22}" type="slidenum">
              <a:rPr lang="en-GB" smtClean="0"/>
              <a:pPr/>
              <a:t>‹#›</a:t>
            </a:fld>
            <a:endParaRPr lang="en-GB" dirty="0"/>
          </a:p>
        </p:txBody>
      </p:sp>
    </p:spTree>
    <p:extLst>
      <p:ext uri="{BB962C8B-B14F-4D97-AF65-F5344CB8AC3E}">
        <p14:creationId xmlns:p14="http://schemas.microsoft.com/office/powerpoint/2010/main" val="145437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6000" kern="1200">
          <a:solidFill>
            <a:schemeClr val="bg1"/>
          </a:solidFill>
          <a:latin typeface="Franklin Gothic Demi" panose="020B07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ncl.ac.uk/library/resources-and-study-support/peer-mentoring/"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17" Type="http://schemas.openxmlformats.org/officeDocument/2006/relationships/tags" Target="../tags/tag117.xml"/><Relationship Id="rId671" Type="http://schemas.openxmlformats.org/officeDocument/2006/relationships/tags" Target="../tags/tag671.xml"/><Relationship Id="rId769" Type="http://schemas.openxmlformats.org/officeDocument/2006/relationships/tags" Target="../tags/tag769.xml"/><Relationship Id="rId21" Type="http://schemas.openxmlformats.org/officeDocument/2006/relationships/tags" Target="../tags/tag21.xml"/><Relationship Id="rId324" Type="http://schemas.openxmlformats.org/officeDocument/2006/relationships/tags" Target="../tags/tag324.xml"/><Relationship Id="rId531" Type="http://schemas.openxmlformats.org/officeDocument/2006/relationships/tags" Target="../tags/tag531.xml"/><Relationship Id="rId629" Type="http://schemas.openxmlformats.org/officeDocument/2006/relationships/tags" Target="../tags/tag629.xml"/><Relationship Id="rId170" Type="http://schemas.openxmlformats.org/officeDocument/2006/relationships/tags" Target="../tags/tag170.xml"/><Relationship Id="rId836" Type="http://schemas.openxmlformats.org/officeDocument/2006/relationships/tags" Target="../tags/tag836.xml"/><Relationship Id="rId268" Type="http://schemas.openxmlformats.org/officeDocument/2006/relationships/tags" Target="../tags/tag268.xml"/><Relationship Id="rId475" Type="http://schemas.openxmlformats.org/officeDocument/2006/relationships/tags" Target="../tags/tag475.xml"/><Relationship Id="rId682" Type="http://schemas.openxmlformats.org/officeDocument/2006/relationships/tags" Target="../tags/tag682.xml"/><Relationship Id="rId32" Type="http://schemas.openxmlformats.org/officeDocument/2006/relationships/tags" Target="../tags/tag32.xml"/><Relationship Id="rId128" Type="http://schemas.openxmlformats.org/officeDocument/2006/relationships/tags" Target="../tags/tag128.xml"/><Relationship Id="rId335" Type="http://schemas.openxmlformats.org/officeDocument/2006/relationships/tags" Target="../tags/tag335.xml"/><Relationship Id="rId542" Type="http://schemas.openxmlformats.org/officeDocument/2006/relationships/tags" Target="../tags/tag542.xml"/><Relationship Id="rId181" Type="http://schemas.openxmlformats.org/officeDocument/2006/relationships/tags" Target="../tags/tag181.xml"/><Relationship Id="rId402" Type="http://schemas.openxmlformats.org/officeDocument/2006/relationships/tags" Target="../tags/tag402.xml"/><Relationship Id="rId279" Type="http://schemas.openxmlformats.org/officeDocument/2006/relationships/tags" Target="../tags/tag279.xml"/><Relationship Id="rId486" Type="http://schemas.openxmlformats.org/officeDocument/2006/relationships/tags" Target="../tags/tag486.xml"/><Relationship Id="rId693" Type="http://schemas.openxmlformats.org/officeDocument/2006/relationships/tags" Target="../tags/tag693.xml"/><Relationship Id="rId707" Type="http://schemas.openxmlformats.org/officeDocument/2006/relationships/tags" Target="../tags/tag707.xml"/><Relationship Id="rId43" Type="http://schemas.openxmlformats.org/officeDocument/2006/relationships/tags" Target="../tags/tag43.xml"/><Relationship Id="rId139" Type="http://schemas.openxmlformats.org/officeDocument/2006/relationships/tags" Target="../tags/tag139.xml"/><Relationship Id="rId346" Type="http://schemas.openxmlformats.org/officeDocument/2006/relationships/tags" Target="../tags/tag346.xml"/><Relationship Id="rId553" Type="http://schemas.openxmlformats.org/officeDocument/2006/relationships/tags" Target="../tags/tag553.xml"/><Relationship Id="rId760" Type="http://schemas.openxmlformats.org/officeDocument/2006/relationships/tags" Target="../tags/tag760.xml"/><Relationship Id="rId192" Type="http://schemas.openxmlformats.org/officeDocument/2006/relationships/tags" Target="../tags/tag192.xml"/><Relationship Id="rId206" Type="http://schemas.openxmlformats.org/officeDocument/2006/relationships/tags" Target="../tags/tag206.xml"/><Relationship Id="rId413" Type="http://schemas.openxmlformats.org/officeDocument/2006/relationships/tags" Target="../tags/tag413.xml"/><Relationship Id="rId497" Type="http://schemas.openxmlformats.org/officeDocument/2006/relationships/tags" Target="../tags/tag497.xml"/><Relationship Id="rId620" Type="http://schemas.openxmlformats.org/officeDocument/2006/relationships/tags" Target="../tags/tag620.xml"/><Relationship Id="rId718" Type="http://schemas.openxmlformats.org/officeDocument/2006/relationships/tags" Target="../tags/tag718.xml"/><Relationship Id="rId357" Type="http://schemas.openxmlformats.org/officeDocument/2006/relationships/tags" Target="../tags/tag357.xml"/><Relationship Id="rId54" Type="http://schemas.openxmlformats.org/officeDocument/2006/relationships/tags" Target="../tags/tag54.xml"/><Relationship Id="rId217" Type="http://schemas.openxmlformats.org/officeDocument/2006/relationships/tags" Target="../tags/tag217.xml"/><Relationship Id="rId564" Type="http://schemas.openxmlformats.org/officeDocument/2006/relationships/tags" Target="../tags/tag564.xml"/><Relationship Id="rId771" Type="http://schemas.openxmlformats.org/officeDocument/2006/relationships/tags" Target="../tags/tag771.xml"/><Relationship Id="rId259" Type="http://schemas.openxmlformats.org/officeDocument/2006/relationships/tags" Target="../tags/tag259.xml"/><Relationship Id="rId424" Type="http://schemas.openxmlformats.org/officeDocument/2006/relationships/tags" Target="../tags/tag424.xml"/><Relationship Id="rId466" Type="http://schemas.openxmlformats.org/officeDocument/2006/relationships/tags" Target="../tags/tag466.xml"/><Relationship Id="rId631" Type="http://schemas.openxmlformats.org/officeDocument/2006/relationships/tags" Target="../tags/tag631.xml"/><Relationship Id="rId673" Type="http://schemas.openxmlformats.org/officeDocument/2006/relationships/tags" Target="../tags/tag673.xml"/><Relationship Id="rId729" Type="http://schemas.openxmlformats.org/officeDocument/2006/relationships/tags" Target="../tags/tag729.xml"/><Relationship Id="rId23" Type="http://schemas.openxmlformats.org/officeDocument/2006/relationships/tags" Target="../tags/tag23.xml"/><Relationship Id="rId119" Type="http://schemas.openxmlformats.org/officeDocument/2006/relationships/tags" Target="../tags/tag119.xml"/><Relationship Id="rId270" Type="http://schemas.openxmlformats.org/officeDocument/2006/relationships/tags" Target="../tags/tag270.xml"/><Relationship Id="rId326" Type="http://schemas.openxmlformats.org/officeDocument/2006/relationships/tags" Target="../tags/tag326.xml"/><Relationship Id="rId533" Type="http://schemas.openxmlformats.org/officeDocument/2006/relationships/tags" Target="../tags/tag533.xml"/><Relationship Id="rId65" Type="http://schemas.openxmlformats.org/officeDocument/2006/relationships/tags" Target="../tags/tag65.xml"/><Relationship Id="rId130" Type="http://schemas.openxmlformats.org/officeDocument/2006/relationships/tags" Target="../tags/tag130.xml"/><Relationship Id="rId368" Type="http://schemas.openxmlformats.org/officeDocument/2006/relationships/tags" Target="../tags/tag368.xml"/><Relationship Id="rId575" Type="http://schemas.openxmlformats.org/officeDocument/2006/relationships/tags" Target="../tags/tag575.xml"/><Relationship Id="rId740" Type="http://schemas.openxmlformats.org/officeDocument/2006/relationships/tags" Target="../tags/tag740.xml"/><Relationship Id="rId782" Type="http://schemas.openxmlformats.org/officeDocument/2006/relationships/tags" Target="../tags/tag782.xml"/><Relationship Id="rId838" Type="http://schemas.openxmlformats.org/officeDocument/2006/relationships/tags" Target="../tags/tag838.xml"/><Relationship Id="rId172" Type="http://schemas.openxmlformats.org/officeDocument/2006/relationships/tags" Target="../tags/tag172.xml"/><Relationship Id="rId228" Type="http://schemas.openxmlformats.org/officeDocument/2006/relationships/tags" Target="../tags/tag228.xml"/><Relationship Id="rId435" Type="http://schemas.openxmlformats.org/officeDocument/2006/relationships/tags" Target="../tags/tag435.xml"/><Relationship Id="rId477" Type="http://schemas.openxmlformats.org/officeDocument/2006/relationships/tags" Target="../tags/tag477.xml"/><Relationship Id="rId600" Type="http://schemas.openxmlformats.org/officeDocument/2006/relationships/tags" Target="../tags/tag600.xml"/><Relationship Id="rId642" Type="http://schemas.openxmlformats.org/officeDocument/2006/relationships/tags" Target="../tags/tag642.xml"/><Relationship Id="rId684" Type="http://schemas.openxmlformats.org/officeDocument/2006/relationships/tags" Target="../tags/tag684.xml"/><Relationship Id="rId281" Type="http://schemas.openxmlformats.org/officeDocument/2006/relationships/tags" Target="../tags/tag281.xml"/><Relationship Id="rId337" Type="http://schemas.openxmlformats.org/officeDocument/2006/relationships/tags" Target="../tags/tag337.xml"/><Relationship Id="rId502" Type="http://schemas.openxmlformats.org/officeDocument/2006/relationships/tags" Target="../tags/tag502.xml"/><Relationship Id="rId34" Type="http://schemas.openxmlformats.org/officeDocument/2006/relationships/tags" Target="../tags/tag34.xml"/><Relationship Id="rId76" Type="http://schemas.openxmlformats.org/officeDocument/2006/relationships/tags" Target="../tags/tag76.xml"/><Relationship Id="rId141" Type="http://schemas.openxmlformats.org/officeDocument/2006/relationships/tags" Target="../tags/tag141.xml"/><Relationship Id="rId379" Type="http://schemas.openxmlformats.org/officeDocument/2006/relationships/tags" Target="../tags/tag379.xml"/><Relationship Id="rId544" Type="http://schemas.openxmlformats.org/officeDocument/2006/relationships/tags" Target="../tags/tag544.xml"/><Relationship Id="rId586" Type="http://schemas.openxmlformats.org/officeDocument/2006/relationships/tags" Target="../tags/tag586.xml"/><Relationship Id="rId751" Type="http://schemas.openxmlformats.org/officeDocument/2006/relationships/tags" Target="../tags/tag751.xml"/><Relationship Id="rId793" Type="http://schemas.openxmlformats.org/officeDocument/2006/relationships/tags" Target="../tags/tag793.xml"/><Relationship Id="rId807" Type="http://schemas.openxmlformats.org/officeDocument/2006/relationships/tags" Target="../tags/tag807.xml"/><Relationship Id="rId7" Type="http://schemas.openxmlformats.org/officeDocument/2006/relationships/tags" Target="../tags/tag7.xml"/><Relationship Id="rId183" Type="http://schemas.openxmlformats.org/officeDocument/2006/relationships/tags" Target="../tags/tag183.xml"/><Relationship Id="rId239" Type="http://schemas.openxmlformats.org/officeDocument/2006/relationships/tags" Target="../tags/tag239.xml"/><Relationship Id="rId390" Type="http://schemas.openxmlformats.org/officeDocument/2006/relationships/tags" Target="../tags/tag390.xml"/><Relationship Id="rId404" Type="http://schemas.openxmlformats.org/officeDocument/2006/relationships/tags" Target="../tags/tag404.xml"/><Relationship Id="rId446" Type="http://schemas.openxmlformats.org/officeDocument/2006/relationships/tags" Target="../tags/tag446.xml"/><Relationship Id="rId611" Type="http://schemas.openxmlformats.org/officeDocument/2006/relationships/tags" Target="../tags/tag611.xml"/><Relationship Id="rId653" Type="http://schemas.openxmlformats.org/officeDocument/2006/relationships/tags" Target="../tags/tag653.xml"/><Relationship Id="rId250" Type="http://schemas.openxmlformats.org/officeDocument/2006/relationships/tags" Target="../tags/tag250.xml"/><Relationship Id="rId292" Type="http://schemas.openxmlformats.org/officeDocument/2006/relationships/tags" Target="../tags/tag292.xml"/><Relationship Id="rId306" Type="http://schemas.openxmlformats.org/officeDocument/2006/relationships/tags" Target="../tags/tag306.xml"/><Relationship Id="rId488" Type="http://schemas.openxmlformats.org/officeDocument/2006/relationships/tags" Target="../tags/tag488.xml"/><Relationship Id="rId695" Type="http://schemas.openxmlformats.org/officeDocument/2006/relationships/tags" Target="../tags/tag695.xml"/><Relationship Id="rId709" Type="http://schemas.openxmlformats.org/officeDocument/2006/relationships/tags" Target="../tags/tag709.xml"/><Relationship Id="rId45" Type="http://schemas.openxmlformats.org/officeDocument/2006/relationships/tags" Target="../tags/tag45.xml"/><Relationship Id="rId87" Type="http://schemas.openxmlformats.org/officeDocument/2006/relationships/tags" Target="../tags/tag87.xml"/><Relationship Id="rId110" Type="http://schemas.openxmlformats.org/officeDocument/2006/relationships/tags" Target="../tags/tag110.xml"/><Relationship Id="rId348" Type="http://schemas.openxmlformats.org/officeDocument/2006/relationships/tags" Target="../tags/tag348.xml"/><Relationship Id="rId513" Type="http://schemas.openxmlformats.org/officeDocument/2006/relationships/tags" Target="../tags/tag513.xml"/><Relationship Id="rId555" Type="http://schemas.openxmlformats.org/officeDocument/2006/relationships/tags" Target="../tags/tag555.xml"/><Relationship Id="rId597" Type="http://schemas.openxmlformats.org/officeDocument/2006/relationships/tags" Target="../tags/tag597.xml"/><Relationship Id="rId720" Type="http://schemas.openxmlformats.org/officeDocument/2006/relationships/tags" Target="../tags/tag720.xml"/><Relationship Id="rId762" Type="http://schemas.openxmlformats.org/officeDocument/2006/relationships/tags" Target="../tags/tag762.xml"/><Relationship Id="rId818" Type="http://schemas.openxmlformats.org/officeDocument/2006/relationships/tags" Target="../tags/tag818.xml"/><Relationship Id="rId152" Type="http://schemas.openxmlformats.org/officeDocument/2006/relationships/tags" Target="../tags/tag152.xml"/><Relationship Id="rId194" Type="http://schemas.openxmlformats.org/officeDocument/2006/relationships/tags" Target="../tags/tag194.xml"/><Relationship Id="rId208" Type="http://schemas.openxmlformats.org/officeDocument/2006/relationships/tags" Target="../tags/tag208.xml"/><Relationship Id="rId415" Type="http://schemas.openxmlformats.org/officeDocument/2006/relationships/tags" Target="../tags/tag415.xml"/><Relationship Id="rId457" Type="http://schemas.openxmlformats.org/officeDocument/2006/relationships/tags" Target="../tags/tag457.xml"/><Relationship Id="rId622" Type="http://schemas.openxmlformats.org/officeDocument/2006/relationships/tags" Target="../tags/tag622.xml"/><Relationship Id="rId261" Type="http://schemas.openxmlformats.org/officeDocument/2006/relationships/tags" Target="../tags/tag261.xml"/><Relationship Id="rId499" Type="http://schemas.openxmlformats.org/officeDocument/2006/relationships/tags" Target="../tags/tag499.xml"/><Relationship Id="rId664" Type="http://schemas.openxmlformats.org/officeDocument/2006/relationships/tags" Target="../tags/tag664.xml"/><Relationship Id="rId14" Type="http://schemas.openxmlformats.org/officeDocument/2006/relationships/tags" Target="../tags/tag14.xml"/><Relationship Id="rId56" Type="http://schemas.openxmlformats.org/officeDocument/2006/relationships/tags" Target="../tags/tag56.xml"/><Relationship Id="rId317" Type="http://schemas.openxmlformats.org/officeDocument/2006/relationships/tags" Target="../tags/tag317.xml"/><Relationship Id="rId359" Type="http://schemas.openxmlformats.org/officeDocument/2006/relationships/tags" Target="../tags/tag359.xml"/><Relationship Id="rId524" Type="http://schemas.openxmlformats.org/officeDocument/2006/relationships/tags" Target="../tags/tag524.xml"/><Relationship Id="rId566" Type="http://schemas.openxmlformats.org/officeDocument/2006/relationships/tags" Target="../tags/tag566.xml"/><Relationship Id="rId731" Type="http://schemas.openxmlformats.org/officeDocument/2006/relationships/tags" Target="../tags/tag731.xml"/><Relationship Id="rId773" Type="http://schemas.openxmlformats.org/officeDocument/2006/relationships/tags" Target="../tags/tag773.xml"/><Relationship Id="rId98" Type="http://schemas.openxmlformats.org/officeDocument/2006/relationships/tags" Target="../tags/tag98.xml"/><Relationship Id="rId121" Type="http://schemas.openxmlformats.org/officeDocument/2006/relationships/tags" Target="../tags/tag121.xml"/><Relationship Id="rId163" Type="http://schemas.openxmlformats.org/officeDocument/2006/relationships/tags" Target="../tags/tag163.xml"/><Relationship Id="rId219" Type="http://schemas.openxmlformats.org/officeDocument/2006/relationships/tags" Target="../tags/tag219.xml"/><Relationship Id="rId370" Type="http://schemas.openxmlformats.org/officeDocument/2006/relationships/tags" Target="../tags/tag370.xml"/><Relationship Id="rId426" Type="http://schemas.openxmlformats.org/officeDocument/2006/relationships/tags" Target="../tags/tag426.xml"/><Relationship Id="rId633" Type="http://schemas.openxmlformats.org/officeDocument/2006/relationships/tags" Target="../tags/tag633.xml"/><Relationship Id="rId829" Type="http://schemas.openxmlformats.org/officeDocument/2006/relationships/tags" Target="../tags/tag829.xml"/><Relationship Id="rId230" Type="http://schemas.openxmlformats.org/officeDocument/2006/relationships/tags" Target="../tags/tag230.xml"/><Relationship Id="rId468" Type="http://schemas.openxmlformats.org/officeDocument/2006/relationships/tags" Target="../tags/tag468.xml"/><Relationship Id="rId675" Type="http://schemas.openxmlformats.org/officeDocument/2006/relationships/tags" Target="../tags/tag675.xml"/><Relationship Id="rId840" Type="http://schemas.openxmlformats.org/officeDocument/2006/relationships/slideLayout" Target="../slideLayouts/slideLayout13.xml"/><Relationship Id="rId25" Type="http://schemas.openxmlformats.org/officeDocument/2006/relationships/tags" Target="../tags/tag25.xml"/><Relationship Id="rId67" Type="http://schemas.openxmlformats.org/officeDocument/2006/relationships/tags" Target="../tags/tag67.xml"/><Relationship Id="rId272" Type="http://schemas.openxmlformats.org/officeDocument/2006/relationships/tags" Target="../tags/tag272.xml"/><Relationship Id="rId328" Type="http://schemas.openxmlformats.org/officeDocument/2006/relationships/tags" Target="../tags/tag328.xml"/><Relationship Id="rId535" Type="http://schemas.openxmlformats.org/officeDocument/2006/relationships/tags" Target="../tags/tag535.xml"/><Relationship Id="rId577" Type="http://schemas.openxmlformats.org/officeDocument/2006/relationships/tags" Target="../tags/tag577.xml"/><Relationship Id="rId700" Type="http://schemas.openxmlformats.org/officeDocument/2006/relationships/tags" Target="../tags/tag700.xml"/><Relationship Id="rId742" Type="http://schemas.openxmlformats.org/officeDocument/2006/relationships/tags" Target="../tags/tag742.xml"/><Relationship Id="rId132" Type="http://schemas.openxmlformats.org/officeDocument/2006/relationships/tags" Target="../tags/tag132.xml"/><Relationship Id="rId174" Type="http://schemas.openxmlformats.org/officeDocument/2006/relationships/tags" Target="../tags/tag174.xml"/><Relationship Id="rId381" Type="http://schemas.openxmlformats.org/officeDocument/2006/relationships/tags" Target="../tags/tag381.xml"/><Relationship Id="rId602" Type="http://schemas.openxmlformats.org/officeDocument/2006/relationships/tags" Target="../tags/tag602.xml"/><Relationship Id="rId784" Type="http://schemas.openxmlformats.org/officeDocument/2006/relationships/tags" Target="../tags/tag784.xml"/><Relationship Id="rId241" Type="http://schemas.openxmlformats.org/officeDocument/2006/relationships/tags" Target="../tags/tag241.xml"/><Relationship Id="rId437" Type="http://schemas.openxmlformats.org/officeDocument/2006/relationships/tags" Target="../tags/tag437.xml"/><Relationship Id="rId479" Type="http://schemas.openxmlformats.org/officeDocument/2006/relationships/tags" Target="../tags/tag479.xml"/><Relationship Id="rId644" Type="http://schemas.openxmlformats.org/officeDocument/2006/relationships/tags" Target="../tags/tag644.xml"/><Relationship Id="rId686" Type="http://schemas.openxmlformats.org/officeDocument/2006/relationships/tags" Target="../tags/tag686.xml"/><Relationship Id="rId36" Type="http://schemas.openxmlformats.org/officeDocument/2006/relationships/tags" Target="../tags/tag36.xml"/><Relationship Id="rId283" Type="http://schemas.openxmlformats.org/officeDocument/2006/relationships/tags" Target="../tags/tag283.xml"/><Relationship Id="rId339" Type="http://schemas.openxmlformats.org/officeDocument/2006/relationships/tags" Target="../tags/tag339.xml"/><Relationship Id="rId490" Type="http://schemas.openxmlformats.org/officeDocument/2006/relationships/tags" Target="../tags/tag490.xml"/><Relationship Id="rId504" Type="http://schemas.openxmlformats.org/officeDocument/2006/relationships/tags" Target="../tags/tag504.xml"/><Relationship Id="rId546" Type="http://schemas.openxmlformats.org/officeDocument/2006/relationships/tags" Target="../tags/tag546.xml"/><Relationship Id="rId711" Type="http://schemas.openxmlformats.org/officeDocument/2006/relationships/tags" Target="../tags/tag711.xml"/><Relationship Id="rId753" Type="http://schemas.openxmlformats.org/officeDocument/2006/relationships/tags" Target="../tags/tag753.xml"/><Relationship Id="rId78" Type="http://schemas.openxmlformats.org/officeDocument/2006/relationships/tags" Target="../tags/tag78.xml"/><Relationship Id="rId101" Type="http://schemas.openxmlformats.org/officeDocument/2006/relationships/tags" Target="../tags/tag101.xml"/><Relationship Id="rId143" Type="http://schemas.openxmlformats.org/officeDocument/2006/relationships/tags" Target="../tags/tag143.xml"/><Relationship Id="rId185" Type="http://schemas.openxmlformats.org/officeDocument/2006/relationships/tags" Target="../tags/tag185.xml"/><Relationship Id="rId350" Type="http://schemas.openxmlformats.org/officeDocument/2006/relationships/tags" Target="../tags/tag350.xml"/><Relationship Id="rId406" Type="http://schemas.openxmlformats.org/officeDocument/2006/relationships/tags" Target="../tags/tag406.xml"/><Relationship Id="rId588" Type="http://schemas.openxmlformats.org/officeDocument/2006/relationships/tags" Target="../tags/tag588.xml"/><Relationship Id="rId795" Type="http://schemas.openxmlformats.org/officeDocument/2006/relationships/tags" Target="../tags/tag795.xml"/><Relationship Id="rId809" Type="http://schemas.openxmlformats.org/officeDocument/2006/relationships/tags" Target="../tags/tag809.xml"/><Relationship Id="rId9" Type="http://schemas.openxmlformats.org/officeDocument/2006/relationships/tags" Target="../tags/tag9.xml"/><Relationship Id="rId210" Type="http://schemas.openxmlformats.org/officeDocument/2006/relationships/tags" Target="../tags/tag210.xml"/><Relationship Id="rId392" Type="http://schemas.openxmlformats.org/officeDocument/2006/relationships/tags" Target="../tags/tag392.xml"/><Relationship Id="rId448" Type="http://schemas.openxmlformats.org/officeDocument/2006/relationships/tags" Target="../tags/tag448.xml"/><Relationship Id="rId613" Type="http://schemas.openxmlformats.org/officeDocument/2006/relationships/tags" Target="../tags/tag613.xml"/><Relationship Id="rId655" Type="http://schemas.openxmlformats.org/officeDocument/2006/relationships/tags" Target="../tags/tag655.xml"/><Relationship Id="rId697" Type="http://schemas.openxmlformats.org/officeDocument/2006/relationships/tags" Target="../tags/tag697.xml"/><Relationship Id="rId820" Type="http://schemas.openxmlformats.org/officeDocument/2006/relationships/tags" Target="../tags/tag820.xml"/><Relationship Id="rId252" Type="http://schemas.openxmlformats.org/officeDocument/2006/relationships/tags" Target="../tags/tag252.xml"/><Relationship Id="rId294" Type="http://schemas.openxmlformats.org/officeDocument/2006/relationships/tags" Target="../tags/tag294.xml"/><Relationship Id="rId308" Type="http://schemas.openxmlformats.org/officeDocument/2006/relationships/tags" Target="../tags/tag308.xml"/><Relationship Id="rId515" Type="http://schemas.openxmlformats.org/officeDocument/2006/relationships/tags" Target="../tags/tag515.xml"/><Relationship Id="rId722" Type="http://schemas.openxmlformats.org/officeDocument/2006/relationships/tags" Target="../tags/tag722.xml"/><Relationship Id="rId47" Type="http://schemas.openxmlformats.org/officeDocument/2006/relationships/tags" Target="../tags/tag47.xml"/><Relationship Id="rId89" Type="http://schemas.openxmlformats.org/officeDocument/2006/relationships/tags" Target="../tags/tag89.xml"/><Relationship Id="rId112" Type="http://schemas.openxmlformats.org/officeDocument/2006/relationships/tags" Target="../tags/tag112.xml"/><Relationship Id="rId154" Type="http://schemas.openxmlformats.org/officeDocument/2006/relationships/tags" Target="../tags/tag154.xml"/><Relationship Id="rId361" Type="http://schemas.openxmlformats.org/officeDocument/2006/relationships/tags" Target="../tags/tag361.xml"/><Relationship Id="rId557" Type="http://schemas.openxmlformats.org/officeDocument/2006/relationships/tags" Target="../tags/tag557.xml"/><Relationship Id="rId599" Type="http://schemas.openxmlformats.org/officeDocument/2006/relationships/tags" Target="../tags/tag599.xml"/><Relationship Id="rId764" Type="http://schemas.openxmlformats.org/officeDocument/2006/relationships/tags" Target="../tags/tag764.xml"/><Relationship Id="rId196" Type="http://schemas.openxmlformats.org/officeDocument/2006/relationships/tags" Target="../tags/tag196.xml"/><Relationship Id="rId417" Type="http://schemas.openxmlformats.org/officeDocument/2006/relationships/tags" Target="../tags/tag417.xml"/><Relationship Id="rId459" Type="http://schemas.openxmlformats.org/officeDocument/2006/relationships/tags" Target="../tags/tag459.xml"/><Relationship Id="rId624" Type="http://schemas.openxmlformats.org/officeDocument/2006/relationships/tags" Target="../tags/tag624.xml"/><Relationship Id="rId666" Type="http://schemas.openxmlformats.org/officeDocument/2006/relationships/tags" Target="../tags/tag666.xml"/><Relationship Id="rId831" Type="http://schemas.openxmlformats.org/officeDocument/2006/relationships/tags" Target="../tags/tag831.xml"/><Relationship Id="rId16" Type="http://schemas.openxmlformats.org/officeDocument/2006/relationships/tags" Target="../tags/tag16.xml"/><Relationship Id="rId221" Type="http://schemas.openxmlformats.org/officeDocument/2006/relationships/tags" Target="../tags/tag221.xml"/><Relationship Id="rId263" Type="http://schemas.openxmlformats.org/officeDocument/2006/relationships/tags" Target="../tags/tag263.xml"/><Relationship Id="rId319" Type="http://schemas.openxmlformats.org/officeDocument/2006/relationships/tags" Target="../tags/tag319.xml"/><Relationship Id="rId470" Type="http://schemas.openxmlformats.org/officeDocument/2006/relationships/tags" Target="../tags/tag470.xml"/><Relationship Id="rId526" Type="http://schemas.openxmlformats.org/officeDocument/2006/relationships/tags" Target="../tags/tag526.xml"/><Relationship Id="rId58" Type="http://schemas.openxmlformats.org/officeDocument/2006/relationships/tags" Target="../tags/tag58.xml"/><Relationship Id="rId123" Type="http://schemas.openxmlformats.org/officeDocument/2006/relationships/tags" Target="../tags/tag123.xml"/><Relationship Id="rId330" Type="http://schemas.openxmlformats.org/officeDocument/2006/relationships/tags" Target="../tags/tag330.xml"/><Relationship Id="rId568" Type="http://schemas.openxmlformats.org/officeDocument/2006/relationships/tags" Target="../tags/tag568.xml"/><Relationship Id="rId733" Type="http://schemas.openxmlformats.org/officeDocument/2006/relationships/tags" Target="../tags/tag733.xml"/><Relationship Id="rId775" Type="http://schemas.openxmlformats.org/officeDocument/2006/relationships/tags" Target="../tags/tag775.xml"/><Relationship Id="rId165" Type="http://schemas.openxmlformats.org/officeDocument/2006/relationships/tags" Target="../tags/tag165.xml"/><Relationship Id="rId372" Type="http://schemas.openxmlformats.org/officeDocument/2006/relationships/tags" Target="../tags/tag372.xml"/><Relationship Id="rId428" Type="http://schemas.openxmlformats.org/officeDocument/2006/relationships/tags" Target="../tags/tag428.xml"/><Relationship Id="rId635" Type="http://schemas.openxmlformats.org/officeDocument/2006/relationships/tags" Target="../tags/tag635.xml"/><Relationship Id="rId677" Type="http://schemas.openxmlformats.org/officeDocument/2006/relationships/tags" Target="../tags/tag677.xml"/><Relationship Id="rId800" Type="http://schemas.openxmlformats.org/officeDocument/2006/relationships/tags" Target="../tags/tag800.xml"/><Relationship Id="rId232" Type="http://schemas.openxmlformats.org/officeDocument/2006/relationships/tags" Target="../tags/tag232.xml"/><Relationship Id="rId274" Type="http://schemas.openxmlformats.org/officeDocument/2006/relationships/tags" Target="../tags/tag274.xml"/><Relationship Id="rId481" Type="http://schemas.openxmlformats.org/officeDocument/2006/relationships/tags" Target="../tags/tag481.xml"/><Relationship Id="rId702" Type="http://schemas.openxmlformats.org/officeDocument/2006/relationships/tags" Target="../tags/tag702.xml"/><Relationship Id="rId27" Type="http://schemas.openxmlformats.org/officeDocument/2006/relationships/tags" Target="../tags/tag27.xml"/><Relationship Id="rId69" Type="http://schemas.openxmlformats.org/officeDocument/2006/relationships/tags" Target="../tags/tag69.xml"/><Relationship Id="rId134" Type="http://schemas.openxmlformats.org/officeDocument/2006/relationships/tags" Target="../tags/tag134.xml"/><Relationship Id="rId537" Type="http://schemas.openxmlformats.org/officeDocument/2006/relationships/tags" Target="../tags/tag537.xml"/><Relationship Id="rId579" Type="http://schemas.openxmlformats.org/officeDocument/2006/relationships/tags" Target="../tags/tag579.xml"/><Relationship Id="rId744" Type="http://schemas.openxmlformats.org/officeDocument/2006/relationships/tags" Target="../tags/tag744.xml"/><Relationship Id="rId786" Type="http://schemas.openxmlformats.org/officeDocument/2006/relationships/tags" Target="../tags/tag786.xml"/><Relationship Id="rId80" Type="http://schemas.openxmlformats.org/officeDocument/2006/relationships/tags" Target="../tags/tag80.xml"/><Relationship Id="rId176" Type="http://schemas.openxmlformats.org/officeDocument/2006/relationships/tags" Target="../tags/tag176.xml"/><Relationship Id="rId341" Type="http://schemas.openxmlformats.org/officeDocument/2006/relationships/tags" Target="../tags/tag341.xml"/><Relationship Id="rId383" Type="http://schemas.openxmlformats.org/officeDocument/2006/relationships/tags" Target="../tags/tag383.xml"/><Relationship Id="rId439" Type="http://schemas.openxmlformats.org/officeDocument/2006/relationships/tags" Target="../tags/tag439.xml"/><Relationship Id="rId590" Type="http://schemas.openxmlformats.org/officeDocument/2006/relationships/tags" Target="../tags/tag590.xml"/><Relationship Id="rId604" Type="http://schemas.openxmlformats.org/officeDocument/2006/relationships/tags" Target="../tags/tag604.xml"/><Relationship Id="rId646" Type="http://schemas.openxmlformats.org/officeDocument/2006/relationships/tags" Target="../tags/tag646.xml"/><Relationship Id="rId811" Type="http://schemas.openxmlformats.org/officeDocument/2006/relationships/tags" Target="../tags/tag811.xml"/><Relationship Id="rId201" Type="http://schemas.openxmlformats.org/officeDocument/2006/relationships/tags" Target="../tags/tag201.xml"/><Relationship Id="rId243" Type="http://schemas.openxmlformats.org/officeDocument/2006/relationships/tags" Target="../tags/tag243.xml"/><Relationship Id="rId285" Type="http://schemas.openxmlformats.org/officeDocument/2006/relationships/tags" Target="../tags/tag285.xml"/><Relationship Id="rId450" Type="http://schemas.openxmlformats.org/officeDocument/2006/relationships/tags" Target="../tags/tag450.xml"/><Relationship Id="rId506" Type="http://schemas.openxmlformats.org/officeDocument/2006/relationships/tags" Target="../tags/tag506.xml"/><Relationship Id="rId688" Type="http://schemas.openxmlformats.org/officeDocument/2006/relationships/tags" Target="../tags/tag688.xml"/><Relationship Id="rId38" Type="http://schemas.openxmlformats.org/officeDocument/2006/relationships/tags" Target="../tags/tag38.xml"/><Relationship Id="rId103" Type="http://schemas.openxmlformats.org/officeDocument/2006/relationships/tags" Target="../tags/tag103.xml"/><Relationship Id="rId310" Type="http://schemas.openxmlformats.org/officeDocument/2006/relationships/tags" Target="../tags/tag310.xml"/><Relationship Id="rId492" Type="http://schemas.openxmlformats.org/officeDocument/2006/relationships/tags" Target="../tags/tag492.xml"/><Relationship Id="rId548" Type="http://schemas.openxmlformats.org/officeDocument/2006/relationships/tags" Target="../tags/tag548.xml"/><Relationship Id="rId713" Type="http://schemas.openxmlformats.org/officeDocument/2006/relationships/tags" Target="../tags/tag713.xml"/><Relationship Id="rId755" Type="http://schemas.openxmlformats.org/officeDocument/2006/relationships/tags" Target="../tags/tag755.xml"/><Relationship Id="rId797" Type="http://schemas.openxmlformats.org/officeDocument/2006/relationships/tags" Target="../tags/tag797.xml"/><Relationship Id="rId91" Type="http://schemas.openxmlformats.org/officeDocument/2006/relationships/tags" Target="../tags/tag91.xml"/><Relationship Id="rId145" Type="http://schemas.openxmlformats.org/officeDocument/2006/relationships/tags" Target="../tags/tag145.xml"/><Relationship Id="rId187" Type="http://schemas.openxmlformats.org/officeDocument/2006/relationships/tags" Target="../tags/tag187.xml"/><Relationship Id="rId352" Type="http://schemas.openxmlformats.org/officeDocument/2006/relationships/tags" Target="../tags/tag352.xml"/><Relationship Id="rId394" Type="http://schemas.openxmlformats.org/officeDocument/2006/relationships/tags" Target="../tags/tag394.xml"/><Relationship Id="rId408" Type="http://schemas.openxmlformats.org/officeDocument/2006/relationships/tags" Target="../tags/tag408.xml"/><Relationship Id="rId615" Type="http://schemas.openxmlformats.org/officeDocument/2006/relationships/tags" Target="../tags/tag615.xml"/><Relationship Id="rId822" Type="http://schemas.openxmlformats.org/officeDocument/2006/relationships/tags" Target="../tags/tag822.xml"/><Relationship Id="rId212" Type="http://schemas.openxmlformats.org/officeDocument/2006/relationships/tags" Target="../tags/tag212.xml"/><Relationship Id="rId254" Type="http://schemas.openxmlformats.org/officeDocument/2006/relationships/tags" Target="../tags/tag254.xml"/><Relationship Id="rId657" Type="http://schemas.openxmlformats.org/officeDocument/2006/relationships/tags" Target="../tags/tag657.xml"/><Relationship Id="rId699" Type="http://schemas.openxmlformats.org/officeDocument/2006/relationships/tags" Target="../tags/tag699.xml"/><Relationship Id="rId49" Type="http://schemas.openxmlformats.org/officeDocument/2006/relationships/tags" Target="../tags/tag49.xml"/><Relationship Id="rId114" Type="http://schemas.openxmlformats.org/officeDocument/2006/relationships/tags" Target="../tags/tag114.xml"/><Relationship Id="rId296" Type="http://schemas.openxmlformats.org/officeDocument/2006/relationships/tags" Target="../tags/tag296.xml"/><Relationship Id="rId461" Type="http://schemas.openxmlformats.org/officeDocument/2006/relationships/tags" Target="../tags/tag461.xml"/><Relationship Id="rId517" Type="http://schemas.openxmlformats.org/officeDocument/2006/relationships/tags" Target="../tags/tag517.xml"/><Relationship Id="rId559" Type="http://schemas.openxmlformats.org/officeDocument/2006/relationships/tags" Target="../tags/tag559.xml"/><Relationship Id="rId724" Type="http://schemas.openxmlformats.org/officeDocument/2006/relationships/tags" Target="../tags/tag724.xml"/><Relationship Id="rId766" Type="http://schemas.openxmlformats.org/officeDocument/2006/relationships/tags" Target="../tags/tag766.xml"/><Relationship Id="rId60" Type="http://schemas.openxmlformats.org/officeDocument/2006/relationships/tags" Target="../tags/tag60.xml"/><Relationship Id="rId156" Type="http://schemas.openxmlformats.org/officeDocument/2006/relationships/tags" Target="../tags/tag156.xml"/><Relationship Id="rId198" Type="http://schemas.openxmlformats.org/officeDocument/2006/relationships/tags" Target="../tags/tag198.xml"/><Relationship Id="rId321" Type="http://schemas.openxmlformats.org/officeDocument/2006/relationships/tags" Target="../tags/tag321.xml"/><Relationship Id="rId363" Type="http://schemas.openxmlformats.org/officeDocument/2006/relationships/tags" Target="../tags/tag363.xml"/><Relationship Id="rId419" Type="http://schemas.openxmlformats.org/officeDocument/2006/relationships/tags" Target="../tags/tag419.xml"/><Relationship Id="rId570" Type="http://schemas.openxmlformats.org/officeDocument/2006/relationships/tags" Target="../tags/tag570.xml"/><Relationship Id="rId626" Type="http://schemas.openxmlformats.org/officeDocument/2006/relationships/tags" Target="../tags/tag626.xml"/><Relationship Id="rId223" Type="http://schemas.openxmlformats.org/officeDocument/2006/relationships/tags" Target="../tags/tag223.xml"/><Relationship Id="rId430" Type="http://schemas.openxmlformats.org/officeDocument/2006/relationships/tags" Target="../tags/tag430.xml"/><Relationship Id="rId668" Type="http://schemas.openxmlformats.org/officeDocument/2006/relationships/tags" Target="../tags/tag668.xml"/><Relationship Id="rId833" Type="http://schemas.openxmlformats.org/officeDocument/2006/relationships/tags" Target="../tags/tag833.xml"/><Relationship Id="rId18" Type="http://schemas.openxmlformats.org/officeDocument/2006/relationships/tags" Target="../tags/tag18.xml"/><Relationship Id="rId265" Type="http://schemas.openxmlformats.org/officeDocument/2006/relationships/tags" Target="../tags/tag265.xml"/><Relationship Id="rId472" Type="http://schemas.openxmlformats.org/officeDocument/2006/relationships/tags" Target="../tags/tag472.xml"/><Relationship Id="rId528" Type="http://schemas.openxmlformats.org/officeDocument/2006/relationships/tags" Target="../tags/tag528.xml"/><Relationship Id="rId735" Type="http://schemas.openxmlformats.org/officeDocument/2006/relationships/tags" Target="../tags/tag735.xml"/><Relationship Id="rId125" Type="http://schemas.openxmlformats.org/officeDocument/2006/relationships/tags" Target="../tags/tag125.xml"/><Relationship Id="rId167" Type="http://schemas.openxmlformats.org/officeDocument/2006/relationships/tags" Target="../tags/tag167.xml"/><Relationship Id="rId332" Type="http://schemas.openxmlformats.org/officeDocument/2006/relationships/tags" Target="../tags/tag332.xml"/><Relationship Id="rId374" Type="http://schemas.openxmlformats.org/officeDocument/2006/relationships/tags" Target="../tags/tag374.xml"/><Relationship Id="rId581" Type="http://schemas.openxmlformats.org/officeDocument/2006/relationships/tags" Target="../tags/tag581.xml"/><Relationship Id="rId777" Type="http://schemas.openxmlformats.org/officeDocument/2006/relationships/tags" Target="../tags/tag777.xml"/><Relationship Id="rId71" Type="http://schemas.openxmlformats.org/officeDocument/2006/relationships/tags" Target="../tags/tag71.xml"/><Relationship Id="rId234" Type="http://schemas.openxmlformats.org/officeDocument/2006/relationships/tags" Target="../tags/tag234.xml"/><Relationship Id="rId637" Type="http://schemas.openxmlformats.org/officeDocument/2006/relationships/tags" Target="../tags/tag637.xml"/><Relationship Id="rId679" Type="http://schemas.openxmlformats.org/officeDocument/2006/relationships/tags" Target="../tags/tag679.xml"/><Relationship Id="rId802" Type="http://schemas.openxmlformats.org/officeDocument/2006/relationships/tags" Target="../tags/tag802.xml"/><Relationship Id="rId2" Type="http://schemas.openxmlformats.org/officeDocument/2006/relationships/tags" Target="../tags/tag2.xml"/><Relationship Id="rId29" Type="http://schemas.openxmlformats.org/officeDocument/2006/relationships/tags" Target="../tags/tag29.xml"/><Relationship Id="rId276" Type="http://schemas.openxmlformats.org/officeDocument/2006/relationships/tags" Target="../tags/tag276.xml"/><Relationship Id="rId441" Type="http://schemas.openxmlformats.org/officeDocument/2006/relationships/tags" Target="../tags/tag441.xml"/><Relationship Id="rId483" Type="http://schemas.openxmlformats.org/officeDocument/2006/relationships/tags" Target="../tags/tag483.xml"/><Relationship Id="rId539" Type="http://schemas.openxmlformats.org/officeDocument/2006/relationships/tags" Target="../tags/tag539.xml"/><Relationship Id="rId690" Type="http://schemas.openxmlformats.org/officeDocument/2006/relationships/tags" Target="../tags/tag690.xml"/><Relationship Id="rId704" Type="http://schemas.openxmlformats.org/officeDocument/2006/relationships/tags" Target="../tags/tag704.xml"/><Relationship Id="rId746" Type="http://schemas.openxmlformats.org/officeDocument/2006/relationships/tags" Target="../tags/tag746.xml"/><Relationship Id="rId40" Type="http://schemas.openxmlformats.org/officeDocument/2006/relationships/tags" Target="../tags/tag40.xml"/><Relationship Id="rId136" Type="http://schemas.openxmlformats.org/officeDocument/2006/relationships/tags" Target="../tags/tag136.xml"/><Relationship Id="rId178" Type="http://schemas.openxmlformats.org/officeDocument/2006/relationships/tags" Target="../tags/tag178.xml"/><Relationship Id="rId301" Type="http://schemas.openxmlformats.org/officeDocument/2006/relationships/tags" Target="../tags/tag301.xml"/><Relationship Id="rId343" Type="http://schemas.openxmlformats.org/officeDocument/2006/relationships/tags" Target="../tags/tag343.xml"/><Relationship Id="rId550" Type="http://schemas.openxmlformats.org/officeDocument/2006/relationships/tags" Target="../tags/tag550.xml"/><Relationship Id="rId788" Type="http://schemas.openxmlformats.org/officeDocument/2006/relationships/tags" Target="../tags/tag788.xml"/><Relationship Id="rId82" Type="http://schemas.openxmlformats.org/officeDocument/2006/relationships/tags" Target="../tags/tag82.xml"/><Relationship Id="rId203" Type="http://schemas.openxmlformats.org/officeDocument/2006/relationships/tags" Target="../tags/tag203.xml"/><Relationship Id="rId385" Type="http://schemas.openxmlformats.org/officeDocument/2006/relationships/tags" Target="../tags/tag385.xml"/><Relationship Id="rId592" Type="http://schemas.openxmlformats.org/officeDocument/2006/relationships/tags" Target="../tags/tag592.xml"/><Relationship Id="rId606" Type="http://schemas.openxmlformats.org/officeDocument/2006/relationships/tags" Target="../tags/tag606.xml"/><Relationship Id="rId648" Type="http://schemas.openxmlformats.org/officeDocument/2006/relationships/tags" Target="../tags/tag648.xml"/><Relationship Id="rId813" Type="http://schemas.openxmlformats.org/officeDocument/2006/relationships/tags" Target="../tags/tag813.xml"/><Relationship Id="rId245" Type="http://schemas.openxmlformats.org/officeDocument/2006/relationships/tags" Target="../tags/tag245.xml"/><Relationship Id="rId287" Type="http://schemas.openxmlformats.org/officeDocument/2006/relationships/tags" Target="../tags/tag287.xml"/><Relationship Id="rId410" Type="http://schemas.openxmlformats.org/officeDocument/2006/relationships/tags" Target="../tags/tag410.xml"/><Relationship Id="rId452" Type="http://schemas.openxmlformats.org/officeDocument/2006/relationships/tags" Target="../tags/tag452.xml"/><Relationship Id="rId494" Type="http://schemas.openxmlformats.org/officeDocument/2006/relationships/tags" Target="../tags/tag494.xml"/><Relationship Id="rId508" Type="http://schemas.openxmlformats.org/officeDocument/2006/relationships/tags" Target="../tags/tag508.xml"/><Relationship Id="rId715" Type="http://schemas.openxmlformats.org/officeDocument/2006/relationships/tags" Target="../tags/tag715.xml"/><Relationship Id="rId105" Type="http://schemas.openxmlformats.org/officeDocument/2006/relationships/tags" Target="../tags/tag105.xml"/><Relationship Id="rId147" Type="http://schemas.openxmlformats.org/officeDocument/2006/relationships/tags" Target="../tags/tag147.xml"/><Relationship Id="rId312" Type="http://schemas.openxmlformats.org/officeDocument/2006/relationships/tags" Target="../tags/tag312.xml"/><Relationship Id="rId354" Type="http://schemas.openxmlformats.org/officeDocument/2006/relationships/tags" Target="../tags/tag354.xml"/><Relationship Id="rId757" Type="http://schemas.openxmlformats.org/officeDocument/2006/relationships/tags" Target="../tags/tag757.xml"/><Relationship Id="rId799" Type="http://schemas.openxmlformats.org/officeDocument/2006/relationships/tags" Target="../tags/tag799.xml"/><Relationship Id="rId51" Type="http://schemas.openxmlformats.org/officeDocument/2006/relationships/tags" Target="../tags/tag51.xml"/><Relationship Id="rId93" Type="http://schemas.openxmlformats.org/officeDocument/2006/relationships/tags" Target="../tags/tag93.xml"/><Relationship Id="rId189" Type="http://schemas.openxmlformats.org/officeDocument/2006/relationships/tags" Target="../tags/tag189.xml"/><Relationship Id="rId396" Type="http://schemas.openxmlformats.org/officeDocument/2006/relationships/tags" Target="../tags/tag396.xml"/><Relationship Id="rId561" Type="http://schemas.openxmlformats.org/officeDocument/2006/relationships/tags" Target="../tags/tag561.xml"/><Relationship Id="rId617" Type="http://schemas.openxmlformats.org/officeDocument/2006/relationships/tags" Target="../tags/tag617.xml"/><Relationship Id="rId659" Type="http://schemas.openxmlformats.org/officeDocument/2006/relationships/tags" Target="../tags/tag659.xml"/><Relationship Id="rId824" Type="http://schemas.openxmlformats.org/officeDocument/2006/relationships/tags" Target="../tags/tag824.xml"/><Relationship Id="rId214" Type="http://schemas.openxmlformats.org/officeDocument/2006/relationships/tags" Target="../tags/tag214.xml"/><Relationship Id="rId256" Type="http://schemas.openxmlformats.org/officeDocument/2006/relationships/tags" Target="../tags/tag256.xml"/><Relationship Id="rId298" Type="http://schemas.openxmlformats.org/officeDocument/2006/relationships/tags" Target="../tags/tag298.xml"/><Relationship Id="rId421" Type="http://schemas.openxmlformats.org/officeDocument/2006/relationships/tags" Target="../tags/tag421.xml"/><Relationship Id="rId463" Type="http://schemas.openxmlformats.org/officeDocument/2006/relationships/tags" Target="../tags/tag463.xml"/><Relationship Id="rId519" Type="http://schemas.openxmlformats.org/officeDocument/2006/relationships/tags" Target="../tags/tag519.xml"/><Relationship Id="rId670" Type="http://schemas.openxmlformats.org/officeDocument/2006/relationships/tags" Target="../tags/tag670.xml"/><Relationship Id="rId116" Type="http://schemas.openxmlformats.org/officeDocument/2006/relationships/tags" Target="../tags/tag116.xml"/><Relationship Id="rId158" Type="http://schemas.openxmlformats.org/officeDocument/2006/relationships/tags" Target="../tags/tag158.xml"/><Relationship Id="rId323" Type="http://schemas.openxmlformats.org/officeDocument/2006/relationships/tags" Target="../tags/tag323.xml"/><Relationship Id="rId530" Type="http://schemas.openxmlformats.org/officeDocument/2006/relationships/tags" Target="../tags/tag530.xml"/><Relationship Id="rId726" Type="http://schemas.openxmlformats.org/officeDocument/2006/relationships/tags" Target="../tags/tag726.xml"/><Relationship Id="rId768" Type="http://schemas.openxmlformats.org/officeDocument/2006/relationships/tags" Target="../tags/tag768.xml"/><Relationship Id="rId20" Type="http://schemas.openxmlformats.org/officeDocument/2006/relationships/tags" Target="../tags/tag20.xml"/><Relationship Id="rId62" Type="http://schemas.openxmlformats.org/officeDocument/2006/relationships/tags" Target="../tags/tag62.xml"/><Relationship Id="rId365" Type="http://schemas.openxmlformats.org/officeDocument/2006/relationships/tags" Target="../tags/tag365.xml"/><Relationship Id="rId572" Type="http://schemas.openxmlformats.org/officeDocument/2006/relationships/tags" Target="../tags/tag572.xml"/><Relationship Id="rId628" Type="http://schemas.openxmlformats.org/officeDocument/2006/relationships/tags" Target="../tags/tag628.xml"/><Relationship Id="rId835" Type="http://schemas.openxmlformats.org/officeDocument/2006/relationships/tags" Target="../tags/tag835.xml"/><Relationship Id="rId225" Type="http://schemas.openxmlformats.org/officeDocument/2006/relationships/tags" Target="../tags/tag225.xml"/><Relationship Id="rId267" Type="http://schemas.openxmlformats.org/officeDocument/2006/relationships/tags" Target="../tags/tag267.xml"/><Relationship Id="rId432" Type="http://schemas.openxmlformats.org/officeDocument/2006/relationships/tags" Target="../tags/tag432.xml"/><Relationship Id="rId474" Type="http://schemas.openxmlformats.org/officeDocument/2006/relationships/tags" Target="../tags/tag474.xml"/><Relationship Id="rId127" Type="http://schemas.openxmlformats.org/officeDocument/2006/relationships/tags" Target="../tags/tag127.xml"/><Relationship Id="rId681" Type="http://schemas.openxmlformats.org/officeDocument/2006/relationships/tags" Target="../tags/tag681.xml"/><Relationship Id="rId737" Type="http://schemas.openxmlformats.org/officeDocument/2006/relationships/tags" Target="../tags/tag737.xml"/><Relationship Id="rId779" Type="http://schemas.openxmlformats.org/officeDocument/2006/relationships/tags" Target="../tags/tag779.xml"/><Relationship Id="rId31" Type="http://schemas.openxmlformats.org/officeDocument/2006/relationships/tags" Target="../tags/tag31.xml"/><Relationship Id="rId73" Type="http://schemas.openxmlformats.org/officeDocument/2006/relationships/tags" Target="../tags/tag73.xml"/><Relationship Id="rId169" Type="http://schemas.openxmlformats.org/officeDocument/2006/relationships/tags" Target="../tags/tag169.xml"/><Relationship Id="rId334" Type="http://schemas.openxmlformats.org/officeDocument/2006/relationships/tags" Target="../tags/tag334.xml"/><Relationship Id="rId376" Type="http://schemas.openxmlformats.org/officeDocument/2006/relationships/tags" Target="../tags/tag376.xml"/><Relationship Id="rId541" Type="http://schemas.openxmlformats.org/officeDocument/2006/relationships/tags" Target="../tags/tag541.xml"/><Relationship Id="rId583" Type="http://schemas.openxmlformats.org/officeDocument/2006/relationships/tags" Target="../tags/tag583.xml"/><Relationship Id="rId639" Type="http://schemas.openxmlformats.org/officeDocument/2006/relationships/tags" Target="../tags/tag639.xml"/><Relationship Id="rId790" Type="http://schemas.openxmlformats.org/officeDocument/2006/relationships/tags" Target="../tags/tag790.xml"/><Relationship Id="rId804" Type="http://schemas.openxmlformats.org/officeDocument/2006/relationships/tags" Target="../tags/tag804.xml"/><Relationship Id="rId4" Type="http://schemas.openxmlformats.org/officeDocument/2006/relationships/tags" Target="../tags/tag4.xml"/><Relationship Id="rId180" Type="http://schemas.openxmlformats.org/officeDocument/2006/relationships/tags" Target="../tags/tag180.xml"/><Relationship Id="rId236" Type="http://schemas.openxmlformats.org/officeDocument/2006/relationships/tags" Target="../tags/tag236.xml"/><Relationship Id="rId278" Type="http://schemas.openxmlformats.org/officeDocument/2006/relationships/tags" Target="../tags/tag278.xml"/><Relationship Id="rId401" Type="http://schemas.openxmlformats.org/officeDocument/2006/relationships/tags" Target="../tags/tag401.xml"/><Relationship Id="rId443" Type="http://schemas.openxmlformats.org/officeDocument/2006/relationships/tags" Target="../tags/tag443.xml"/><Relationship Id="rId650" Type="http://schemas.openxmlformats.org/officeDocument/2006/relationships/tags" Target="../tags/tag650.xml"/><Relationship Id="rId303" Type="http://schemas.openxmlformats.org/officeDocument/2006/relationships/tags" Target="../tags/tag303.xml"/><Relationship Id="rId485" Type="http://schemas.openxmlformats.org/officeDocument/2006/relationships/tags" Target="../tags/tag485.xml"/><Relationship Id="rId692" Type="http://schemas.openxmlformats.org/officeDocument/2006/relationships/tags" Target="../tags/tag692.xml"/><Relationship Id="rId706" Type="http://schemas.openxmlformats.org/officeDocument/2006/relationships/tags" Target="../tags/tag706.xml"/><Relationship Id="rId748" Type="http://schemas.openxmlformats.org/officeDocument/2006/relationships/tags" Target="../tags/tag748.xml"/><Relationship Id="rId42" Type="http://schemas.openxmlformats.org/officeDocument/2006/relationships/tags" Target="../tags/tag42.xml"/><Relationship Id="rId84" Type="http://schemas.openxmlformats.org/officeDocument/2006/relationships/tags" Target="../tags/tag84.xml"/><Relationship Id="rId138" Type="http://schemas.openxmlformats.org/officeDocument/2006/relationships/tags" Target="../tags/tag138.xml"/><Relationship Id="rId345" Type="http://schemas.openxmlformats.org/officeDocument/2006/relationships/tags" Target="../tags/tag345.xml"/><Relationship Id="rId387" Type="http://schemas.openxmlformats.org/officeDocument/2006/relationships/tags" Target="../tags/tag387.xml"/><Relationship Id="rId510" Type="http://schemas.openxmlformats.org/officeDocument/2006/relationships/tags" Target="../tags/tag510.xml"/><Relationship Id="rId552" Type="http://schemas.openxmlformats.org/officeDocument/2006/relationships/tags" Target="../tags/tag552.xml"/><Relationship Id="rId594" Type="http://schemas.openxmlformats.org/officeDocument/2006/relationships/tags" Target="../tags/tag594.xml"/><Relationship Id="rId608" Type="http://schemas.openxmlformats.org/officeDocument/2006/relationships/tags" Target="../tags/tag608.xml"/><Relationship Id="rId815" Type="http://schemas.openxmlformats.org/officeDocument/2006/relationships/tags" Target="../tags/tag815.xml"/><Relationship Id="rId191" Type="http://schemas.openxmlformats.org/officeDocument/2006/relationships/tags" Target="../tags/tag191.xml"/><Relationship Id="rId205" Type="http://schemas.openxmlformats.org/officeDocument/2006/relationships/tags" Target="../tags/tag205.xml"/><Relationship Id="rId247" Type="http://schemas.openxmlformats.org/officeDocument/2006/relationships/tags" Target="../tags/tag247.xml"/><Relationship Id="rId412" Type="http://schemas.openxmlformats.org/officeDocument/2006/relationships/tags" Target="../tags/tag412.xml"/><Relationship Id="rId107" Type="http://schemas.openxmlformats.org/officeDocument/2006/relationships/tags" Target="../tags/tag107.xml"/><Relationship Id="rId289" Type="http://schemas.openxmlformats.org/officeDocument/2006/relationships/tags" Target="../tags/tag289.xml"/><Relationship Id="rId454" Type="http://schemas.openxmlformats.org/officeDocument/2006/relationships/tags" Target="../tags/tag454.xml"/><Relationship Id="rId496" Type="http://schemas.openxmlformats.org/officeDocument/2006/relationships/tags" Target="../tags/tag496.xml"/><Relationship Id="rId661" Type="http://schemas.openxmlformats.org/officeDocument/2006/relationships/tags" Target="../tags/tag661.xml"/><Relationship Id="rId717" Type="http://schemas.openxmlformats.org/officeDocument/2006/relationships/tags" Target="../tags/tag717.xml"/><Relationship Id="rId759" Type="http://schemas.openxmlformats.org/officeDocument/2006/relationships/tags" Target="../tags/tag759.xml"/><Relationship Id="rId11" Type="http://schemas.openxmlformats.org/officeDocument/2006/relationships/tags" Target="../tags/tag11.xml"/><Relationship Id="rId53" Type="http://schemas.openxmlformats.org/officeDocument/2006/relationships/tags" Target="../tags/tag53.xml"/><Relationship Id="rId149" Type="http://schemas.openxmlformats.org/officeDocument/2006/relationships/tags" Target="../tags/tag149.xml"/><Relationship Id="rId314" Type="http://schemas.openxmlformats.org/officeDocument/2006/relationships/tags" Target="../tags/tag314.xml"/><Relationship Id="rId356" Type="http://schemas.openxmlformats.org/officeDocument/2006/relationships/tags" Target="../tags/tag356.xml"/><Relationship Id="rId398" Type="http://schemas.openxmlformats.org/officeDocument/2006/relationships/tags" Target="../tags/tag398.xml"/><Relationship Id="rId521" Type="http://schemas.openxmlformats.org/officeDocument/2006/relationships/tags" Target="../tags/tag521.xml"/><Relationship Id="rId563" Type="http://schemas.openxmlformats.org/officeDocument/2006/relationships/tags" Target="../tags/tag563.xml"/><Relationship Id="rId619" Type="http://schemas.openxmlformats.org/officeDocument/2006/relationships/tags" Target="../tags/tag619.xml"/><Relationship Id="rId770" Type="http://schemas.openxmlformats.org/officeDocument/2006/relationships/tags" Target="../tags/tag770.xml"/><Relationship Id="rId95" Type="http://schemas.openxmlformats.org/officeDocument/2006/relationships/tags" Target="../tags/tag95.xml"/><Relationship Id="rId160" Type="http://schemas.openxmlformats.org/officeDocument/2006/relationships/tags" Target="../tags/tag160.xml"/><Relationship Id="rId216" Type="http://schemas.openxmlformats.org/officeDocument/2006/relationships/tags" Target="../tags/tag216.xml"/><Relationship Id="rId423" Type="http://schemas.openxmlformats.org/officeDocument/2006/relationships/tags" Target="../tags/tag423.xml"/><Relationship Id="rId826" Type="http://schemas.openxmlformats.org/officeDocument/2006/relationships/tags" Target="../tags/tag826.xml"/><Relationship Id="rId258" Type="http://schemas.openxmlformats.org/officeDocument/2006/relationships/tags" Target="../tags/tag258.xml"/><Relationship Id="rId465" Type="http://schemas.openxmlformats.org/officeDocument/2006/relationships/tags" Target="../tags/tag465.xml"/><Relationship Id="rId630" Type="http://schemas.openxmlformats.org/officeDocument/2006/relationships/tags" Target="../tags/tag630.xml"/><Relationship Id="rId672" Type="http://schemas.openxmlformats.org/officeDocument/2006/relationships/tags" Target="../tags/tag672.xml"/><Relationship Id="rId728" Type="http://schemas.openxmlformats.org/officeDocument/2006/relationships/tags" Target="../tags/tag728.xml"/><Relationship Id="rId22" Type="http://schemas.openxmlformats.org/officeDocument/2006/relationships/tags" Target="../tags/tag22.xml"/><Relationship Id="rId64" Type="http://schemas.openxmlformats.org/officeDocument/2006/relationships/tags" Target="../tags/tag64.xml"/><Relationship Id="rId118" Type="http://schemas.openxmlformats.org/officeDocument/2006/relationships/tags" Target="../tags/tag118.xml"/><Relationship Id="rId325" Type="http://schemas.openxmlformats.org/officeDocument/2006/relationships/tags" Target="../tags/tag325.xml"/><Relationship Id="rId367" Type="http://schemas.openxmlformats.org/officeDocument/2006/relationships/tags" Target="../tags/tag367.xml"/><Relationship Id="rId532" Type="http://schemas.openxmlformats.org/officeDocument/2006/relationships/tags" Target="../tags/tag532.xml"/><Relationship Id="rId574" Type="http://schemas.openxmlformats.org/officeDocument/2006/relationships/tags" Target="../tags/tag574.xml"/><Relationship Id="rId171" Type="http://schemas.openxmlformats.org/officeDocument/2006/relationships/tags" Target="../tags/tag171.xml"/><Relationship Id="rId227" Type="http://schemas.openxmlformats.org/officeDocument/2006/relationships/tags" Target="../tags/tag227.xml"/><Relationship Id="rId781" Type="http://schemas.openxmlformats.org/officeDocument/2006/relationships/tags" Target="../tags/tag781.xml"/><Relationship Id="rId837" Type="http://schemas.openxmlformats.org/officeDocument/2006/relationships/tags" Target="../tags/tag837.xml"/><Relationship Id="rId269" Type="http://schemas.openxmlformats.org/officeDocument/2006/relationships/tags" Target="../tags/tag269.xml"/><Relationship Id="rId434" Type="http://schemas.openxmlformats.org/officeDocument/2006/relationships/tags" Target="../tags/tag434.xml"/><Relationship Id="rId476" Type="http://schemas.openxmlformats.org/officeDocument/2006/relationships/tags" Target="../tags/tag476.xml"/><Relationship Id="rId641" Type="http://schemas.openxmlformats.org/officeDocument/2006/relationships/tags" Target="../tags/tag641.xml"/><Relationship Id="rId683" Type="http://schemas.openxmlformats.org/officeDocument/2006/relationships/tags" Target="../tags/tag683.xml"/><Relationship Id="rId739" Type="http://schemas.openxmlformats.org/officeDocument/2006/relationships/tags" Target="../tags/tag739.xml"/><Relationship Id="rId33" Type="http://schemas.openxmlformats.org/officeDocument/2006/relationships/tags" Target="../tags/tag33.xml"/><Relationship Id="rId129" Type="http://schemas.openxmlformats.org/officeDocument/2006/relationships/tags" Target="../tags/tag129.xml"/><Relationship Id="rId280" Type="http://schemas.openxmlformats.org/officeDocument/2006/relationships/tags" Target="../tags/tag280.xml"/><Relationship Id="rId336" Type="http://schemas.openxmlformats.org/officeDocument/2006/relationships/tags" Target="../tags/tag336.xml"/><Relationship Id="rId501" Type="http://schemas.openxmlformats.org/officeDocument/2006/relationships/tags" Target="../tags/tag501.xml"/><Relationship Id="rId543" Type="http://schemas.openxmlformats.org/officeDocument/2006/relationships/tags" Target="../tags/tag543.xml"/><Relationship Id="rId75" Type="http://schemas.openxmlformats.org/officeDocument/2006/relationships/tags" Target="../tags/tag75.xml"/><Relationship Id="rId140" Type="http://schemas.openxmlformats.org/officeDocument/2006/relationships/tags" Target="../tags/tag140.xml"/><Relationship Id="rId182" Type="http://schemas.openxmlformats.org/officeDocument/2006/relationships/tags" Target="../tags/tag182.xml"/><Relationship Id="rId378" Type="http://schemas.openxmlformats.org/officeDocument/2006/relationships/tags" Target="../tags/tag378.xml"/><Relationship Id="rId403" Type="http://schemas.openxmlformats.org/officeDocument/2006/relationships/tags" Target="../tags/tag403.xml"/><Relationship Id="rId585" Type="http://schemas.openxmlformats.org/officeDocument/2006/relationships/tags" Target="../tags/tag585.xml"/><Relationship Id="rId750" Type="http://schemas.openxmlformats.org/officeDocument/2006/relationships/tags" Target="../tags/tag750.xml"/><Relationship Id="rId792" Type="http://schemas.openxmlformats.org/officeDocument/2006/relationships/tags" Target="../tags/tag792.xml"/><Relationship Id="rId806" Type="http://schemas.openxmlformats.org/officeDocument/2006/relationships/tags" Target="../tags/tag806.xml"/><Relationship Id="rId6" Type="http://schemas.openxmlformats.org/officeDocument/2006/relationships/tags" Target="../tags/tag6.xml"/><Relationship Id="rId238" Type="http://schemas.openxmlformats.org/officeDocument/2006/relationships/tags" Target="../tags/tag238.xml"/><Relationship Id="rId445" Type="http://schemas.openxmlformats.org/officeDocument/2006/relationships/tags" Target="../tags/tag445.xml"/><Relationship Id="rId487" Type="http://schemas.openxmlformats.org/officeDocument/2006/relationships/tags" Target="../tags/tag487.xml"/><Relationship Id="rId610" Type="http://schemas.openxmlformats.org/officeDocument/2006/relationships/tags" Target="../tags/tag610.xml"/><Relationship Id="rId652" Type="http://schemas.openxmlformats.org/officeDocument/2006/relationships/tags" Target="../tags/tag652.xml"/><Relationship Id="rId694" Type="http://schemas.openxmlformats.org/officeDocument/2006/relationships/tags" Target="../tags/tag694.xml"/><Relationship Id="rId708" Type="http://schemas.openxmlformats.org/officeDocument/2006/relationships/tags" Target="../tags/tag708.xml"/><Relationship Id="rId291" Type="http://schemas.openxmlformats.org/officeDocument/2006/relationships/tags" Target="../tags/tag291.xml"/><Relationship Id="rId305" Type="http://schemas.openxmlformats.org/officeDocument/2006/relationships/tags" Target="../tags/tag305.xml"/><Relationship Id="rId347" Type="http://schemas.openxmlformats.org/officeDocument/2006/relationships/tags" Target="../tags/tag347.xml"/><Relationship Id="rId512" Type="http://schemas.openxmlformats.org/officeDocument/2006/relationships/tags" Target="../tags/tag512.xml"/><Relationship Id="rId44" Type="http://schemas.openxmlformats.org/officeDocument/2006/relationships/tags" Target="../tags/tag44.xml"/><Relationship Id="rId86" Type="http://schemas.openxmlformats.org/officeDocument/2006/relationships/tags" Target="../tags/tag86.xml"/><Relationship Id="rId151" Type="http://schemas.openxmlformats.org/officeDocument/2006/relationships/tags" Target="../tags/tag151.xml"/><Relationship Id="rId389" Type="http://schemas.openxmlformats.org/officeDocument/2006/relationships/tags" Target="../tags/tag389.xml"/><Relationship Id="rId554" Type="http://schemas.openxmlformats.org/officeDocument/2006/relationships/tags" Target="../tags/tag554.xml"/><Relationship Id="rId596" Type="http://schemas.openxmlformats.org/officeDocument/2006/relationships/tags" Target="../tags/tag596.xml"/><Relationship Id="rId761" Type="http://schemas.openxmlformats.org/officeDocument/2006/relationships/tags" Target="../tags/tag761.xml"/><Relationship Id="rId817" Type="http://schemas.openxmlformats.org/officeDocument/2006/relationships/tags" Target="../tags/tag817.xml"/><Relationship Id="rId193" Type="http://schemas.openxmlformats.org/officeDocument/2006/relationships/tags" Target="../tags/tag193.xml"/><Relationship Id="rId207" Type="http://schemas.openxmlformats.org/officeDocument/2006/relationships/tags" Target="../tags/tag207.xml"/><Relationship Id="rId249" Type="http://schemas.openxmlformats.org/officeDocument/2006/relationships/tags" Target="../tags/tag249.xml"/><Relationship Id="rId414" Type="http://schemas.openxmlformats.org/officeDocument/2006/relationships/tags" Target="../tags/tag414.xml"/><Relationship Id="rId456" Type="http://schemas.openxmlformats.org/officeDocument/2006/relationships/tags" Target="../tags/tag456.xml"/><Relationship Id="rId498" Type="http://schemas.openxmlformats.org/officeDocument/2006/relationships/tags" Target="../tags/tag498.xml"/><Relationship Id="rId621" Type="http://schemas.openxmlformats.org/officeDocument/2006/relationships/tags" Target="../tags/tag621.xml"/><Relationship Id="rId663" Type="http://schemas.openxmlformats.org/officeDocument/2006/relationships/tags" Target="../tags/tag663.xml"/><Relationship Id="rId13" Type="http://schemas.openxmlformats.org/officeDocument/2006/relationships/tags" Target="../tags/tag13.xml"/><Relationship Id="rId109" Type="http://schemas.openxmlformats.org/officeDocument/2006/relationships/tags" Target="../tags/tag109.xml"/><Relationship Id="rId260" Type="http://schemas.openxmlformats.org/officeDocument/2006/relationships/tags" Target="../tags/tag260.xml"/><Relationship Id="rId316" Type="http://schemas.openxmlformats.org/officeDocument/2006/relationships/tags" Target="../tags/tag316.xml"/><Relationship Id="rId523" Type="http://schemas.openxmlformats.org/officeDocument/2006/relationships/tags" Target="../tags/tag523.xml"/><Relationship Id="rId719" Type="http://schemas.openxmlformats.org/officeDocument/2006/relationships/tags" Target="../tags/tag719.xml"/><Relationship Id="rId55" Type="http://schemas.openxmlformats.org/officeDocument/2006/relationships/tags" Target="../tags/tag55.xml"/><Relationship Id="rId97" Type="http://schemas.openxmlformats.org/officeDocument/2006/relationships/tags" Target="../tags/tag97.xml"/><Relationship Id="rId120" Type="http://schemas.openxmlformats.org/officeDocument/2006/relationships/tags" Target="../tags/tag120.xml"/><Relationship Id="rId358" Type="http://schemas.openxmlformats.org/officeDocument/2006/relationships/tags" Target="../tags/tag358.xml"/><Relationship Id="rId565" Type="http://schemas.openxmlformats.org/officeDocument/2006/relationships/tags" Target="../tags/tag565.xml"/><Relationship Id="rId730" Type="http://schemas.openxmlformats.org/officeDocument/2006/relationships/tags" Target="../tags/tag730.xml"/><Relationship Id="rId772" Type="http://schemas.openxmlformats.org/officeDocument/2006/relationships/tags" Target="../tags/tag772.xml"/><Relationship Id="rId828" Type="http://schemas.openxmlformats.org/officeDocument/2006/relationships/tags" Target="../tags/tag828.xml"/><Relationship Id="rId162" Type="http://schemas.openxmlformats.org/officeDocument/2006/relationships/tags" Target="../tags/tag162.xml"/><Relationship Id="rId218" Type="http://schemas.openxmlformats.org/officeDocument/2006/relationships/tags" Target="../tags/tag218.xml"/><Relationship Id="rId425" Type="http://schemas.openxmlformats.org/officeDocument/2006/relationships/tags" Target="../tags/tag425.xml"/><Relationship Id="rId467" Type="http://schemas.openxmlformats.org/officeDocument/2006/relationships/tags" Target="../tags/tag467.xml"/><Relationship Id="rId632" Type="http://schemas.openxmlformats.org/officeDocument/2006/relationships/tags" Target="../tags/tag632.xml"/><Relationship Id="rId271" Type="http://schemas.openxmlformats.org/officeDocument/2006/relationships/tags" Target="../tags/tag271.xml"/><Relationship Id="rId674" Type="http://schemas.openxmlformats.org/officeDocument/2006/relationships/tags" Target="../tags/tag674.xml"/><Relationship Id="rId24" Type="http://schemas.openxmlformats.org/officeDocument/2006/relationships/tags" Target="../tags/tag24.xml"/><Relationship Id="rId66" Type="http://schemas.openxmlformats.org/officeDocument/2006/relationships/tags" Target="../tags/tag66.xml"/><Relationship Id="rId131" Type="http://schemas.openxmlformats.org/officeDocument/2006/relationships/tags" Target="../tags/tag131.xml"/><Relationship Id="rId327" Type="http://schemas.openxmlformats.org/officeDocument/2006/relationships/tags" Target="../tags/tag327.xml"/><Relationship Id="rId369" Type="http://schemas.openxmlformats.org/officeDocument/2006/relationships/tags" Target="../tags/tag369.xml"/><Relationship Id="rId534" Type="http://schemas.openxmlformats.org/officeDocument/2006/relationships/tags" Target="../tags/tag534.xml"/><Relationship Id="rId576" Type="http://schemas.openxmlformats.org/officeDocument/2006/relationships/tags" Target="../tags/tag576.xml"/><Relationship Id="rId741" Type="http://schemas.openxmlformats.org/officeDocument/2006/relationships/tags" Target="../tags/tag741.xml"/><Relationship Id="rId783" Type="http://schemas.openxmlformats.org/officeDocument/2006/relationships/tags" Target="../tags/tag783.xml"/><Relationship Id="rId839" Type="http://schemas.openxmlformats.org/officeDocument/2006/relationships/tags" Target="../tags/tag839.xml"/><Relationship Id="rId173" Type="http://schemas.openxmlformats.org/officeDocument/2006/relationships/tags" Target="../tags/tag173.xml"/><Relationship Id="rId229" Type="http://schemas.openxmlformats.org/officeDocument/2006/relationships/tags" Target="../tags/tag229.xml"/><Relationship Id="rId380" Type="http://schemas.openxmlformats.org/officeDocument/2006/relationships/tags" Target="../tags/tag380.xml"/><Relationship Id="rId436" Type="http://schemas.openxmlformats.org/officeDocument/2006/relationships/tags" Target="../tags/tag436.xml"/><Relationship Id="rId601" Type="http://schemas.openxmlformats.org/officeDocument/2006/relationships/tags" Target="../tags/tag601.xml"/><Relationship Id="rId643" Type="http://schemas.openxmlformats.org/officeDocument/2006/relationships/tags" Target="../tags/tag643.xml"/><Relationship Id="rId240" Type="http://schemas.openxmlformats.org/officeDocument/2006/relationships/tags" Target="../tags/tag240.xml"/><Relationship Id="rId478" Type="http://schemas.openxmlformats.org/officeDocument/2006/relationships/tags" Target="../tags/tag478.xml"/><Relationship Id="rId685" Type="http://schemas.openxmlformats.org/officeDocument/2006/relationships/tags" Target="../tags/tag685.xml"/><Relationship Id="rId35" Type="http://schemas.openxmlformats.org/officeDocument/2006/relationships/tags" Target="../tags/tag35.xml"/><Relationship Id="rId77" Type="http://schemas.openxmlformats.org/officeDocument/2006/relationships/tags" Target="../tags/tag77.xml"/><Relationship Id="rId100" Type="http://schemas.openxmlformats.org/officeDocument/2006/relationships/tags" Target="../tags/tag100.xml"/><Relationship Id="rId282" Type="http://schemas.openxmlformats.org/officeDocument/2006/relationships/tags" Target="../tags/tag282.xml"/><Relationship Id="rId338" Type="http://schemas.openxmlformats.org/officeDocument/2006/relationships/tags" Target="../tags/tag338.xml"/><Relationship Id="rId503" Type="http://schemas.openxmlformats.org/officeDocument/2006/relationships/tags" Target="../tags/tag503.xml"/><Relationship Id="rId545" Type="http://schemas.openxmlformats.org/officeDocument/2006/relationships/tags" Target="../tags/tag545.xml"/><Relationship Id="rId587" Type="http://schemas.openxmlformats.org/officeDocument/2006/relationships/tags" Target="../tags/tag587.xml"/><Relationship Id="rId710" Type="http://schemas.openxmlformats.org/officeDocument/2006/relationships/tags" Target="../tags/tag710.xml"/><Relationship Id="rId752" Type="http://schemas.openxmlformats.org/officeDocument/2006/relationships/tags" Target="../tags/tag752.xml"/><Relationship Id="rId808" Type="http://schemas.openxmlformats.org/officeDocument/2006/relationships/tags" Target="../tags/tag808.xml"/><Relationship Id="rId8" Type="http://schemas.openxmlformats.org/officeDocument/2006/relationships/tags" Target="../tags/tag8.xml"/><Relationship Id="rId142" Type="http://schemas.openxmlformats.org/officeDocument/2006/relationships/tags" Target="../tags/tag142.xml"/><Relationship Id="rId184" Type="http://schemas.openxmlformats.org/officeDocument/2006/relationships/tags" Target="../tags/tag184.xml"/><Relationship Id="rId391" Type="http://schemas.openxmlformats.org/officeDocument/2006/relationships/tags" Target="../tags/tag391.xml"/><Relationship Id="rId405" Type="http://schemas.openxmlformats.org/officeDocument/2006/relationships/tags" Target="../tags/tag405.xml"/><Relationship Id="rId447" Type="http://schemas.openxmlformats.org/officeDocument/2006/relationships/tags" Target="../tags/tag447.xml"/><Relationship Id="rId612" Type="http://schemas.openxmlformats.org/officeDocument/2006/relationships/tags" Target="../tags/tag612.xml"/><Relationship Id="rId794" Type="http://schemas.openxmlformats.org/officeDocument/2006/relationships/tags" Target="../tags/tag794.xml"/><Relationship Id="rId251" Type="http://schemas.openxmlformats.org/officeDocument/2006/relationships/tags" Target="../tags/tag251.xml"/><Relationship Id="rId489" Type="http://schemas.openxmlformats.org/officeDocument/2006/relationships/tags" Target="../tags/tag489.xml"/><Relationship Id="rId654" Type="http://schemas.openxmlformats.org/officeDocument/2006/relationships/tags" Target="../tags/tag654.xml"/><Relationship Id="rId696" Type="http://schemas.openxmlformats.org/officeDocument/2006/relationships/tags" Target="../tags/tag696.xml"/><Relationship Id="rId46" Type="http://schemas.openxmlformats.org/officeDocument/2006/relationships/tags" Target="../tags/tag46.xml"/><Relationship Id="rId293" Type="http://schemas.openxmlformats.org/officeDocument/2006/relationships/tags" Target="../tags/tag293.xml"/><Relationship Id="rId307" Type="http://schemas.openxmlformats.org/officeDocument/2006/relationships/tags" Target="../tags/tag307.xml"/><Relationship Id="rId349" Type="http://schemas.openxmlformats.org/officeDocument/2006/relationships/tags" Target="../tags/tag349.xml"/><Relationship Id="rId514" Type="http://schemas.openxmlformats.org/officeDocument/2006/relationships/tags" Target="../tags/tag514.xml"/><Relationship Id="rId556" Type="http://schemas.openxmlformats.org/officeDocument/2006/relationships/tags" Target="../tags/tag556.xml"/><Relationship Id="rId721" Type="http://schemas.openxmlformats.org/officeDocument/2006/relationships/tags" Target="../tags/tag721.xml"/><Relationship Id="rId763" Type="http://schemas.openxmlformats.org/officeDocument/2006/relationships/tags" Target="../tags/tag763.xml"/><Relationship Id="rId88" Type="http://schemas.openxmlformats.org/officeDocument/2006/relationships/tags" Target="../tags/tag88.xml"/><Relationship Id="rId111" Type="http://schemas.openxmlformats.org/officeDocument/2006/relationships/tags" Target="../tags/tag111.xml"/><Relationship Id="rId153" Type="http://schemas.openxmlformats.org/officeDocument/2006/relationships/tags" Target="../tags/tag153.xml"/><Relationship Id="rId195" Type="http://schemas.openxmlformats.org/officeDocument/2006/relationships/tags" Target="../tags/tag195.xml"/><Relationship Id="rId209" Type="http://schemas.openxmlformats.org/officeDocument/2006/relationships/tags" Target="../tags/tag209.xml"/><Relationship Id="rId360" Type="http://schemas.openxmlformats.org/officeDocument/2006/relationships/tags" Target="../tags/tag360.xml"/><Relationship Id="rId416" Type="http://schemas.openxmlformats.org/officeDocument/2006/relationships/tags" Target="../tags/tag416.xml"/><Relationship Id="rId598" Type="http://schemas.openxmlformats.org/officeDocument/2006/relationships/tags" Target="../tags/tag598.xml"/><Relationship Id="rId819" Type="http://schemas.openxmlformats.org/officeDocument/2006/relationships/tags" Target="../tags/tag819.xml"/><Relationship Id="rId220" Type="http://schemas.openxmlformats.org/officeDocument/2006/relationships/tags" Target="../tags/tag220.xml"/><Relationship Id="rId458" Type="http://schemas.openxmlformats.org/officeDocument/2006/relationships/tags" Target="../tags/tag458.xml"/><Relationship Id="rId623" Type="http://schemas.openxmlformats.org/officeDocument/2006/relationships/tags" Target="../tags/tag623.xml"/><Relationship Id="rId665" Type="http://schemas.openxmlformats.org/officeDocument/2006/relationships/tags" Target="../tags/tag665.xml"/><Relationship Id="rId830" Type="http://schemas.openxmlformats.org/officeDocument/2006/relationships/tags" Target="../tags/tag830.xml"/><Relationship Id="rId15" Type="http://schemas.openxmlformats.org/officeDocument/2006/relationships/tags" Target="../tags/tag15.xml"/><Relationship Id="rId57" Type="http://schemas.openxmlformats.org/officeDocument/2006/relationships/tags" Target="../tags/tag57.xml"/><Relationship Id="rId262" Type="http://schemas.openxmlformats.org/officeDocument/2006/relationships/tags" Target="../tags/tag262.xml"/><Relationship Id="rId318" Type="http://schemas.openxmlformats.org/officeDocument/2006/relationships/tags" Target="../tags/tag318.xml"/><Relationship Id="rId525" Type="http://schemas.openxmlformats.org/officeDocument/2006/relationships/tags" Target="../tags/tag525.xml"/><Relationship Id="rId567" Type="http://schemas.openxmlformats.org/officeDocument/2006/relationships/tags" Target="../tags/tag567.xml"/><Relationship Id="rId732" Type="http://schemas.openxmlformats.org/officeDocument/2006/relationships/tags" Target="../tags/tag732.xml"/><Relationship Id="rId99" Type="http://schemas.openxmlformats.org/officeDocument/2006/relationships/tags" Target="../tags/tag99.xml"/><Relationship Id="rId122" Type="http://schemas.openxmlformats.org/officeDocument/2006/relationships/tags" Target="../tags/tag122.xml"/><Relationship Id="rId164" Type="http://schemas.openxmlformats.org/officeDocument/2006/relationships/tags" Target="../tags/tag164.xml"/><Relationship Id="rId371" Type="http://schemas.openxmlformats.org/officeDocument/2006/relationships/tags" Target="../tags/tag371.xml"/><Relationship Id="rId774" Type="http://schemas.openxmlformats.org/officeDocument/2006/relationships/tags" Target="../tags/tag774.xml"/><Relationship Id="rId427" Type="http://schemas.openxmlformats.org/officeDocument/2006/relationships/tags" Target="../tags/tag427.xml"/><Relationship Id="rId469" Type="http://schemas.openxmlformats.org/officeDocument/2006/relationships/tags" Target="../tags/tag469.xml"/><Relationship Id="rId634" Type="http://schemas.openxmlformats.org/officeDocument/2006/relationships/tags" Target="../tags/tag634.xml"/><Relationship Id="rId676" Type="http://schemas.openxmlformats.org/officeDocument/2006/relationships/tags" Target="../tags/tag676.xml"/><Relationship Id="rId26" Type="http://schemas.openxmlformats.org/officeDocument/2006/relationships/tags" Target="../tags/tag26.xml"/><Relationship Id="rId231" Type="http://schemas.openxmlformats.org/officeDocument/2006/relationships/tags" Target="../tags/tag231.xml"/><Relationship Id="rId273" Type="http://schemas.openxmlformats.org/officeDocument/2006/relationships/tags" Target="../tags/tag273.xml"/><Relationship Id="rId329" Type="http://schemas.openxmlformats.org/officeDocument/2006/relationships/tags" Target="../tags/tag329.xml"/><Relationship Id="rId480" Type="http://schemas.openxmlformats.org/officeDocument/2006/relationships/tags" Target="../tags/tag480.xml"/><Relationship Id="rId536" Type="http://schemas.openxmlformats.org/officeDocument/2006/relationships/tags" Target="../tags/tag536.xml"/><Relationship Id="rId701" Type="http://schemas.openxmlformats.org/officeDocument/2006/relationships/tags" Target="../tags/tag701.xml"/><Relationship Id="rId68" Type="http://schemas.openxmlformats.org/officeDocument/2006/relationships/tags" Target="../tags/tag68.xml"/><Relationship Id="rId133" Type="http://schemas.openxmlformats.org/officeDocument/2006/relationships/tags" Target="../tags/tag133.xml"/><Relationship Id="rId175" Type="http://schemas.openxmlformats.org/officeDocument/2006/relationships/tags" Target="../tags/tag175.xml"/><Relationship Id="rId340" Type="http://schemas.openxmlformats.org/officeDocument/2006/relationships/tags" Target="../tags/tag340.xml"/><Relationship Id="rId578" Type="http://schemas.openxmlformats.org/officeDocument/2006/relationships/tags" Target="../tags/tag578.xml"/><Relationship Id="rId743" Type="http://schemas.openxmlformats.org/officeDocument/2006/relationships/tags" Target="../tags/tag743.xml"/><Relationship Id="rId785" Type="http://schemas.openxmlformats.org/officeDocument/2006/relationships/tags" Target="../tags/tag785.xml"/><Relationship Id="rId200" Type="http://schemas.openxmlformats.org/officeDocument/2006/relationships/tags" Target="../tags/tag200.xml"/><Relationship Id="rId382" Type="http://schemas.openxmlformats.org/officeDocument/2006/relationships/tags" Target="../tags/tag382.xml"/><Relationship Id="rId438" Type="http://schemas.openxmlformats.org/officeDocument/2006/relationships/tags" Target="../tags/tag438.xml"/><Relationship Id="rId603" Type="http://schemas.openxmlformats.org/officeDocument/2006/relationships/tags" Target="../tags/tag603.xml"/><Relationship Id="rId645" Type="http://schemas.openxmlformats.org/officeDocument/2006/relationships/tags" Target="../tags/tag645.xml"/><Relationship Id="rId687" Type="http://schemas.openxmlformats.org/officeDocument/2006/relationships/tags" Target="../tags/tag687.xml"/><Relationship Id="rId810" Type="http://schemas.openxmlformats.org/officeDocument/2006/relationships/tags" Target="../tags/tag810.xml"/><Relationship Id="rId242" Type="http://schemas.openxmlformats.org/officeDocument/2006/relationships/tags" Target="../tags/tag242.xml"/><Relationship Id="rId284" Type="http://schemas.openxmlformats.org/officeDocument/2006/relationships/tags" Target="../tags/tag284.xml"/><Relationship Id="rId491" Type="http://schemas.openxmlformats.org/officeDocument/2006/relationships/tags" Target="../tags/tag491.xml"/><Relationship Id="rId505" Type="http://schemas.openxmlformats.org/officeDocument/2006/relationships/tags" Target="../tags/tag505.xml"/><Relationship Id="rId712" Type="http://schemas.openxmlformats.org/officeDocument/2006/relationships/tags" Target="../tags/tag712.xml"/><Relationship Id="rId37" Type="http://schemas.openxmlformats.org/officeDocument/2006/relationships/tags" Target="../tags/tag37.xml"/><Relationship Id="rId79" Type="http://schemas.openxmlformats.org/officeDocument/2006/relationships/tags" Target="../tags/tag79.xml"/><Relationship Id="rId102" Type="http://schemas.openxmlformats.org/officeDocument/2006/relationships/tags" Target="../tags/tag102.xml"/><Relationship Id="rId144" Type="http://schemas.openxmlformats.org/officeDocument/2006/relationships/tags" Target="../tags/tag144.xml"/><Relationship Id="rId547" Type="http://schemas.openxmlformats.org/officeDocument/2006/relationships/tags" Target="../tags/tag547.xml"/><Relationship Id="rId589" Type="http://schemas.openxmlformats.org/officeDocument/2006/relationships/tags" Target="../tags/tag589.xml"/><Relationship Id="rId754" Type="http://schemas.openxmlformats.org/officeDocument/2006/relationships/tags" Target="../tags/tag754.xml"/><Relationship Id="rId796" Type="http://schemas.openxmlformats.org/officeDocument/2006/relationships/tags" Target="../tags/tag796.xml"/><Relationship Id="rId90" Type="http://schemas.openxmlformats.org/officeDocument/2006/relationships/tags" Target="../tags/tag90.xml"/><Relationship Id="rId186" Type="http://schemas.openxmlformats.org/officeDocument/2006/relationships/tags" Target="../tags/tag186.xml"/><Relationship Id="rId351" Type="http://schemas.openxmlformats.org/officeDocument/2006/relationships/tags" Target="../tags/tag351.xml"/><Relationship Id="rId393" Type="http://schemas.openxmlformats.org/officeDocument/2006/relationships/tags" Target="../tags/tag393.xml"/><Relationship Id="rId407" Type="http://schemas.openxmlformats.org/officeDocument/2006/relationships/tags" Target="../tags/tag407.xml"/><Relationship Id="rId449" Type="http://schemas.openxmlformats.org/officeDocument/2006/relationships/tags" Target="../tags/tag449.xml"/><Relationship Id="rId614" Type="http://schemas.openxmlformats.org/officeDocument/2006/relationships/tags" Target="../tags/tag614.xml"/><Relationship Id="rId656" Type="http://schemas.openxmlformats.org/officeDocument/2006/relationships/tags" Target="../tags/tag656.xml"/><Relationship Id="rId821" Type="http://schemas.openxmlformats.org/officeDocument/2006/relationships/tags" Target="../tags/tag821.xml"/><Relationship Id="rId211" Type="http://schemas.openxmlformats.org/officeDocument/2006/relationships/tags" Target="../tags/tag211.xml"/><Relationship Id="rId253" Type="http://schemas.openxmlformats.org/officeDocument/2006/relationships/tags" Target="../tags/tag253.xml"/><Relationship Id="rId295" Type="http://schemas.openxmlformats.org/officeDocument/2006/relationships/tags" Target="../tags/tag295.xml"/><Relationship Id="rId309" Type="http://schemas.openxmlformats.org/officeDocument/2006/relationships/tags" Target="../tags/tag309.xml"/><Relationship Id="rId460" Type="http://schemas.openxmlformats.org/officeDocument/2006/relationships/tags" Target="../tags/tag460.xml"/><Relationship Id="rId516" Type="http://schemas.openxmlformats.org/officeDocument/2006/relationships/tags" Target="../tags/tag516.xml"/><Relationship Id="rId698" Type="http://schemas.openxmlformats.org/officeDocument/2006/relationships/tags" Target="../tags/tag698.xml"/><Relationship Id="rId48" Type="http://schemas.openxmlformats.org/officeDocument/2006/relationships/tags" Target="../tags/tag48.xml"/><Relationship Id="rId113" Type="http://schemas.openxmlformats.org/officeDocument/2006/relationships/tags" Target="../tags/tag113.xml"/><Relationship Id="rId320" Type="http://schemas.openxmlformats.org/officeDocument/2006/relationships/tags" Target="../tags/tag320.xml"/><Relationship Id="rId558" Type="http://schemas.openxmlformats.org/officeDocument/2006/relationships/tags" Target="../tags/tag558.xml"/><Relationship Id="rId723" Type="http://schemas.openxmlformats.org/officeDocument/2006/relationships/tags" Target="../tags/tag723.xml"/><Relationship Id="rId765" Type="http://schemas.openxmlformats.org/officeDocument/2006/relationships/tags" Target="../tags/tag765.xml"/><Relationship Id="rId155" Type="http://schemas.openxmlformats.org/officeDocument/2006/relationships/tags" Target="../tags/tag155.xml"/><Relationship Id="rId197" Type="http://schemas.openxmlformats.org/officeDocument/2006/relationships/tags" Target="../tags/tag197.xml"/><Relationship Id="rId362" Type="http://schemas.openxmlformats.org/officeDocument/2006/relationships/tags" Target="../tags/tag362.xml"/><Relationship Id="rId418" Type="http://schemas.openxmlformats.org/officeDocument/2006/relationships/tags" Target="../tags/tag418.xml"/><Relationship Id="rId625" Type="http://schemas.openxmlformats.org/officeDocument/2006/relationships/tags" Target="../tags/tag625.xml"/><Relationship Id="rId832" Type="http://schemas.openxmlformats.org/officeDocument/2006/relationships/tags" Target="../tags/tag832.xml"/><Relationship Id="rId222" Type="http://schemas.openxmlformats.org/officeDocument/2006/relationships/tags" Target="../tags/tag222.xml"/><Relationship Id="rId264" Type="http://schemas.openxmlformats.org/officeDocument/2006/relationships/tags" Target="../tags/tag264.xml"/><Relationship Id="rId471" Type="http://schemas.openxmlformats.org/officeDocument/2006/relationships/tags" Target="../tags/tag471.xml"/><Relationship Id="rId667" Type="http://schemas.openxmlformats.org/officeDocument/2006/relationships/tags" Target="../tags/tag667.xml"/><Relationship Id="rId17" Type="http://schemas.openxmlformats.org/officeDocument/2006/relationships/tags" Target="../tags/tag17.xml"/><Relationship Id="rId59" Type="http://schemas.openxmlformats.org/officeDocument/2006/relationships/tags" Target="../tags/tag59.xml"/><Relationship Id="rId124" Type="http://schemas.openxmlformats.org/officeDocument/2006/relationships/tags" Target="../tags/tag124.xml"/><Relationship Id="rId527" Type="http://schemas.openxmlformats.org/officeDocument/2006/relationships/tags" Target="../tags/tag527.xml"/><Relationship Id="rId569" Type="http://schemas.openxmlformats.org/officeDocument/2006/relationships/tags" Target="../tags/tag569.xml"/><Relationship Id="rId734" Type="http://schemas.openxmlformats.org/officeDocument/2006/relationships/tags" Target="../tags/tag734.xml"/><Relationship Id="rId776" Type="http://schemas.openxmlformats.org/officeDocument/2006/relationships/tags" Target="../tags/tag776.xml"/><Relationship Id="rId70" Type="http://schemas.openxmlformats.org/officeDocument/2006/relationships/tags" Target="../tags/tag70.xml"/><Relationship Id="rId166" Type="http://schemas.openxmlformats.org/officeDocument/2006/relationships/tags" Target="../tags/tag166.xml"/><Relationship Id="rId331" Type="http://schemas.openxmlformats.org/officeDocument/2006/relationships/tags" Target="../tags/tag331.xml"/><Relationship Id="rId373" Type="http://schemas.openxmlformats.org/officeDocument/2006/relationships/tags" Target="../tags/tag373.xml"/><Relationship Id="rId429" Type="http://schemas.openxmlformats.org/officeDocument/2006/relationships/tags" Target="../tags/tag429.xml"/><Relationship Id="rId580" Type="http://schemas.openxmlformats.org/officeDocument/2006/relationships/tags" Target="../tags/tag580.xml"/><Relationship Id="rId636" Type="http://schemas.openxmlformats.org/officeDocument/2006/relationships/tags" Target="../tags/tag636.xml"/><Relationship Id="rId801" Type="http://schemas.openxmlformats.org/officeDocument/2006/relationships/tags" Target="../tags/tag801.xml"/><Relationship Id="rId1" Type="http://schemas.openxmlformats.org/officeDocument/2006/relationships/tags" Target="../tags/tag1.xml"/><Relationship Id="rId233" Type="http://schemas.openxmlformats.org/officeDocument/2006/relationships/tags" Target="../tags/tag233.xml"/><Relationship Id="rId440" Type="http://schemas.openxmlformats.org/officeDocument/2006/relationships/tags" Target="../tags/tag440.xml"/><Relationship Id="rId678" Type="http://schemas.openxmlformats.org/officeDocument/2006/relationships/tags" Target="../tags/tag678.xml"/><Relationship Id="rId28" Type="http://schemas.openxmlformats.org/officeDocument/2006/relationships/tags" Target="../tags/tag28.xml"/><Relationship Id="rId275" Type="http://schemas.openxmlformats.org/officeDocument/2006/relationships/tags" Target="../tags/tag275.xml"/><Relationship Id="rId300" Type="http://schemas.openxmlformats.org/officeDocument/2006/relationships/tags" Target="../tags/tag300.xml"/><Relationship Id="rId482" Type="http://schemas.openxmlformats.org/officeDocument/2006/relationships/tags" Target="../tags/tag482.xml"/><Relationship Id="rId538" Type="http://schemas.openxmlformats.org/officeDocument/2006/relationships/tags" Target="../tags/tag538.xml"/><Relationship Id="rId703" Type="http://schemas.openxmlformats.org/officeDocument/2006/relationships/tags" Target="../tags/tag703.xml"/><Relationship Id="rId745" Type="http://schemas.openxmlformats.org/officeDocument/2006/relationships/tags" Target="../tags/tag745.xml"/><Relationship Id="rId81" Type="http://schemas.openxmlformats.org/officeDocument/2006/relationships/tags" Target="../tags/tag81.xml"/><Relationship Id="rId135" Type="http://schemas.openxmlformats.org/officeDocument/2006/relationships/tags" Target="../tags/tag135.xml"/><Relationship Id="rId177" Type="http://schemas.openxmlformats.org/officeDocument/2006/relationships/tags" Target="../tags/tag177.xml"/><Relationship Id="rId342" Type="http://schemas.openxmlformats.org/officeDocument/2006/relationships/tags" Target="../tags/tag342.xml"/><Relationship Id="rId384" Type="http://schemas.openxmlformats.org/officeDocument/2006/relationships/tags" Target="../tags/tag384.xml"/><Relationship Id="rId591" Type="http://schemas.openxmlformats.org/officeDocument/2006/relationships/tags" Target="../tags/tag591.xml"/><Relationship Id="rId605" Type="http://schemas.openxmlformats.org/officeDocument/2006/relationships/tags" Target="../tags/tag605.xml"/><Relationship Id="rId787" Type="http://schemas.openxmlformats.org/officeDocument/2006/relationships/tags" Target="../tags/tag787.xml"/><Relationship Id="rId812" Type="http://schemas.openxmlformats.org/officeDocument/2006/relationships/tags" Target="../tags/tag812.xml"/><Relationship Id="rId202" Type="http://schemas.openxmlformats.org/officeDocument/2006/relationships/tags" Target="../tags/tag202.xml"/><Relationship Id="rId244" Type="http://schemas.openxmlformats.org/officeDocument/2006/relationships/tags" Target="../tags/tag244.xml"/><Relationship Id="rId647" Type="http://schemas.openxmlformats.org/officeDocument/2006/relationships/tags" Target="../tags/tag647.xml"/><Relationship Id="rId689" Type="http://schemas.openxmlformats.org/officeDocument/2006/relationships/tags" Target="../tags/tag689.xml"/><Relationship Id="rId39" Type="http://schemas.openxmlformats.org/officeDocument/2006/relationships/tags" Target="../tags/tag39.xml"/><Relationship Id="rId286" Type="http://schemas.openxmlformats.org/officeDocument/2006/relationships/tags" Target="../tags/tag286.xml"/><Relationship Id="rId451" Type="http://schemas.openxmlformats.org/officeDocument/2006/relationships/tags" Target="../tags/tag451.xml"/><Relationship Id="rId493" Type="http://schemas.openxmlformats.org/officeDocument/2006/relationships/tags" Target="../tags/tag493.xml"/><Relationship Id="rId507" Type="http://schemas.openxmlformats.org/officeDocument/2006/relationships/tags" Target="../tags/tag507.xml"/><Relationship Id="rId549" Type="http://schemas.openxmlformats.org/officeDocument/2006/relationships/tags" Target="../tags/tag549.xml"/><Relationship Id="rId714" Type="http://schemas.openxmlformats.org/officeDocument/2006/relationships/tags" Target="../tags/tag714.xml"/><Relationship Id="rId756" Type="http://schemas.openxmlformats.org/officeDocument/2006/relationships/tags" Target="../tags/tag756.xml"/><Relationship Id="rId50" Type="http://schemas.openxmlformats.org/officeDocument/2006/relationships/tags" Target="../tags/tag50.xml"/><Relationship Id="rId104" Type="http://schemas.openxmlformats.org/officeDocument/2006/relationships/tags" Target="../tags/tag104.xml"/><Relationship Id="rId146" Type="http://schemas.openxmlformats.org/officeDocument/2006/relationships/tags" Target="../tags/tag146.xml"/><Relationship Id="rId188" Type="http://schemas.openxmlformats.org/officeDocument/2006/relationships/tags" Target="../tags/tag188.xml"/><Relationship Id="rId311" Type="http://schemas.openxmlformats.org/officeDocument/2006/relationships/tags" Target="../tags/tag311.xml"/><Relationship Id="rId353" Type="http://schemas.openxmlformats.org/officeDocument/2006/relationships/tags" Target="../tags/tag353.xml"/><Relationship Id="rId395" Type="http://schemas.openxmlformats.org/officeDocument/2006/relationships/tags" Target="../tags/tag395.xml"/><Relationship Id="rId409" Type="http://schemas.openxmlformats.org/officeDocument/2006/relationships/tags" Target="../tags/tag409.xml"/><Relationship Id="rId560" Type="http://schemas.openxmlformats.org/officeDocument/2006/relationships/tags" Target="../tags/tag560.xml"/><Relationship Id="rId798" Type="http://schemas.openxmlformats.org/officeDocument/2006/relationships/tags" Target="../tags/tag798.xml"/><Relationship Id="rId92" Type="http://schemas.openxmlformats.org/officeDocument/2006/relationships/tags" Target="../tags/tag92.xml"/><Relationship Id="rId213" Type="http://schemas.openxmlformats.org/officeDocument/2006/relationships/tags" Target="../tags/tag213.xml"/><Relationship Id="rId420" Type="http://schemas.openxmlformats.org/officeDocument/2006/relationships/tags" Target="../tags/tag420.xml"/><Relationship Id="rId616" Type="http://schemas.openxmlformats.org/officeDocument/2006/relationships/tags" Target="../tags/tag616.xml"/><Relationship Id="rId658" Type="http://schemas.openxmlformats.org/officeDocument/2006/relationships/tags" Target="../tags/tag658.xml"/><Relationship Id="rId823" Type="http://schemas.openxmlformats.org/officeDocument/2006/relationships/tags" Target="../tags/tag823.xml"/><Relationship Id="rId255" Type="http://schemas.openxmlformats.org/officeDocument/2006/relationships/tags" Target="../tags/tag255.xml"/><Relationship Id="rId297" Type="http://schemas.openxmlformats.org/officeDocument/2006/relationships/tags" Target="../tags/tag297.xml"/><Relationship Id="rId462" Type="http://schemas.openxmlformats.org/officeDocument/2006/relationships/tags" Target="../tags/tag462.xml"/><Relationship Id="rId518" Type="http://schemas.openxmlformats.org/officeDocument/2006/relationships/tags" Target="../tags/tag518.xml"/><Relationship Id="rId725" Type="http://schemas.openxmlformats.org/officeDocument/2006/relationships/tags" Target="../tags/tag725.xml"/><Relationship Id="rId115" Type="http://schemas.openxmlformats.org/officeDocument/2006/relationships/tags" Target="../tags/tag115.xml"/><Relationship Id="rId157" Type="http://schemas.openxmlformats.org/officeDocument/2006/relationships/tags" Target="../tags/tag157.xml"/><Relationship Id="rId322" Type="http://schemas.openxmlformats.org/officeDocument/2006/relationships/tags" Target="../tags/tag322.xml"/><Relationship Id="rId364" Type="http://schemas.openxmlformats.org/officeDocument/2006/relationships/tags" Target="../tags/tag364.xml"/><Relationship Id="rId767" Type="http://schemas.openxmlformats.org/officeDocument/2006/relationships/tags" Target="../tags/tag767.xml"/><Relationship Id="rId61" Type="http://schemas.openxmlformats.org/officeDocument/2006/relationships/tags" Target="../tags/tag61.xml"/><Relationship Id="rId199" Type="http://schemas.openxmlformats.org/officeDocument/2006/relationships/tags" Target="../tags/tag199.xml"/><Relationship Id="rId571" Type="http://schemas.openxmlformats.org/officeDocument/2006/relationships/tags" Target="../tags/tag571.xml"/><Relationship Id="rId627" Type="http://schemas.openxmlformats.org/officeDocument/2006/relationships/tags" Target="../tags/tag627.xml"/><Relationship Id="rId669" Type="http://schemas.openxmlformats.org/officeDocument/2006/relationships/tags" Target="../tags/tag669.xml"/><Relationship Id="rId834" Type="http://schemas.openxmlformats.org/officeDocument/2006/relationships/tags" Target="../tags/tag834.xml"/><Relationship Id="rId19" Type="http://schemas.openxmlformats.org/officeDocument/2006/relationships/tags" Target="../tags/tag19.xml"/><Relationship Id="rId224" Type="http://schemas.openxmlformats.org/officeDocument/2006/relationships/tags" Target="../tags/tag224.xml"/><Relationship Id="rId266" Type="http://schemas.openxmlformats.org/officeDocument/2006/relationships/tags" Target="../tags/tag266.xml"/><Relationship Id="rId431" Type="http://schemas.openxmlformats.org/officeDocument/2006/relationships/tags" Target="../tags/tag431.xml"/><Relationship Id="rId473" Type="http://schemas.openxmlformats.org/officeDocument/2006/relationships/tags" Target="../tags/tag473.xml"/><Relationship Id="rId529" Type="http://schemas.openxmlformats.org/officeDocument/2006/relationships/tags" Target="../tags/tag529.xml"/><Relationship Id="rId680" Type="http://schemas.openxmlformats.org/officeDocument/2006/relationships/tags" Target="../tags/tag680.xml"/><Relationship Id="rId736" Type="http://schemas.openxmlformats.org/officeDocument/2006/relationships/tags" Target="../tags/tag736.xml"/><Relationship Id="rId30" Type="http://schemas.openxmlformats.org/officeDocument/2006/relationships/tags" Target="../tags/tag30.xml"/><Relationship Id="rId126" Type="http://schemas.openxmlformats.org/officeDocument/2006/relationships/tags" Target="../tags/tag126.xml"/><Relationship Id="rId168" Type="http://schemas.openxmlformats.org/officeDocument/2006/relationships/tags" Target="../tags/tag168.xml"/><Relationship Id="rId333" Type="http://schemas.openxmlformats.org/officeDocument/2006/relationships/tags" Target="../tags/tag333.xml"/><Relationship Id="rId540" Type="http://schemas.openxmlformats.org/officeDocument/2006/relationships/tags" Target="../tags/tag540.xml"/><Relationship Id="rId778" Type="http://schemas.openxmlformats.org/officeDocument/2006/relationships/tags" Target="../tags/tag778.xml"/><Relationship Id="rId72" Type="http://schemas.openxmlformats.org/officeDocument/2006/relationships/tags" Target="../tags/tag72.xml"/><Relationship Id="rId375" Type="http://schemas.openxmlformats.org/officeDocument/2006/relationships/tags" Target="../tags/tag375.xml"/><Relationship Id="rId582" Type="http://schemas.openxmlformats.org/officeDocument/2006/relationships/tags" Target="../tags/tag582.xml"/><Relationship Id="rId638" Type="http://schemas.openxmlformats.org/officeDocument/2006/relationships/tags" Target="../tags/tag638.xml"/><Relationship Id="rId803" Type="http://schemas.openxmlformats.org/officeDocument/2006/relationships/tags" Target="../tags/tag803.xml"/><Relationship Id="rId3" Type="http://schemas.openxmlformats.org/officeDocument/2006/relationships/tags" Target="../tags/tag3.xml"/><Relationship Id="rId235" Type="http://schemas.openxmlformats.org/officeDocument/2006/relationships/tags" Target="../tags/tag235.xml"/><Relationship Id="rId277" Type="http://schemas.openxmlformats.org/officeDocument/2006/relationships/tags" Target="../tags/tag277.xml"/><Relationship Id="rId400" Type="http://schemas.openxmlformats.org/officeDocument/2006/relationships/tags" Target="../tags/tag400.xml"/><Relationship Id="rId442" Type="http://schemas.openxmlformats.org/officeDocument/2006/relationships/tags" Target="../tags/tag442.xml"/><Relationship Id="rId484" Type="http://schemas.openxmlformats.org/officeDocument/2006/relationships/tags" Target="../tags/tag484.xml"/><Relationship Id="rId705" Type="http://schemas.openxmlformats.org/officeDocument/2006/relationships/tags" Target="../tags/tag705.xml"/><Relationship Id="rId137" Type="http://schemas.openxmlformats.org/officeDocument/2006/relationships/tags" Target="../tags/tag137.xml"/><Relationship Id="rId302" Type="http://schemas.openxmlformats.org/officeDocument/2006/relationships/tags" Target="../tags/tag302.xml"/><Relationship Id="rId344" Type="http://schemas.openxmlformats.org/officeDocument/2006/relationships/tags" Target="../tags/tag344.xml"/><Relationship Id="rId691" Type="http://schemas.openxmlformats.org/officeDocument/2006/relationships/tags" Target="../tags/tag691.xml"/><Relationship Id="rId747" Type="http://schemas.openxmlformats.org/officeDocument/2006/relationships/tags" Target="../tags/tag747.xml"/><Relationship Id="rId789" Type="http://schemas.openxmlformats.org/officeDocument/2006/relationships/tags" Target="../tags/tag789.xml"/><Relationship Id="rId41" Type="http://schemas.openxmlformats.org/officeDocument/2006/relationships/tags" Target="../tags/tag41.xml"/><Relationship Id="rId83" Type="http://schemas.openxmlformats.org/officeDocument/2006/relationships/tags" Target="../tags/tag83.xml"/><Relationship Id="rId179" Type="http://schemas.openxmlformats.org/officeDocument/2006/relationships/tags" Target="../tags/tag179.xml"/><Relationship Id="rId386" Type="http://schemas.openxmlformats.org/officeDocument/2006/relationships/tags" Target="../tags/tag386.xml"/><Relationship Id="rId551" Type="http://schemas.openxmlformats.org/officeDocument/2006/relationships/tags" Target="../tags/tag551.xml"/><Relationship Id="rId593" Type="http://schemas.openxmlformats.org/officeDocument/2006/relationships/tags" Target="../tags/tag593.xml"/><Relationship Id="rId607" Type="http://schemas.openxmlformats.org/officeDocument/2006/relationships/tags" Target="../tags/tag607.xml"/><Relationship Id="rId649" Type="http://schemas.openxmlformats.org/officeDocument/2006/relationships/tags" Target="../tags/tag649.xml"/><Relationship Id="rId814" Type="http://schemas.openxmlformats.org/officeDocument/2006/relationships/tags" Target="../tags/tag814.xml"/><Relationship Id="rId190" Type="http://schemas.openxmlformats.org/officeDocument/2006/relationships/tags" Target="../tags/tag190.xml"/><Relationship Id="rId204" Type="http://schemas.openxmlformats.org/officeDocument/2006/relationships/tags" Target="../tags/tag204.xml"/><Relationship Id="rId246" Type="http://schemas.openxmlformats.org/officeDocument/2006/relationships/tags" Target="../tags/tag246.xml"/><Relationship Id="rId288" Type="http://schemas.openxmlformats.org/officeDocument/2006/relationships/tags" Target="../tags/tag288.xml"/><Relationship Id="rId411" Type="http://schemas.openxmlformats.org/officeDocument/2006/relationships/tags" Target="../tags/tag411.xml"/><Relationship Id="rId453" Type="http://schemas.openxmlformats.org/officeDocument/2006/relationships/tags" Target="../tags/tag453.xml"/><Relationship Id="rId509" Type="http://schemas.openxmlformats.org/officeDocument/2006/relationships/tags" Target="../tags/tag509.xml"/><Relationship Id="rId660" Type="http://schemas.openxmlformats.org/officeDocument/2006/relationships/tags" Target="../tags/tag660.xml"/><Relationship Id="rId106" Type="http://schemas.openxmlformats.org/officeDocument/2006/relationships/tags" Target="../tags/tag106.xml"/><Relationship Id="rId313" Type="http://schemas.openxmlformats.org/officeDocument/2006/relationships/tags" Target="../tags/tag313.xml"/><Relationship Id="rId495" Type="http://schemas.openxmlformats.org/officeDocument/2006/relationships/tags" Target="../tags/tag495.xml"/><Relationship Id="rId716" Type="http://schemas.openxmlformats.org/officeDocument/2006/relationships/tags" Target="../tags/tag716.xml"/><Relationship Id="rId758" Type="http://schemas.openxmlformats.org/officeDocument/2006/relationships/tags" Target="../tags/tag758.xml"/><Relationship Id="rId10" Type="http://schemas.openxmlformats.org/officeDocument/2006/relationships/tags" Target="../tags/tag10.xml"/><Relationship Id="rId52" Type="http://schemas.openxmlformats.org/officeDocument/2006/relationships/tags" Target="../tags/tag52.xml"/><Relationship Id="rId94" Type="http://schemas.openxmlformats.org/officeDocument/2006/relationships/tags" Target="../tags/tag94.xml"/><Relationship Id="rId148" Type="http://schemas.openxmlformats.org/officeDocument/2006/relationships/tags" Target="../tags/tag148.xml"/><Relationship Id="rId355" Type="http://schemas.openxmlformats.org/officeDocument/2006/relationships/tags" Target="../tags/tag355.xml"/><Relationship Id="rId397" Type="http://schemas.openxmlformats.org/officeDocument/2006/relationships/tags" Target="../tags/tag397.xml"/><Relationship Id="rId520" Type="http://schemas.openxmlformats.org/officeDocument/2006/relationships/tags" Target="../tags/tag520.xml"/><Relationship Id="rId562" Type="http://schemas.openxmlformats.org/officeDocument/2006/relationships/tags" Target="../tags/tag562.xml"/><Relationship Id="rId618" Type="http://schemas.openxmlformats.org/officeDocument/2006/relationships/tags" Target="../tags/tag618.xml"/><Relationship Id="rId825" Type="http://schemas.openxmlformats.org/officeDocument/2006/relationships/tags" Target="../tags/tag825.xml"/><Relationship Id="rId215" Type="http://schemas.openxmlformats.org/officeDocument/2006/relationships/tags" Target="../tags/tag215.xml"/><Relationship Id="rId257" Type="http://schemas.openxmlformats.org/officeDocument/2006/relationships/tags" Target="../tags/tag257.xml"/><Relationship Id="rId422" Type="http://schemas.openxmlformats.org/officeDocument/2006/relationships/tags" Target="../tags/tag422.xml"/><Relationship Id="rId464" Type="http://schemas.openxmlformats.org/officeDocument/2006/relationships/tags" Target="../tags/tag464.xml"/><Relationship Id="rId299" Type="http://schemas.openxmlformats.org/officeDocument/2006/relationships/tags" Target="../tags/tag299.xml"/><Relationship Id="rId727" Type="http://schemas.openxmlformats.org/officeDocument/2006/relationships/tags" Target="../tags/tag727.xml"/><Relationship Id="rId63" Type="http://schemas.openxmlformats.org/officeDocument/2006/relationships/tags" Target="../tags/tag63.xml"/><Relationship Id="rId159" Type="http://schemas.openxmlformats.org/officeDocument/2006/relationships/tags" Target="../tags/tag159.xml"/><Relationship Id="rId366" Type="http://schemas.openxmlformats.org/officeDocument/2006/relationships/tags" Target="../tags/tag366.xml"/><Relationship Id="rId573" Type="http://schemas.openxmlformats.org/officeDocument/2006/relationships/tags" Target="../tags/tag573.xml"/><Relationship Id="rId780" Type="http://schemas.openxmlformats.org/officeDocument/2006/relationships/tags" Target="../tags/tag780.xml"/><Relationship Id="rId226" Type="http://schemas.openxmlformats.org/officeDocument/2006/relationships/tags" Target="../tags/tag226.xml"/><Relationship Id="rId433" Type="http://schemas.openxmlformats.org/officeDocument/2006/relationships/tags" Target="../tags/tag433.xml"/><Relationship Id="rId640" Type="http://schemas.openxmlformats.org/officeDocument/2006/relationships/tags" Target="../tags/tag640.xml"/><Relationship Id="rId738" Type="http://schemas.openxmlformats.org/officeDocument/2006/relationships/tags" Target="../tags/tag738.xml"/><Relationship Id="rId74" Type="http://schemas.openxmlformats.org/officeDocument/2006/relationships/tags" Target="../tags/tag74.xml"/><Relationship Id="rId377" Type="http://schemas.openxmlformats.org/officeDocument/2006/relationships/tags" Target="../tags/tag377.xml"/><Relationship Id="rId500" Type="http://schemas.openxmlformats.org/officeDocument/2006/relationships/tags" Target="../tags/tag500.xml"/><Relationship Id="rId584" Type="http://schemas.openxmlformats.org/officeDocument/2006/relationships/tags" Target="../tags/tag584.xml"/><Relationship Id="rId805" Type="http://schemas.openxmlformats.org/officeDocument/2006/relationships/tags" Target="../tags/tag805.xml"/><Relationship Id="rId5" Type="http://schemas.openxmlformats.org/officeDocument/2006/relationships/tags" Target="../tags/tag5.xml"/><Relationship Id="rId237" Type="http://schemas.openxmlformats.org/officeDocument/2006/relationships/tags" Target="../tags/tag237.xml"/><Relationship Id="rId791" Type="http://schemas.openxmlformats.org/officeDocument/2006/relationships/tags" Target="../tags/tag791.xml"/><Relationship Id="rId444" Type="http://schemas.openxmlformats.org/officeDocument/2006/relationships/tags" Target="../tags/tag444.xml"/><Relationship Id="rId651" Type="http://schemas.openxmlformats.org/officeDocument/2006/relationships/tags" Target="../tags/tag651.xml"/><Relationship Id="rId749" Type="http://schemas.openxmlformats.org/officeDocument/2006/relationships/tags" Target="../tags/tag749.xml"/><Relationship Id="rId290" Type="http://schemas.openxmlformats.org/officeDocument/2006/relationships/tags" Target="../tags/tag290.xml"/><Relationship Id="rId304" Type="http://schemas.openxmlformats.org/officeDocument/2006/relationships/tags" Target="../tags/tag304.xml"/><Relationship Id="rId388" Type="http://schemas.openxmlformats.org/officeDocument/2006/relationships/tags" Target="../tags/tag388.xml"/><Relationship Id="rId511" Type="http://schemas.openxmlformats.org/officeDocument/2006/relationships/tags" Target="../tags/tag511.xml"/><Relationship Id="rId609" Type="http://schemas.openxmlformats.org/officeDocument/2006/relationships/tags" Target="../tags/tag609.xml"/><Relationship Id="rId85" Type="http://schemas.openxmlformats.org/officeDocument/2006/relationships/tags" Target="../tags/tag85.xml"/><Relationship Id="rId150" Type="http://schemas.openxmlformats.org/officeDocument/2006/relationships/tags" Target="../tags/tag150.xml"/><Relationship Id="rId595" Type="http://schemas.openxmlformats.org/officeDocument/2006/relationships/tags" Target="../tags/tag595.xml"/><Relationship Id="rId816" Type="http://schemas.openxmlformats.org/officeDocument/2006/relationships/tags" Target="../tags/tag816.xml"/><Relationship Id="rId248" Type="http://schemas.openxmlformats.org/officeDocument/2006/relationships/tags" Target="../tags/tag248.xml"/><Relationship Id="rId455" Type="http://schemas.openxmlformats.org/officeDocument/2006/relationships/tags" Target="../tags/tag455.xml"/><Relationship Id="rId662" Type="http://schemas.openxmlformats.org/officeDocument/2006/relationships/tags" Target="../tags/tag662.xml"/><Relationship Id="rId12" Type="http://schemas.openxmlformats.org/officeDocument/2006/relationships/tags" Target="../tags/tag12.xml"/><Relationship Id="rId108" Type="http://schemas.openxmlformats.org/officeDocument/2006/relationships/tags" Target="../tags/tag108.xml"/><Relationship Id="rId315" Type="http://schemas.openxmlformats.org/officeDocument/2006/relationships/tags" Target="../tags/tag315.xml"/><Relationship Id="rId522" Type="http://schemas.openxmlformats.org/officeDocument/2006/relationships/tags" Target="../tags/tag522.xml"/><Relationship Id="rId96" Type="http://schemas.openxmlformats.org/officeDocument/2006/relationships/tags" Target="../tags/tag96.xml"/><Relationship Id="rId161" Type="http://schemas.openxmlformats.org/officeDocument/2006/relationships/tags" Target="../tags/tag161.xml"/><Relationship Id="rId399" Type="http://schemas.openxmlformats.org/officeDocument/2006/relationships/tags" Target="../tags/tag399.xml"/><Relationship Id="rId827" Type="http://schemas.openxmlformats.org/officeDocument/2006/relationships/tags" Target="../tags/tag827.xml"/></Relationships>
</file>

<file path=ppt/slides/_rels/slide14.xml.rels><?xml version="1.0" encoding="UTF-8" standalone="yes"?>
<Relationships xmlns="http://schemas.openxmlformats.org/package/2006/relationships"><Relationship Id="rId8" Type="http://schemas.openxmlformats.org/officeDocument/2006/relationships/tags" Target="../tags/tag847.xml"/><Relationship Id="rId13" Type="http://schemas.openxmlformats.org/officeDocument/2006/relationships/tags" Target="../tags/tag852.xml"/><Relationship Id="rId18" Type="http://schemas.openxmlformats.org/officeDocument/2006/relationships/tags" Target="../tags/tag857.xml"/><Relationship Id="rId26" Type="http://schemas.openxmlformats.org/officeDocument/2006/relationships/tags" Target="../tags/tag865.xml"/><Relationship Id="rId3" Type="http://schemas.openxmlformats.org/officeDocument/2006/relationships/tags" Target="../tags/tag842.xml"/><Relationship Id="rId21" Type="http://schemas.openxmlformats.org/officeDocument/2006/relationships/tags" Target="../tags/tag860.xml"/><Relationship Id="rId34" Type="http://schemas.openxmlformats.org/officeDocument/2006/relationships/tags" Target="../tags/tag873.xml"/><Relationship Id="rId7" Type="http://schemas.openxmlformats.org/officeDocument/2006/relationships/tags" Target="../tags/tag846.xml"/><Relationship Id="rId12" Type="http://schemas.openxmlformats.org/officeDocument/2006/relationships/tags" Target="../tags/tag851.xml"/><Relationship Id="rId17" Type="http://schemas.openxmlformats.org/officeDocument/2006/relationships/tags" Target="../tags/tag856.xml"/><Relationship Id="rId25" Type="http://schemas.openxmlformats.org/officeDocument/2006/relationships/tags" Target="../tags/tag864.xml"/><Relationship Id="rId33" Type="http://schemas.openxmlformats.org/officeDocument/2006/relationships/tags" Target="../tags/tag872.xml"/><Relationship Id="rId2" Type="http://schemas.openxmlformats.org/officeDocument/2006/relationships/tags" Target="../tags/tag841.xml"/><Relationship Id="rId16" Type="http://schemas.openxmlformats.org/officeDocument/2006/relationships/tags" Target="../tags/tag855.xml"/><Relationship Id="rId20" Type="http://schemas.openxmlformats.org/officeDocument/2006/relationships/tags" Target="../tags/tag859.xml"/><Relationship Id="rId29" Type="http://schemas.openxmlformats.org/officeDocument/2006/relationships/tags" Target="../tags/tag868.xml"/><Relationship Id="rId1" Type="http://schemas.openxmlformats.org/officeDocument/2006/relationships/tags" Target="../tags/tag840.xml"/><Relationship Id="rId6" Type="http://schemas.openxmlformats.org/officeDocument/2006/relationships/tags" Target="../tags/tag845.xml"/><Relationship Id="rId11" Type="http://schemas.openxmlformats.org/officeDocument/2006/relationships/tags" Target="../tags/tag850.xml"/><Relationship Id="rId24" Type="http://schemas.openxmlformats.org/officeDocument/2006/relationships/tags" Target="../tags/tag863.xml"/><Relationship Id="rId32" Type="http://schemas.openxmlformats.org/officeDocument/2006/relationships/tags" Target="../tags/tag871.xml"/><Relationship Id="rId5" Type="http://schemas.openxmlformats.org/officeDocument/2006/relationships/tags" Target="../tags/tag844.xml"/><Relationship Id="rId15" Type="http://schemas.openxmlformats.org/officeDocument/2006/relationships/tags" Target="../tags/tag854.xml"/><Relationship Id="rId23" Type="http://schemas.openxmlformats.org/officeDocument/2006/relationships/tags" Target="../tags/tag862.xml"/><Relationship Id="rId28" Type="http://schemas.openxmlformats.org/officeDocument/2006/relationships/tags" Target="../tags/tag867.xml"/><Relationship Id="rId10" Type="http://schemas.openxmlformats.org/officeDocument/2006/relationships/tags" Target="../tags/tag849.xml"/><Relationship Id="rId19" Type="http://schemas.openxmlformats.org/officeDocument/2006/relationships/tags" Target="../tags/tag858.xml"/><Relationship Id="rId31" Type="http://schemas.openxmlformats.org/officeDocument/2006/relationships/tags" Target="../tags/tag870.xml"/><Relationship Id="rId4" Type="http://schemas.openxmlformats.org/officeDocument/2006/relationships/tags" Target="../tags/tag843.xml"/><Relationship Id="rId9" Type="http://schemas.openxmlformats.org/officeDocument/2006/relationships/tags" Target="../tags/tag848.xml"/><Relationship Id="rId14" Type="http://schemas.openxmlformats.org/officeDocument/2006/relationships/tags" Target="../tags/tag853.xml"/><Relationship Id="rId22" Type="http://schemas.openxmlformats.org/officeDocument/2006/relationships/tags" Target="../tags/tag861.xml"/><Relationship Id="rId27" Type="http://schemas.openxmlformats.org/officeDocument/2006/relationships/tags" Target="../tags/tag866.xml"/><Relationship Id="rId30" Type="http://schemas.openxmlformats.org/officeDocument/2006/relationships/tags" Target="../tags/tag869.xml"/><Relationship Id="rId35"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tags" Target="../tags/tag881.xml"/><Relationship Id="rId13" Type="http://schemas.openxmlformats.org/officeDocument/2006/relationships/tags" Target="../tags/tag886.xml"/><Relationship Id="rId18" Type="http://schemas.openxmlformats.org/officeDocument/2006/relationships/tags" Target="../tags/tag891.xml"/><Relationship Id="rId26" Type="http://schemas.openxmlformats.org/officeDocument/2006/relationships/tags" Target="../tags/tag899.xml"/><Relationship Id="rId3" Type="http://schemas.openxmlformats.org/officeDocument/2006/relationships/tags" Target="../tags/tag876.xml"/><Relationship Id="rId21" Type="http://schemas.openxmlformats.org/officeDocument/2006/relationships/tags" Target="../tags/tag894.xml"/><Relationship Id="rId34" Type="http://schemas.openxmlformats.org/officeDocument/2006/relationships/tags" Target="../tags/tag907.xml"/><Relationship Id="rId7" Type="http://schemas.openxmlformats.org/officeDocument/2006/relationships/tags" Target="../tags/tag880.xml"/><Relationship Id="rId12" Type="http://schemas.openxmlformats.org/officeDocument/2006/relationships/tags" Target="../tags/tag885.xml"/><Relationship Id="rId17" Type="http://schemas.openxmlformats.org/officeDocument/2006/relationships/tags" Target="../tags/tag890.xml"/><Relationship Id="rId25" Type="http://schemas.openxmlformats.org/officeDocument/2006/relationships/tags" Target="../tags/tag898.xml"/><Relationship Id="rId33" Type="http://schemas.openxmlformats.org/officeDocument/2006/relationships/tags" Target="../tags/tag906.xml"/><Relationship Id="rId2" Type="http://schemas.openxmlformats.org/officeDocument/2006/relationships/tags" Target="../tags/tag875.xml"/><Relationship Id="rId16" Type="http://schemas.openxmlformats.org/officeDocument/2006/relationships/tags" Target="../tags/tag889.xml"/><Relationship Id="rId20" Type="http://schemas.openxmlformats.org/officeDocument/2006/relationships/tags" Target="../tags/tag893.xml"/><Relationship Id="rId29" Type="http://schemas.openxmlformats.org/officeDocument/2006/relationships/tags" Target="../tags/tag902.xml"/><Relationship Id="rId1" Type="http://schemas.openxmlformats.org/officeDocument/2006/relationships/tags" Target="../tags/tag874.xml"/><Relationship Id="rId6" Type="http://schemas.openxmlformats.org/officeDocument/2006/relationships/tags" Target="../tags/tag879.xml"/><Relationship Id="rId11" Type="http://schemas.openxmlformats.org/officeDocument/2006/relationships/tags" Target="../tags/tag884.xml"/><Relationship Id="rId24" Type="http://schemas.openxmlformats.org/officeDocument/2006/relationships/tags" Target="../tags/tag897.xml"/><Relationship Id="rId32" Type="http://schemas.openxmlformats.org/officeDocument/2006/relationships/tags" Target="../tags/tag905.xml"/><Relationship Id="rId5" Type="http://schemas.openxmlformats.org/officeDocument/2006/relationships/tags" Target="../tags/tag878.xml"/><Relationship Id="rId15" Type="http://schemas.openxmlformats.org/officeDocument/2006/relationships/tags" Target="../tags/tag888.xml"/><Relationship Id="rId23" Type="http://schemas.openxmlformats.org/officeDocument/2006/relationships/tags" Target="../tags/tag896.xml"/><Relationship Id="rId28" Type="http://schemas.openxmlformats.org/officeDocument/2006/relationships/tags" Target="../tags/tag901.xml"/><Relationship Id="rId10" Type="http://schemas.openxmlformats.org/officeDocument/2006/relationships/tags" Target="../tags/tag883.xml"/><Relationship Id="rId19" Type="http://schemas.openxmlformats.org/officeDocument/2006/relationships/tags" Target="../tags/tag892.xml"/><Relationship Id="rId31" Type="http://schemas.openxmlformats.org/officeDocument/2006/relationships/tags" Target="../tags/tag904.xml"/><Relationship Id="rId4" Type="http://schemas.openxmlformats.org/officeDocument/2006/relationships/tags" Target="../tags/tag877.xml"/><Relationship Id="rId9" Type="http://schemas.openxmlformats.org/officeDocument/2006/relationships/tags" Target="../tags/tag882.xml"/><Relationship Id="rId14" Type="http://schemas.openxmlformats.org/officeDocument/2006/relationships/tags" Target="../tags/tag887.xml"/><Relationship Id="rId22" Type="http://schemas.openxmlformats.org/officeDocument/2006/relationships/tags" Target="../tags/tag895.xml"/><Relationship Id="rId27" Type="http://schemas.openxmlformats.org/officeDocument/2006/relationships/tags" Target="../tags/tag900.xml"/><Relationship Id="rId30" Type="http://schemas.openxmlformats.org/officeDocument/2006/relationships/tags" Target="../tags/tag903.xml"/><Relationship Id="rId35"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915.xml"/><Relationship Id="rId13" Type="http://schemas.openxmlformats.org/officeDocument/2006/relationships/tags" Target="../tags/tag920.xml"/><Relationship Id="rId18" Type="http://schemas.openxmlformats.org/officeDocument/2006/relationships/tags" Target="../tags/tag925.xml"/><Relationship Id="rId26" Type="http://schemas.openxmlformats.org/officeDocument/2006/relationships/tags" Target="../tags/tag933.xml"/><Relationship Id="rId3" Type="http://schemas.openxmlformats.org/officeDocument/2006/relationships/tags" Target="../tags/tag910.xml"/><Relationship Id="rId21" Type="http://schemas.openxmlformats.org/officeDocument/2006/relationships/tags" Target="../tags/tag928.xml"/><Relationship Id="rId7" Type="http://schemas.openxmlformats.org/officeDocument/2006/relationships/tags" Target="../tags/tag914.xml"/><Relationship Id="rId12" Type="http://schemas.openxmlformats.org/officeDocument/2006/relationships/tags" Target="../tags/tag919.xml"/><Relationship Id="rId17" Type="http://schemas.openxmlformats.org/officeDocument/2006/relationships/tags" Target="../tags/tag924.xml"/><Relationship Id="rId25" Type="http://schemas.openxmlformats.org/officeDocument/2006/relationships/tags" Target="../tags/tag932.xml"/><Relationship Id="rId33" Type="http://schemas.openxmlformats.org/officeDocument/2006/relationships/slideLayout" Target="../slideLayouts/slideLayout13.xml"/><Relationship Id="rId2" Type="http://schemas.openxmlformats.org/officeDocument/2006/relationships/tags" Target="../tags/tag909.xml"/><Relationship Id="rId16" Type="http://schemas.openxmlformats.org/officeDocument/2006/relationships/tags" Target="../tags/tag923.xml"/><Relationship Id="rId20" Type="http://schemas.openxmlformats.org/officeDocument/2006/relationships/tags" Target="../tags/tag927.xml"/><Relationship Id="rId29" Type="http://schemas.openxmlformats.org/officeDocument/2006/relationships/tags" Target="../tags/tag936.xml"/><Relationship Id="rId1" Type="http://schemas.openxmlformats.org/officeDocument/2006/relationships/tags" Target="../tags/tag908.xml"/><Relationship Id="rId6" Type="http://schemas.openxmlformats.org/officeDocument/2006/relationships/tags" Target="../tags/tag913.xml"/><Relationship Id="rId11" Type="http://schemas.openxmlformats.org/officeDocument/2006/relationships/tags" Target="../tags/tag918.xml"/><Relationship Id="rId24" Type="http://schemas.openxmlformats.org/officeDocument/2006/relationships/tags" Target="../tags/tag931.xml"/><Relationship Id="rId32" Type="http://schemas.openxmlformats.org/officeDocument/2006/relationships/tags" Target="../tags/tag939.xml"/><Relationship Id="rId5" Type="http://schemas.openxmlformats.org/officeDocument/2006/relationships/tags" Target="../tags/tag912.xml"/><Relationship Id="rId15" Type="http://schemas.openxmlformats.org/officeDocument/2006/relationships/tags" Target="../tags/tag922.xml"/><Relationship Id="rId23" Type="http://schemas.openxmlformats.org/officeDocument/2006/relationships/tags" Target="../tags/tag930.xml"/><Relationship Id="rId28" Type="http://schemas.openxmlformats.org/officeDocument/2006/relationships/tags" Target="../tags/tag935.xml"/><Relationship Id="rId10" Type="http://schemas.openxmlformats.org/officeDocument/2006/relationships/tags" Target="../tags/tag917.xml"/><Relationship Id="rId19" Type="http://schemas.openxmlformats.org/officeDocument/2006/relationships/tags" Target="../tags/tag926.xml"/><Relationship Id="rId31" Type="http://schemas.openxmlformats.org/officeDocument/2006/relationships/tags" Target="../tags/tag938.xml"/><Relationship Id="rId4" Type="http://schemas.openxmlformats.org/officeDocument/2006/relationships/tags" Target="../tags/tag911.xml"/><Relationship Id="rId9" Type="http://schemas.openxmlformats.org/officeDocument/2006/relationships/tags" Target="../tags/tag916.xml"/><Relationship Id="rId14" Type="http://schemas.openxmlformats.org/officeDocument/2006/relationships/tags" Target="../tags/tag921.xml"/><Relationship Id="rId22" Type="http://schemas.openxmlformats.org/officeDocument/2006/relationships/tags" Target="../tags/tag929.xml"/><Relationship Id="rId27" Type="http://schemas.openxmlformats.org/officeDocument/2006/relationships/tags" Target="../tags/tag934.xml"/><Relationship Id="rId30" Type="http://schemas.openxmlformats.org/officeDocument/2006/relationships/tags" Target="../tags/tag937.xml"/></Relationships>
</file>

<file path=ppt/slides/_rels/slide36.xml.rels><?xml version="1.0" encoding="UTF-8" standalone="yes"?>
<Relationships xmlns="http://schemas.openxmlformats.org/package/2006/relationships"><Relationship Id="rId8" Type="http://schemas.openxmlformats.org/officeDocument/2006/relationships/tags" Target="../tags/tag947.xml"/><Relationship Id="rId13" Type="http://schemas.openxmlformats.org/officeDocument/2006/relationships/tags" Target="../tags/tag952.xml"/><Relationship Id="rId18" Type="http://schemas.openxmlformats.org/officeDocument/2006/relationships/tags" Target="../tags/tag957.xml"/><Relationship Id="rId26" Type="http://schemas.openxmlformats.org/officeDocument/2006/relationships/tags" Target="../tags/tag965.xml"/><Relationship Id="rId3" Type="http://schemas.openxmlformats.org/officeDocument/2006/relationships/tags" Target="../tags/tag942.xml"/><Relationship Id="rId21" Type="http://schemas.openxmlformats.org/officeDocument/2006/relationships/tags" Target="../tags/tag960.xml"/><Relationship Id="rId7" Type="http://schemas.openxmlformats.org/officeDocument/2006/relationships/tags" Target="../tags/tag946.xml"/><Relationship Id="rId12" Type="http://schemas.openxmlformats.org/officeDocument/2006/relationships/tags" Target="../tags/tag951.xml"/><Relationship Id="rId17" Type="http://schemas.openxmlformats.org/officeDocument/2006/relationships/tags" Target="../tags/tag956.xml"/><Relationship Id="rId25" Type="http://schemas.openxmlformats.org/officeDocument/2006/relationships/tags" Target="../tags/tag964.xml"/><Relationship Id="rId33" Type="http://schemas.openxmlformats.org/officeDocument/2006/relationships/slideLayout" Target="../slideLayouts/slideLayout13.xml"/><Relationship Id="rId2" Type="http://schemas.openxmlformats.org/officeDocument/2006/relationships/tags" Target="../tags/tag941.xml"/><Relationship Id="rId16" Type="http://schemas.openxmlformats.org/officeDocument/2006/relationships/tags" Target="../tags/tag955.xml"/><Relationship Id="rId20" Type="http://schemas.openxmlformats.org/officeDocument/2006/relationships/tags" Target="../tags/tag959.xml"/><Relationship Id="rId29" Type="http://schemas.openxmlformats.org/officeDocument/2006/relationships/tags" Target="../tags/tag968.xml"/><Relationship Id="rId1" Type="http://schemas.openxmlformats.org/officeDocument/2006/relationships/tags" Target="../tags/tag940.xml"/><Relationship Id="rId6" Type="http://schemas.openxmlformats.org/officeDocument/2006/relationships/tags" Target="../tags/tag945.xml"/><Relationship Id="rId11" Type="http://schemas.openxmlformats.org/officeDocument/2006/relationships/tags" Target="../tags/tag950.xml"/><Relationship Id="rId24" Type="http://schemas.openxmlformats.org/officeDocument/2006/relationships/tags" Target="../tags/tag963.xml"/><Relationship Id="rId32" Type="http://schemas.openxmlformats.org/officeDocument/2006/relationships/tags" Target="../tags/tag971.xml"/><Relationship Id="rId5" Type="http://schemas.openxmlformats.org/officeDocument/2006/relationships/tags" Target="../tags/tag944.xml"/><Relationship Id="rId15" Type="http://schemas.openxmlformats.org/officeDocument/2006/relationships/tags" Target="../tags/tag954.xml"/><Relationship Id="rId23" Type="http://schemas.openxmlformats.org/officeDocument/2006/relationships/tags" Target="../tags/tag962.xml"/><Relationship Id="rId28" Type="http://schemas.openxmlformats.org/officeDocument/2006/relationships/tags" Target="../tags/tag967.xml"/><Relationship Id="rId10" Type="http://schemas.openxmlformats.org/officeDocument/2006/relationships/tags" Target="../tags/tag949.xml"/><Relationship Id="rId19" Type="http://schemas.openxmlformats.org/officeDocument/2006/relationships/tags" Target="../tags/tag958.xml"/><Relationship Id="rId31" Type="http://schemas.openxmlformats.org/officeDocument/2006/relationships/tags" Target="../tags/tag970.xml"/><Relationship Id="rId4" Type="http://schemas.openxmlformats.org/officeDocument/2006/relationships/tags" Target="../tags/tag943.xml"/><Relationship Id="rId9" Type="http://schemas.openxmlformats.org/officeDocument/2006/relationships/tags" Target="../tags/tag948.xml"/><Relationship Id="rId14" Type="http://schemas.openxmlformats.org/officeDocument/2006/relationships/tags" Target="../tags/tag953.xml"/><Relationship Id="rId22" Type="http://schemas.openxmlformats.org/officeDocument/2006/relationships/tags" Target="../tags/tag961.xml"/><Relationship Id="rId27" Type="http://schemas.openxmlformats.org/officeDocument/2006/relationships/tags" Target="../tags/tag966.xml"/><Relationship Id="rId30" Type="http://schemas.openxmlformats.org/officeDocument/2006/relationships/tags" Target="../tags/tag969.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arxiv.org/abs/2402.14875" TargetMode="External"/><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britishelectionstudy.com/bes-resources/coding-the-single-most-important-issue/"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https://www.britishelectionstudy.com/bes-resources/coding-the-single-most-important-issue/"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onlinelibrary.wiley.com/doi/10.1111/ajps.70050"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93F3-E80D-4684-85BC-E4E24E79F73A}"/>
              </a:ext>
            </a:extLst>
          </p:cNvPr>
          <p:cNvSpPr>
            <a:spLocks noGrp="1"/>
          </p:cNvSpPr>
          <p:nvPr>
            <p:ph type="ctrTitle"/>
          </p:nvPr>
        </p:nvSpPr>
        <p:spPr/>
        <p:txBody>
          <a:bodyPr/>
          <a:lstStyle/>
          <a:p>
            <a:r>
              <a:rPr lang="en-GB" dirty="0"/>
              <a:t>Content Analysis (Part II)</a:t>
            </a:r>
          </a:p>
        </p:txBody>
      </p:sp>
      <p:sp>
        <p:nvSpPr>
          <p:cNvPr id="3" name="Subtitle 2">
            <a:extLst>
              <a:ext uri="{FF2B5EF4-FFF2-40B4-BE49-F238E27FC236}">
                <a16:creationId xmlns:a16="http://schemas.microsoft.com/office/drawing/2014/main" id="{8E363FEF-E855-8DC3-5C0C-1B3D78422314}"/>
              </a:ext>
            </a:extLst>
          </p:cNvPr>
          <p:cNvSpPr>
            <a:spLocks noGrp="1"/>
          </p:cNvSpPr>
          <p:nvPr>
            <p:ph type="subTitle" idx="1"/>
          </p:nvPr>
        </p:nvSpPr>
        <p:spPr/>
        <p:txBody>
          <a:bodyPr/>
          <a:lstStyle/>
          <a:p>
            <a:r>
              <a:rPr lang="en-GB" dirty="0"/>
              <a:t>Week 10  Lecture</a:t>
            </a:r>
          </a:p>
          <a:p>
            <a:r>
              <a:rPr lang="en-GB" dirty="0"/>
              <a:t>Becoming a Political Researcher (POL2017)</a:t>
            </a:r>
          </a:p>
        </p:txBody>
      </p:sp>
    </p:spTree>
    <p:extLst>
      <p:ext uri="{BB962C8B-B14F-4D97-AF65-F5344CB8AC3E}">
        <p14:creationId xmlns:p14="http://schemas.microsoft.com/office/powerpoint/2010/main" val="2897853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32ECAE3-F561-96E1-DE29-6376297F5CE4}"/>
              </a:ext>
            </a:extLst>
          </p:cNvPr>
          <p:cNvSpPr/>
          <p:nvPr/>
        </p:nvSpPr>
        <p:spPr>
          <a:xfrm>
            <a:off x="0" y="0"/>
            <a:ext cx="12192000" cy="2641582"/>
          </a:xfrm>
          <a:prstGeom prst="rect">
            <a:avLst/>
          </a:prstGeom>
          <a:solidFill>
            <a:schemeClr val="tx1">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D1C8E116-5D6D-0AE3-4EA7-5904DAD2B7E0}"/>
              </a:ext>
            </a:extLst>
          </p:cNvPr>
          <p:cNvSpPr/>
          <p:nvPr/>
        </p:nvSpPr>
        <p:spPr>
          <a:xfrm>
            <a:off x="0" y="5108406"/>
            <a:ext cx="12191999" cy="1749593"/>
          </a:xfrm>
          <a:prstGeom prst="rect">
            <a:avLst/>
          </a:prstGeom>
          <a:solidFill>
            <a:schemeClr val="tx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B8206594-314A-E653-2522-80938F9A39A8}"/>
              </a:ext>
            </a:extLst>
          </p:cNvPr>
          <p:cNvSpPr txBox="1"/>
          <p:nvPr/>
        </p:nvSpPr>
        <p:spPr>
          <a:xfrm>
            <a:off x="293914" y="777547"/>
            <a:ext cx="11516209" cy="2616101"/>
          </a:xfrm>
          <a:prstGeom prst="rect">
            <a:avLst/>
          </a:prstGeom>
          <a:noFill/>
        </p:spPr>
        <p:txBody>
          <a:bodyPr wrap="square" rtlCol="0">
            <a:spAutoFit/>
          </a:bodyPr>
          <a:lstStyle/>
          <a:p>
            <a:pPr algn="r"/>
            <a:r>
              <a:rPr lang="en-GB" sz="4400" dirty="0">
                <a:solidFill>
                  <a:srgbClr val="FFC000"/>
                </a:solidFill>
                <a:latin typeface="Aharoni" panose="020B0604020202020204" pitchFamily="2" charset="-79"/>
                <a:cs typeface="Aharoni" panose="020B0604020202020204" pitchFamily="2" charset="-79"/>
              </a:rPr>
              <a:t>FOOD</a:t>
            </a:r>
            <a:r>
              <a:rPr lang="en-GB" sz="4400" dirty="0">
                <a:solidFill>
                  <a:schemeClr val="bg1"/>
                </a:solidFill>
                <a:latin typeface="Aharoni" panose="020B0604020202020204" pitchFamily="2" charset="-79"/>
                <a:cs typeface="Aharoni" panose="020B0604020202020204" pitchFamily="2" charset="-79"/>
              </a:rPr>
              <a:t> FOR </a:t>
            </a:r>
            <a:r>
              <a:rPr lang="en-GB" sz="4400" dirty="0">
                <a:solidFill>
                  <a:srgbClr val="FFC000"/>
                </a:solidFill>
                <a:latin typeface="Aharoni" panose="020B0604020202020204" pitchFamily="2" charset="-79"/>
                <a:cs typeface="Aharoni" panose="020B0604020202020204" pitchFamily="2" charset="-79"/>
              </a:rPr>
              <a:t>THOUGHT </a:t>
            </a:r>
          </a:p>
          <a:p>
            <a:r>
              <a:rPr lang="en-GB" sz="3200" b="1" dirty="0">
                <a:solidFill>
                  <a:schemeClr val="bg1"/>
                </a:solidFill>
                <a:latin typeface="Bierstadt" panose="020B0604020202020204" pitchFamily="34" charset="0"/>
                <a:cs typeface="Aharoni" panose="02010803020104030203" pitchFamily="2" charset="-79"/>
              </a:rPr>
              <a:t>Balance or Bias? Parties, Privilege and BBC Question Time</a:t>
            </a:r>
          </a:p>
          <a:p>
            <a:r>
              <a:rPr lang="en-GB" sz="2400" b="1" dirty="0">
                <a:solidFill>
                  <a:schemeClr val="bg1"/>
                </a:solidFill>
                <a:latin typeface="Bierstadt" panose="020B0604020202020204" pitchFamily="34" charset="0"/>
                <a:cs typeface="Aharoni" panose="02010803020104030203" pitchFamily="2" charset="-79"/>
              </a:rPr>
              <a:t>with Dr BRIAN BOYLE</a:t>
            </a:r>
          </a:p>
          <a:p>
            <a:endParaRPr lang="en-GB" sz="2400" b="1" dirty="0">
              <a:solidFill>
                <a:schemeClr val="bg1"/>
              </a:solidFill>
              <a:latin typeface="Bierstadt" panose="020B0604020202020204" pitchFamily="34" charset="0"/>
              <a:cs typeface="Aharoni" panose="02010803020104030203" pitchFamily="2" charset="-79"/>
            </a:endParaRPr>
          </a:p>
          <a:p>
            <a:endParaRPr lang="en-GB" sz="2000" b="1" dirty="0">
              <a:solidFill>
                <a:schemeClr val="bg1"/>
              </a:solidFill>
              <a:latin typeface="Bierstadt" panose="020B0604020202020204" pitchFamily="34" charset="0"/>
              <a:cs typeface="Aharoni" panose="02010803020104030203" pitchFamily="2" charset="-79"/>
            </a:endParaRPr>
          </a:p>
          <a:p>
            <a:endParaRPr lang="en-GB" sz="2000" dirty="0">
              <a:solidFill>
                <a:schemeClr val="accent2">
                  <a:lumMod val="75000"/>
                </a:schemeClr>
              </a:solidFill>
              <a:latin typeface="Aharoni" panose="020B0604020202020204" pitchFamily="2" charset="-79"/>
              <a:cs typeface="Aharoni" panose="020B0604020202020204" pitchFamily="2" charset="-79"/>
            </a:endParaRPr>
          </a:p>
        </p:txBody>
      </p:sp>
      <p:sp>
        <p:nvSpPr>
          <p:cNvPr id="12" name="TextBox 11">
            <a:extLst>
              <a:ext uri="{FF2B5EF4-FFF2-40B4-BE49-F238E27FC236}">
                <a16:creationId xmlns:a16="http://schemas.microsoft.com/office/drawing/2014/main" id="{743EC7F9-6FAD-17FC-4D9C-6903688A8618}"/>
              </a:ext>
            </a:extLst>
          </p:cNvPr>
          <p:cNvSpPr txBox="1"/>
          <p:nvPr/>
        </p:nvSpPr>
        <p:spPr>
          <a:xfrm>
            <a:off x="522514" y="5117555"/>
            <a:ext cx="11287609" cy="1191181"/>
          </a:xfrm>
          <a:prstGeom prst="rect">
            <a:avLst/>
          </a:prstGeom>
          <a:noFill/>
        </p:spPr>
        <p:txBody>
          <a:bodyPr wrap="square" rtlCol="0">
            <a:spAutoFit/>
          </a:bodyPr>
          <a:lstStyle/>
          <a:p>
            <a:pPr marL="285750" indent="-285750">
              <a:buFont typeface="Arial" panose="020B0604020202020204" pitchFamily="34" charset="0"/>
              <a:buChar char="•"/>
            </a:pPr>
            <a:r>
              <a:rPr lang="en-GB" b="1" dirty="0">
                <a:solidFill>
                  <a:srgbClr val="FFC000"/>
                </a:solidFill>
                <a:latin typeface="Bierstadt" panose="020B0604020202020204" pitchFamily="34" charset="0"/>
                <a:cs typeface="Aharoni" panose="020B0604020202020204" pitchFamily="2" charset="-79"/>
              </a:rPr>
              <a:t>FREE FOOD </a:t>
            </a:r>
            <a:r>
              <a:rPr lang="en-GB" b="1" dirty="0">
                <a:solidFill>
                  <a:schemeClr val="bg1"/>
                </a:solidFill>
                <a:latin typeface="Bierstadt" panose="020B0604020202020204" pitchFamily="34" charset="0"/>
                <a:cs typeface="Aharoni" panose="020B0604020202020204" pitchFamily="2" charset="-79"/>
              </a:rPr>
              <a:t>&amp; </a:t>
            </a:r>
            <a:r>
              <a:rPr lang="en-GB" b="1" dirty="0">
                <a:solidFill>
                  <a:srgbClr val="FFC000"/>
                </a:solidFill>
                <a:latin typeface="Bierstadt" panose="020B0604020202020204" pitchFamily="34" charset="0"/>
                <a:cs typeface="Aharoni" panose="020B0604020202020204" pitchFamily="2" charset="-79"/>
              </a:rPr>
              <a:t>FREE THINKING</a:t>
            </a:r>
            <a:r>
              <a:rPr lang="en-GB" b="1" dirty="0">
                <a:solidFill>
                  <a:schemeClr val="bg1"/>
                </a:solidFill>
                <a:latin typeface="Bierstadt" panose="020B0604020202020204" pitchFamily="34" charset="0"/>
                <a:cs typeface="Aharoni" panose="020B0604020202020204" pitchFamily="2" charset="-79"/>
              </a:rPr>
              <a:t> – A CONVERSATION ABOUT GLOBAL EVENTS</a:t>
            </a:r>
          </a:p>
          <a:p>
            <a:pPr marL="285750" indent="-285750">
              <a:buFont typeface="Arial" panose="020B0604020202020204" pitchFamily="34" charset="0"/>
              <a:buChar char="•"/>
            </a:pPr>
            <a:r>
              <a:rPr lang="en-GB" b="1" dirty="0">
                <a:solidFill>
                  <a:schemeClr val="bg1"/>
                </a:solidFill>
                <a:latin typeface="Bierstadt" panose="020B0604020202020204" pitchFamily="34" charset="0"/>
                <a:cs typeface="Aharoni" panose="020B0604020202020204" pitchFamily="2" charset="-79"/>
              </a:rPr>
              <a:t>SANDWICHES, COFFEE, CAKE &amp; EXPERT ANALYSIS OF THE WEEK’S BIGGEST NEWS STORIES</a:t>
            </a:r>
          </a:p>
          <a:p>
            <a:pPr marL="285750" indent="-285750">
              <a:buFont typeface="Arial" panose="020B0604020202020204" pitchFamily="34" charset="0"/>
              <a:buChar char="•"/>
            </a:pPr>
            <a:r>
              <a:rPr lang="en-GB" b="1" dirty="0">
                <a:solidFill>
                  <a:schemeClr val="bg1"/>
                </a:solidFill>
                <a:latin typeface="Bierstadt" panose="020B0604020202020204" pitchFamily="34" charset="0"/>
                <a:cs typeface="Aharoni" panose="020B0604020202020204" pitchFamily="2" charset="-79"/>
              </a:rPr>
              <a:t>A DIFFERENT THEME EACH TIME</a:t>
            </a:r>
          </a:p>
          <a:p>
            <a:pPr marL="285750" indent="-285750">
              <a:buFont typeface="Arial" panose="020B0604020202020204" pitchFamily="34" charset="0"/>
              <a:buChar char="•"/>
            </a:pPr>
            <a:r>
              <a:rPr lang="en-GB" b="1" dirty="0">
                <a:solidFill>
                  <a:srgbClr val="FFC000"/>
                </a:solidFill>
                <a:latin typeface="Bierstadt" panose="020B0604020202020204" pitchFamily="34" charset="0"/>
                <a:cs typeface="Aharoni" panose="02010803020104030203" pitchFamily="2" charset="-79"/>
              </a:rPr>
              <a:t>WHEN AND WHERE: WEDNESDAY 6 MAY  4</a:t>
            </a:r>
            <a:r>
              <a:rPr lang="en-GB" b="1" baseline="30000" dirty="0">
                <a:solidFill>
                  <a:srgbClr val="FFC000"/>
                </a:solidFill>
                <a:latin typeface="Bierstadt" panose="020B0604020202020204" pitchFamily="34" charset="0"/>
                <a:cs typeface="Aharoni" panose="02010803020104030203" pitchFamily="2" charset="-79"/>
              </a:rPr>
              <a:t>TH</a:t>
            </a:r>
            <a:r>
              <a:rPr lang="en-GB" b="1" dirty="0">
                <a:solidFill>
                  <a:srgbClr val="FFC000"/>
                </a:solidFill>
                <a:latin typeface="Bierstadt" panose="020B0604020202020204" pitchFamily="34" charset="0"/>
                <a:cs typeface="Aharoni" panose="02010803020104030203" pitchFamily="2" charset="-79"/>
              </a:rPr>
              <a:t> FLOOR HDB, 12.15-12:45</a:t>
            </a:r>
            <a:endParaRPr lang="en-GB" b="1" dirty="0">
              <a:solidFill>
                <a:schemeClr val="bg1"/>
              </a:solidFill>
              <a:latin typeface="Bierstadt" panose="020B0604020202020204" pitchFamily="34" charset="0"/>
              <a:cs typeface="Aharoni" panose="02010803020104030203" pitchFamily="2" charset="-79"/>
            </a:endParaRPr>
          </a:p>
        </p:txBody>
      </p:sp>
      <p:sp>
        <p:nvSpPr>
          <p:cNvPr id="32" name="TextBox 31">
            <a:extLst>
              <a:ext uri="{FF2B5EF4-FFF2-40B4-BE49-F238E27FC236}">
                <a16:creationId xmlns:a16="http://schemas.microsoft.com/office/drawing/2014/main" id="{81E188AA-7C17-AFA2-2CBE-122E43C1133E}"/>
              </a:ext>
            </a:extLst>
          </p:cNvPr>
          <p:cNvSpPr txBox="1"/>
          <p:nvPr/>
        </p:nvSpPr>
        <p:spPr>
          <a:xfrm>
            <a:off x="6490607" y="408214"/>
            <a:ext cx="5589902" cy="369332"/>
          </a:xfrm>
          <a:prstGeom prst="rect">
            <a:avLst/>
          </a:prstGeom>
          <a:noFill/>
        </p:spPr>
        <p:txBody>
          <a:bodyPr wrap="square" rtlCol="0">
            <a:spAutoFit/>
          </a:bodyPr>
          <a:lstStyle/>
          <a:p>
            <a:pPr algn="ctr"/>
            <a:r>
              <a:rPr lang="en-GB" dirty="0">
                <a:solidFill>
                  <a:schemeClr val="bg1"/>
                </a:solidFill>
                <a:latin typeface="Aharoni" panose="02010803020104030203" pitchFamily="2" charset="-79"/>
                <a:cs typeface="Aharoni" panose="02010803020104030203" pitchFamily="2" charset="-79"/>
              </a:rPr>
              <a:t>NEWCASTLE POLITICS DEPARTMENT PRESENTS</a:t>
            </a:r>
            <a:r>
              <a:rPr lang="en-GB" dirty="0"/>
              <a:t>:</a:t>
            </a:r>
          </a:p>
        </p:txBody>
      </p:sp>
      <p:pic>
        <p:nvPicPr>
          <p:cNvPr id="4" name="Picture 3">
            <a:extLst>
              <a:ext uri="{FF2B5EF4-FFF2-40B4-BE49-F238E27FC236}">
                <a16:creationId xmlns:a16="http://schemas.microsoft.com/office/drawing/2014/main" id="{8C1E6EF1-30A2-54B7-33B1-C3FE19D83B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933" y="2618453"/>
            <a:ext cx="4035963" cy="2485122"/>
          </a:xfrm>
          <a:prstGeom prst="rect">
            <a:avLst/>
          </a:prstGeom>
        </p:spPr>
      </p:pic>
      <p:pic>
        <p:nvPicPr>
          <p:cNvPr id="7" name="Picture 6">
            <a:extLst>
              <a:ext uri="{FF2B5EF4-FFF2-40B4-BE49-F238E27FC236}">
                <a16:creationId xmlns:a16="http://schemas.microsoft.com/office/drawing/2014/main" id="{B839D0E3-AB67-CD8D-7081-3252609E2DA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56896" y="2599895"/>
            <a:ext cx="4239777" cy="2498847"/>
          </a:xfrm>
          <a:prstGeom prst="rect">
            <a:avLst/>
          </a:prstGeom>
        </p:spPr>
      </p:pic>
      <p:pic>
        <p:nvPicPr>
          <p:cNvPr id="8" name="Picture 7">
            <a:extLst>
              <a:ext uri="{FF2B5EF4-FFF2-40B4-BE49-F238E27FC236}">
                <a16:creationId xmlns:a16="http://schemas.microsoft.com/office/drawing/2014/main" id="{F1AF7E6D-3D1F-93A9-5023-62B5919A82D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72684" y="2599896"/>
            <a:ext cx="3919315" cy="2498847"/>
          </a:xfrm>
          <a:prstGeom prst="rect">
            <a:avLst/>
          </a:prstGeom>
        </p:spPr>
      </p:pic>
      <p:sp>
        <p:nvSpPr>
          <p:cNvPr id="2" name="Slide Number Placeholder 1">
            <a:extLst>
              <a:ext uri="{FF2B5EF4-FFF2-40B4-BE49-F238E27FC236}">
                <a16:creationId xmlns:a16="http://schemas.microsoft.com/office/drawing/2014/main" id="{8DE587B3-2889-48E0-34DD-0217F5C5E0F0}"/>
              </a:ext>
            </a:extLst>
          </p:cNvPr>
          <p:cNvSpPr>
            <a:spLocks noGrp="1"/>
          </p:cNvSpPr>
          <p:nvPr>
            <p:ph type="sldNum" sz="quarter" idx="12"/>
          </p:nvPr>
        </p:nvSpPr>
        <p:spPr/>
        <p:txBody>
          <a:bodyPr/>
          <a:lstStyle/>
          <a:p>
            <a:fld id="{372769DB-CAE7-4C85-A9AF-7D4D8DE4CA22}" type="slidenum">
              <a:rPr lang="en-GB" smtClean="0"/>
              <a:t>2</a:t>
            </a:fld>
            <a:endParaRPr lang="en-GB" dirty="0"/>
          </a:p>
        </p:txBody>
      </p:sp>
    </p:spTree>
    <p:extLst>
      <p:ext uri="{BB962C8B-B14F-4D97-AF65-F5344CB8AC3E}">
        <p14:creationId xmlns:p14="http://schemas.microsoft.com/office/powerpoint/2010/main" val="1608017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E25E56-496A-D282-5E57-BB1A16332F32}"/>
              </a:ext>
            </a:extLst>
          </p:cNvPr>
          <p:cNvSpPr>
            <a:spLocks noGrp="1"/>
          </p:cNvSpPr>
          <p:nvPr>
            <p:ph type="sldNum" sz="quarter" idx="12"/>
          </p:nvPr>
        </p:nvSpPr>
        <p:spPr/>
        <p:txBody>
          <a:bodyPr/>
          <a:lstStyle/>
          <a:p>
            <a:fld id="{372769DB-CAE7-4C85-A9AF-7D4D8DE4CA22}" type="slidenum">
              <a:rPr lang="en-GB" smtClean="0"/>
              <a:t>3</a:t>
            </a:fld>
            <a:endParaRPr lang="en-GB" dirty="0"/>
          </a:p>
        </p:txBody>
      </p:sp>
      <p:pic>
        <p:nvPicPr>
          <p:cNvPr id="1026" name="Picture 2">
            <a:extLst>
              <a:ext uri="{FF2B5EF4-FFF2-40B4-BE49-F238E27FC236}">
                <a16:creationId xmlns:a16="http://schemas.microsoft.com/office/drawing/2014/main" id="{2DEBEEF7-0E73-F2F6-510C-050DD1A62D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737" y="136526"/>
            <a:ext cx="8334703" cy="66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0851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8E0D2A-BC05-1C32-2E6D-ABCAD5B1D927}"/>
              </a:ext>
            </a:extLst>
          </p:cNvPr>
          <p:cNvSpPr>
            <a:spLocks noGrp="1"/>
          </p:cNvSpPr>
          <p:nvPr>
            <p:ph type="sldNum" sz="quarter" idx="12"/>
          </p:nvPr>
        </p:nvSpPr>
        <p:spPr/>
        <p:txBody>
          <a:bodyPr/>
          <a:lstStyle/>
          <a:p>
            <a:fld id="{372769DB-CAE7-4C85-A9AF-7D4D8DE4CA22}" type="slidenum">
              <a:rPr lang="en-GB" smtClean="0"/>
              <a:t>4</a:t>
            </a:fld>
            <a:endParaRPr lang="en-GB" dirty="0"/>
          </a:p>
        </p:txBody>
      </p:sp>
      <p:sp>
        <p:nvSpPr>
          <p:cNvPr id="3" name="Rectangle 2">
            <a:extLst>
              <a:ext uri="{FF2B5EF4-FFF2-40B4-BE49-F238E27FC236}">
                <a16:creationId xmlns:a16="http://schemas.microsoft.com/office/drawing/2014/main" id="{72F0E5BD-212D-7DDC-80EA-AAA21EAEBF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432BAB87-0113-5A53-0119-76D4840DBB66}"/>
              </a:ext>
            </a:extLst>
          </p:cNvPr>
          <p:cNvSpPr txBox="1">
            <a:spLocks/>
          </p:cNvSpPr>
          <p:nvPr/>
        </p:nvSpPr>
        <p:spPr>
          <a:xfrm>
            <a:off x="310039" y="640080"/>
            <a:ext cx="3429855" cy="5613236"/>
          </a:xfrm>
          <a:prstGeom prst="rect">
            <a:avLst/>
          </a:prstGeom>
        </p:spPr>
        <p:txBody>
          <a:bodyPr anchor="ctr">
            <a:normAutofit/>
          </a:bodyPr>
          <a:lstStyle>
            <a:lvl1pPr algn="l" defTabSz="914400" rtl="0" eaLnBrk="1" latinLnBrk="0" hangingPunct="1">
              <a:lnSpc>
                <a:spcPct val="90000"/>
              </a:lnSpc>
              <a:spcBef>
                <a:spcPct val="0"/>
              </a:spcBef>
              <a:buNone/>
              <a:defRPr sz="6000" kern="1200">
                <a:solidFill>
                  <a:schemeClr val="bg1"/>
                </a:solidFill>
                <a:latin typeface="Franklin Gothic Demi" panose="020B0703020102020204" pitchFamily="34" charset="0"/>
                <a:ea typeface="+mj-ea"/>
                <a:cs typeface="+mj-cs"/>
              </a:defRPr>
            </a:lvl1pPr>
          </a:lstStyle>
          <a:p>
            <a:r>
              <a:rPr lang="en-GB" sz="4400" dirty="0">
                <a:solidFill>
                  <a:srgbClr val="FFFFFF"/>
                </a:solidFill>
              </a:rPr>
              <a:t>Sign up to become a Politics peer-mentor!!</a:t>
            </a:r>
          </a:p>
        </p:txBody>
      </p:sp>
      <p:sp>
        <p:nvSpPr>
          <p:cNvPr id="5" name="Content Placeholder 2">
            <a:extLst>
              <a:ext uri="{FF2B5EF4-FFF2-40B4-BE49-F238E27FC236}">
                <a16:creationId xmlns:a16="http://schemas.microsoft.com/office/drawing/2014/main" id="{A72DD5C9-F64E-8204-AA0E-7CFF28CF209C}"/>
              </a:ext>
            </a:extLst>
          </p:cNvPr>
          <p:cNvSpPr txBox="1">
            <a:spLocks/>
          </p:cNvSpPr>
          <p:nvPr/>
        </p:nvSpPr>
        <p:spPr>
          <a:xfrm>
            <a:off x="4253023" y="640080"/>
            <a:ext cx="7618933" cy="3745107"/>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800" b="1"/>
              <a:t>Why become a Peer Mentor?</a:t>
            </a:r>
          </a:p>
          <a:p>
            <a:r>
              <a:rPr lang="en-GB" sz="2600"/>
              <a:t>a great opportunity to</a:t>
            </a:r>
            <a:r>
              <a:rPr lang="en-GB" sz="2600" b="1"/>
              <a:t> support</a:t>
            </a:r>
            <a:r>
              <a:rPr lang="en-GB" sz="2600"/>
              <a:t> first year students and </a:t>
            </a:r>
            <a:r>
              <a:rPr lang="en-GB" sz="2600" b="1"/>
              <a:t>share your knowledge</a:t>
            </a:r>
            <a:r>
              <a:rPr lang="en-GB" sz="2600"/>
              <a:t>!</a:t>
            </a:r>
          </a:p>
          <a:p>
            <a:r>
              <a:rPr lang="en-GB" sz="2600"/>
              <a:t>Enhance your </a:t>
            </a:r>
            <a:r>
              <a:rPr lang="en-GB" sz="2600" b="1"/>
              <a:t>personal and employability skills, CV.</a:t>
            </a:r>
          </a:p>
          <a:p>
            <a:pPr marL="0" indent="0">
              <a:buFont typeface="Arial" panose="020B0604020202020204" pitchFamily="34" charset="0"/>
              <a:buNone/>
            </a:pPr>
            <a:r>
              <a:rPr lang="en-GB" sz="2600" b="1"/>
              <a:t>Main commitments: </a:t>
            </a:r>
            <a:r>
              <a:rPr lang="en-GB" sz="2600"/>
              <a:t>short online training, meeting with mentees during induction week Sep 2026.</a:t>
            </a:r>
            <a:endParaRPr lang="en-GB" sz="2600" b="1"/>
          </a:p>
          <a:p>
            <a:pPr marL="0" indent="0">
              <a:buFont typeface="Arial" panose="020B0604020202020204" pitchFamily="34" charset="0"/>
              <a:buNone/>
            </a:pPr>
            <a:r>
              <a:rPr lang="en-GB" sz="2600" b="1" u="sng"/>
              <a:t>SIGN UP via the QR code </a:t>
            </a:r>
            <a:r>
              <a:rPr lang="en-GB" sz="2600"/>
              <a:t>or via </a:t>
            </a:r>
            <a:r>
              <a:rPr lang="en-GB" sz="2600">
                <a:hlinkClick r:id="rId2"/>
              </a:rPr>
              <a:t>https://www.ncl.ac.uk/library/resources-and-study-support/peer-mentoring/</a:t>
            </a:r>
            <a:r>
              <a:rPr lang="en-GB" sz="2600"/>
              <a:t> (more info on the website)</a:t>
            </a:r>
            <a:endParaRPr lang="en-GB" sz="2600" dirty="0"/>
          </a:p>
        </p:txBody>
      </p:sp>
      <p:pic>
        <p:nvPicPr>
          <p:cNvPr id="6" name="Picture 5">
            <a:extLst>
              <a:ext uri="{FF2B5EF4-FFF2-40B4-BE49-F238E27FC236}">
                <a16:creationId xmlns:a16="http://schemas.microsoft.com/office/drawing/2014/main" id="{88CEA129-8468-4D5D-EDCD-2375D64C30BC}"/>
              </a:ext>
            </a:extLst>
          </p:cNvPr>
          <p:cNvPicPr>
            <a:picLocks noChangeAspect="1"/>
          </p:cNvPicPr>
          <p:nvPr/>
        </p:nvPicPr>
        <p:blipFill>
          <a:blip r:embed="rId3"/>
          <a:stretch>
            <a:fillRect/>
          </a:stretch>
        </p:blipFill>
        <p:spPr>
          <a:xfrm>
            <a:off x="4253023" y="4212562"/>
            <a:ext cx="2530322" cy="2523849"/>
          </a:xfrm>
          <a:prstGeom prst="rect">
            <a:avLst/>
          </a:prstGeom>
        </p:spPr>
      </p:pic>
      <p:sp>
        <p:nvSpPr>
          <p:cNvPr id="7" name="TextBox 6">
            <a:extLst>
              <a:ext uri="{FF2B5EF4-FFF2-40B4-BE49-F238E27FC236}">
                <a16:creationId xmlns:a16="http://schemas.microsoft.com/office/drawing/2014/main" id="{83436A5D-8882-1814-2214-96652505A421}"/>
              </a:ext>
            </a:extLst>
          </p:cNvPr>
          <p:cNvSpPr txBox="1"/>
          <p:nvPr/>
        </p:nvSpPr>
        <p:spPr>
          <a:xfrm>
            <a:off x="7091915" y="4667694"/>
            <a:ext cx="4780041" cy="1477328"/>
          </a:xfrm>
          <a:prstGeom prst="rect">
            <a:avLst/>
          </a:prstGeom>
          <a:noFill/>
        </p:spPr>
        <p:txBody>
          <a:bodyPr wrap="square" rtlCol="0">
            <a:spAutoFit/>
          </a:bodyPr>
          <a:lstStyle/>
          <a:p>
            <a:r>
              <a:rPr lang="en-GB" sz="2400" dirty="0"/>
              <a:t>Any questions? Contact: Hanna </a:t>
            </a:r>
          </a:p>
          <a:p>
            <a:r>
              <a:rPr lang="en-GB" sz="2400" dirty="0"/>
              <a:t>(Peer mentor coordinator for Politics) hanna.ketola@newcastle.ac.uk</a:t>
            </a:r>
          </a:p>
          <a:p>
            <a:endParaRPr lang="en-GB" dirty="0"/>
          </a:p>
        </p:txBody>
      </p:sp>
    </p:spTree>
    <p:extLst>
      <p:ext uri="{BB962C8B-B14F-4D97-AF65-F5344CB8AC3E}">
        <p14:creationId xmlns:p14="http://schemas.microsoft.com/office/powerpoint/2010/main" val="18278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C6CE28-9627-090E-E25C-208C0CA3148D}"/>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Recap</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584965" y="1574287"/>
            <a:ext cx="8247749" cy="4789187"/>
          </a:xfrm>
        </p:spPr>
        <p:txBody>
          <a:bodyPr>
            <a:normAutofit/>
          </a:bodyPr>
          <a:lstStyle/>
          <a:p>
            <a:pPr marL="0" indent="0">
              <a:buNone/>
            </a:pPr>
            <a:r>
              <a:rPr lang="en-GB" sz="3600" b="1" dirty="0"/>
              <a:t>Content analysis part 1</a:t>
            </a:r>
          </a:p>
          <a:p>
            <a:r>
              <a:rPr lang="en-GB" sz="3600" dirty="0"/>
              <a:t>What is content analysis?</a:t>
            </a:r>
          </a:p>
          <a:p>
            <a:r>
              <a:rPr lang="en-GB" sz="3600" dirty="0"/>
              <a:t>Types of content analysis</a:t>
            </a:r>
          </a:p>
          <a:p>
            <a:r>
              <a:rPr lang="en-GB" sz="3600" dirty="0"/>
              <a:t>Case selection</a:t>
            </a:r>
          </a:p>
          <a:p>
            <a:r>
              <a:rPr lang="en-GB" sz="3600" dirty="0"/>
              <a:t>Labelling content categories</a:t>
            </a:r>
          </a:p>
          <a:p>
            <a:r>
              <a:rPr lang="en-GB" sz="3600" dirty="0"/>
              <a:t>Finding data</a:t>
            </a:r>
          </a:p>
          <a:p>
            <a:endParaRPr lang="en-GB" sz="3600"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5</a:t>
            </a:fld>
            <a:endParaRPr lang="en-GB" dirty="0"/>
          </a:p>
        </p:txBody>
      </p:sp>
    </p:spTree>
    <p:extLst>
      <p:ext uri="{BB962C8B-B14F-4D97-AF65-F5344CB8AC3E}">
        <p14:creationId xmlns:p14="http://schemas.microsoft.com/office/powerpoint/2010/main" val="418414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2E3D8E2-1B12-5149-ADEC-DBCEE5A8985C}"/>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642F5D2-C37D-54A4-505A-36E2D48F5EA9}"/>
              </a:ext>
            </a:extLst>
          </p:cNvPr>
          <p:cNvSpPr>
            <a:spLocks noGrp="1"/>
          </p:cNvSpPr>
          <p:nvPr>
            <p:ph type="title"/>
          </p:nvPr>
        </p:nvSpPr>
        <p:spPr/>
        <p:txBody>
          <a:bodyPr/>
          <a:lstStyle/>
          <a:p>
            <a:r>
              <a:rPr lang="en-GB" dirty="0"/>
              <a:t>What is content analysis</a:t>
            </a:r>
          </a:p>
        </p:txBody>
      </p:sp>
      <p:sp>
        <p:nvSpPr>
          <p:cNvPr id="3" name="Content Placeholder 2">
            <a:extLst>
              <a:ext uri="{FF2B5EF4-FFF2-40B4-BE49-F238E27FC236}">
                <a16:creationId xmlns:a16="http://schemas.microsoft.com/office/drawing/2014/main" id="{DE913A29-97D8-7B73-3BED-7FDB9EA9D897}"/>
              </a:ext>
            </a:extLst>
          </p:cNvPr>
          <p:cNvSpPr>
            <a:spLocks noGrp="1"/>
          </p:cNvSpPr>
          <p:nvPr>
            <p:ph idx="1"/>
          </p:nvPr>
        </p:nvSpPr>
        <p:spPr>
          <a:xfrm>
            <a:off x="506027" y="1629744"/>
            <a:ext cx="11519482" cy="4351338"/>
          </a:xfrm>
        </p:spPr>
        <p:txBody>
          <a:bodyPr>
            <a:normAutofit fontScale="92500" lnSpcReduction="10000"/>
          </a:bodyPr>
          <a:lstStyle/>
          <a:p>
            <a:pPr marL="0" indent="0">
              <a:buNone/>
            </a:pPr>
            <a:r>
              <a:rPr lang="en-GB" sz="3600" b="1" dirty="0"/>
              <a:t>Content analysis:</a:t>
            </a:r>
          </a:p>
          <a:p>
            <a:r>
              <a:rPr lang="en-GB" sz="3600" dirty="0"/>
              <a:t>Systematic analysis of texts or other media</a:t>
            </a:r>
          </a:p>
          <a:p>
            <a:r>
              <a:rPr lang="en-GB" sz="3600" dirty="0"/>
              <a:t>Can analyse a wide variety of documents</a:t>
            </a:r>
          </a:p>
          <a:p>
            <a:r>
              <a:rPr lang="en-GB" sz="3600" dirty="0"/>
              <a:t>Across huge range of issues</a:t>
            </a:r>
          </a:p>
          <a:p>
            <a:endParaRPr lang="en-GB" sz="3600" dirty="0"/>
          </a:p>
          <a:p>
            <a:r>
              <a:rPr lang="en-GB" sz="3600" dirty="0"/>
              <a:t>Unobtrusive method of data collection</a:t>
            </a:r>
          </a:p>
          <a:p>
            <a:r>
              <a:rPr lang="en-GB" sz="3600" dirty="0"/>
              <a:t>Can examine otherwise inaccessible subjects</a:t>
            </a:r>
          </a:p>
          <a:p>
            <a:r>
              <a:rPr lang="en-GB" sz="3600" dirty="0"/>
              <a:t>Can’t explore subsequent effects of the content</a:t>
            </a:r>
          </a:p>
        </p:txBody>
      </p:sp>
      <p:sp>
        <p:nvSpPr>
          <p:cNvPr id="5" name="Slide Number Placeholder 4">
            <a:extLst>
              <a:ext uri="{FF2B5EF4-FFF2-40B4-BE49-F238E27FC236}">
                <a16:creationId xmlns:a16="http://schemas.microsoft.com/office/drawing/2014/main" id="{6FF8CA63-6E84-3586-BD74-C8216D96D305}"/>
              </a:ext>
            </a:extLst>
          </p:cNvPr>
          <p:cNvSpPr>
            <a:spLocks noGrp="1"/>
          </p:cNvSpPr>
          <p:nvPr>
            <p:ph type="sldNum" sz="quarter" idx="12"/>
          </p:nvPr>
        </p:nvSpPr>
        <p:spPr/>
        <p:txBody>
          <a:bodyPr/>
          <a:lstStyle/>
          <a:p>
            <a:fld id="{372769DB-CAE7-4C85-A9AF-7D4D8DE4CA22}" type="slidenum">
              <a:rPr lang="en-GB" smtClean="0"/>
              <a:t>6</a:t>
            </a:fld>
            <a:endParaRPr lang="en-GB" dirty="0"/>
          </a:p>
        </p:txBody>
      </p:sp>
    </p:spTree>
    <p:extLst>
      <p:ext uri="{BB962C8B-B14F-4D97-AF65-F5344CB8AC3E}">
        <p14:creationId xmlns:p14="http://schemas.microsoft.com/office/powerpoint/2010/main" val="357255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3A3F18-0661-F2FF-1EDB-4A98A4355109}"/>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642F5D2-C37D-54A4-505A-36E2D48F5EA9}"/>
              </a:ext>
            </a:extLst>
          </p:cNvPr>
          <p:cNvSpPr>
            <a:spLocks noGrp="1"/>
          </p:cNvSpPr>
          <p:nvPr>
            <p:ph type="title"/>
          </p:nvPr>
        </p:nvSpPr>
        <p:spPr/>
        <p:txBody>
          <a:bodyPr/>
          <a:lstStyle/>
          <a:p>
            <a:r>
              <a:rPr lang="en-GB" dirty="0"/>
              <a:t>Types of content analysis</a:t>
            </a:r>
          </a:p>
        </p:txBody>
      </p:sp>
      <p:sp>
        <p:nvSpPr>
          <p:cNvPr id="3" name="Content Placeholder 2">
            <a:extLst>
              <a:ext uri="{FF2B5EF4-FFF2-40B4-BE49-F238E27FC236}">
                <a16:creationId xmlns:a16="http://schemas.microsoft.com/office/drawing/2014/main" id="{DE913A29-97D8-7B73-3BED-7FDB9EA9D897}"/>
              </a:ext>
            </a:extLst>
          </p:cNvPr>
          <p:cNvSpPr>
            <a:spLocks noGrp="1"/>
          </p:cNvSpPr>
          <p:nvPr>
            <p:ph idx="1"/>
          </p:nvPr>
        </p:nvSpPr>
        <p:spPr>
          <a:xfrm>
            <a:off x="838200" y="1629744"/>
            <a:ext cx="4414520" cy="4351338"/>
          </a:xfrm>
        </p:spPr>
        <p:txBody>
          <a:bodyPr/>
          <a:lstStyle/>
          <a:p>
            <a:pPr marL="0" indent="0">
              <a:buNone/>
            </a:pPr>
            <a:r>
              <a:rPr lang="en-GB" b="1" dirty="0"/>
              <a:t>Quantitative</a:t>
            </a:r>
          </a:p>
          <a:p>
            <a:r>
              <a:rPr lang="en-GB" dirty="0"/>
              <a:t>Positivism</a:t>
            </a:r>
          </a:p>
          <a:p>
            <a:r>
              <a:rPr lang="en-GB" dirty="0"/>
              <a:t>Validity, reliability</a:t>
            </a:r>
          </a:p>
          <a:p>
            <a:r>
              <a:rPr lang="en-GB" dirty="0"/>
              <a:t>Manifest content</a:t>
            </a:r>
          </a:p>
          <a:p>
            <a:endParaRPr lang="en-GB" dirty="0"/>
          </a:p>
        </p:txBody>
      </p:sp>
      <p:sp>
        <p:nvSpPr>
          <p:cNvPr id="5" name="Slide Number Placeholder 4">
            <a:extLst>
              <a:ext uri="{FF2B5EF4-FFF2-40B4-BE49-F238E27FC236}">
                <a16:creationId xmlns:a16="http://schemas.microsoft.com/office/drawing/2014/main" id="{6FF8CA63-6E84-3586-BD74-C8216D96D305}"/>
              </a:ext>
            </a:extLst>
          </p:cNvPr>
          <p:cNvSpPr>
            <a:spLocks noGrp="1"/>
          </p:cNvSpPr>
          <p:nvPr>
            <p:ph type="sldNum" sz="quarter" idx="12"/>
          </p:nvPr>
        </p:nvSpPr>
        <p:spPr/>
        <p:txBody>
          <a:bodyPr/>
          <a:lstStyle/>
          <a:p>
            <a:fld id="{372769DB-CAE7-4C85-A9AF-7D4D8DE4CA22}" type="slidenum">
              <a:rPr lang="en-GB" smtClean="0"/>
              <a:t>7</a:t>
            </a:fld>
            <a:endParaRPr lang="en-GB" dirty="0"/>
          </a:p>
        </p:txBody>
      </p:sp>
      <p:sp>
        <p:nvSpPr>
          <p:cNvPr id="7" name="TextBox 6">
            <a:extLst>
              <a:ext uri="{FF2B5EF4-FFF2-40B4-BE49-F238E27FC236}">
                <a16:creationId xmlns:a16="http://schemas.microsoft.com/office/drawing/2014/main" id="{C9B73CF0-3961-FCA6-46A3-4A82C94467B4}"/>
              </a:ext>
            </a:extLst>
          </p:cNvPr>
          <p:cNvSpPr txBox="1"/>
          <p:nvPr/>
        </p:nvSpPr>
        <p:spPr>
          <a:xfrm>
            <a:off x="5678170" y="1539875"/>
            <a:ext cx="6101080" cy="3170099"/>
          </a:xfrm>
          <a:prstGeom prst="rect">
            <a:avLst/>
          </a:prstGeom>
          <a:noFill/>
        </p:spPr>
        <p:txBody>
          <a:bodyPr wrap="square">
            <a:spAutoFit/>
          </a:bodyPr>
          <a:lstStyle/>
          <a:p>
            <a:pPr marL="0" indent="0">
              <a:buNone/>
            </a:pPr>
            <a:r>
              <a:rPr lang="en-GB" sz="4000" b="1" dirty="0">
                <a:latin typeface="Gill Sans MT" panose="020B0502020104020203" pitchFamily="34" charset="0"/>
              </a:rPr>
              <a:t>Qualitative</a:t>
            </a:r>
          </a:p>
          <a:p>
            <a:pPr marL="571500" indent="-571500">
              <a:buFont typeface="Arial" panose="020B0604020202020204" pitchFamily="34" charset="0"/>
              <a:buChar char="•"/>
            </a:pPr>
            <a:r>
              <a:rPr lang="en-GB" sz="4000" dirty="0">
                <a:latin typeface="Gill Sans MT" panose="020B0502020104020203" pitchFamily="34" charset="0"/>
              </a:rPr>
              <a:t>Interpretivism</a:t>
            </a:r>
          </a:p>
          <a:p>
            <a:pPr marL="571500" indent="-571500">
              <a:buFont typeface="Arial" panose="020B0604020202020204" pitchFamily="34" charset="0"/>
              <a:buChar char="•"/>
            </a:pPr>
            <a:r>
              <a:rPr lang="en-GB" sz="4000" dirty="0">
                <a:latin typeface="Gill Sans MT" panose="020B0502020104020203" pitchFamily="34" charset="0"/>
              </a:rPr>
              <a:t>Plausibility</a:t>
            </a:r>
          </a:p>
          <a:p>
            <a:pPr marL="571500" indent="-571500">
              <a:buFont typeface="Arial" panose="020B0604020202020204" pitchFamily="34" charset="0"/>
              <a:buChar char="•"/>
            </a:pPr>
            <a:r>
              <a:rPr lang="en-GB" sz="4000" dirty="0">
                <a:latin typeface="Gill Sans MT" panose="020B0502020104020203" pitchFamily="34" charset="0"/>
              </a:rPr>
              <a:t>Latent content</a:t>
            </a:r>
          </a:p>
          <a:p>
            <a:pPr marL="0" indent="0">
              <a:buNone/>
            </a:pPr>
            <a:endParaRPr lang="en-GB" sz="4000" dirty="0">
              <a:latin typeface="Gill Sans MT" panose="020B0502020104020203" pitchFamily="34" charset="0"/>
            </a:endParaRPr>
          </a:p>
        </p:txBody>
      </p:sp>
      <p:sp>
        <p:nvSpPr>
          <p:cNvPr id="6" name="TextBox 5">
            <a:extLst>
              <a:ext uri="{FF2B5EF4-FFF2-40B4-BE49-F238E27FC236}">
                <a16:creationId xmlns:a16="http://schemas.microsoft.com/office/drawing/2014/main" id="{2EE420CA-3D82-21C0-B33F-BA6AF97B85B3}"/>
              </a:ext>
            </a:extLst>
          </p:cNvPr>
          <p:cNvSpPr txBox="1"/>
          <p:nvPr/>
        </p:nvSpPr>
        <p:spPr>
          <a:xfrm>
            <a:off x="838200" y="5002496"/>
            <a:ext cx="10683943" cy="1323439"/>
          </a:xfrm>
          <a:prstGeom prst="rect">
            <a:avLst/>
          </a:prstGeom>
          <a:noFill/>
        </p:spPr>
        <p:txBody>
          <a:bodyPr wrap="square">
            <a:spAutoFit/>
          </a:bodyPr>
          <a:lstStyle/>
          <a:p>
            <a:pPr marL="0" indent="0">
              <a:buNone/>
            </a:pPr>
            <a:r>
              <a:rPr lang="en-GB" sz="4000" b="1" dirty="0">
                <a:latin typeface="Gill Sans MT" panose="020B0502020104020203" pitchFamily="34" charset="0"/>
              </a:rPr>
              <a:t>Inductive </a:t>
            </a:r>
            <a:r>
              <a:rPr lang="en-GB" sz="4000" dirty="0">
                <a:latin typeface="Gill Sans MT" panose="020B0502020104020203" pitchFamily="34" charset="0"/>
              </a:rPr>
              <a:t>and</a:t>
            </a:r>
            <a:r>
              <a:rPr lang="en-GB" sz="4000" b="1" dirty="0">
                <a:latin typeface="Gill Sans MT" panose="020B0502020104020203" pitchFamily="34" charset="0"/>
              </a:rPr>
              <a:t> deductive </a:t>
            </a:r>
            <a:r>
              <a:rPr lang="en-GB" sz="4000" dirty="0">
                <a:latin typeface="Gill Sans MT" panose="020B0502020104020203" pitchFamily="34" charset="0"/>
              </a:rPr>
              <a:t>approaches</a:t>
            </a:r>
          </a:p>
          <a:p>
            <a:pPr marL="0" indent="0">
              <a:buNone/>
            </a:pPr>
            <a:endParaRPr lang="en-GB" sz="4000" dirty="0">
              <a:latin typeface="Gill Sans MT" panose="020B0502020104020203" pitchFamily="34" charset="0"/>
            </a:endParaRPr>
          </a:p>
        </p:txBody>
      </p:sp>
    </p:spTree>
    <p:extLst>
      <p:ext uri="{BB962C8B-B14F-4D97-AF65-F5344CB8AC3E}">
        <p14:creationId xmlns:p14="http://schemas.microsoft.com/office/powerpoint/2010/main" val="2338544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39E7345-401D-2A69-10BE-1C9FEE512161}"/>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2A3E166-5276-5170-0716-E03D25C0014F}"/>
              </a:ext>
            </a:extLst>
          </p:cNvPr>
          <p:cNvSpPr>
            <a:spLocks noGrp="1"/>
          </p:cNvSpPr>
          <p:nvPr>
            <p:ph type="title"/>
          </p:nvPr>
        </p:nvSpPr>
        <p:spPr/>
        <p:txBody>
          <a:bodyPr/>
          <a:lstStyle/>
          <a:p>
            <a:r>
              <a:rPr lang="en-GB" dirty="0"/>
              <a:t>Stages of a content analysis</a:t>
            </a:r>
          </a:p>
        </p:txBody>
      </p:sp>
      <p:sp>
        <p:nvSpPr>
          <p:cNvPr id="5" name="Slide Number Placeholder 4">
            <a:extLst>
              <a:ext uri="{FF2B5EF4-FFF2-40B4-BE49-F238E27FC236}">
                <a16:creationId xmlns:a16="http://schemas.microsoft.com/office/drawing/2014/main" id="{81947358-DBD4-9B77-0716-5227A09473B9}"/>
              </a:ext>
            </a:extLst>
          </p:cNvPr>
          <p:cNvSpPr>
            <a:spLocks noGrp="1"/>
          </p:cNvSpPr>
          <p:nvPr>
            <p:ph type="sldNum" sz="quarter" idx="12"/>
          </p:nvPr>
        </p:nvSpPr>
        <p:spPr/>
        <p:txBody>
          <a:bodyPr/>
          <a:lstStyle/>
          <a:p>
            <a:fld id="{372769DB-CAE7-4C85-A9AF-7D4D8DE4CA22}" type="slidenum">
              <a:rPr lang="en-GB" smtClean="0"/>
              <a:t>8</a:t>
            </a:fld>
            <a:endParaRPr lang="en-GB" dirty="0"/>
          </a:p>
        </p:txBody>
      </p:sp>
      <p:sp>
        <p:nvSpPr>
          <p:cNvPr id="7" name="Content Placeholder 6">
            <a:extLst>
              <a:ext uri="{FF2B5EF4-FFF2-40B4-BE49-F238E27FC236}">
                <a16:creationId xmlns:a16="http://schemas.microsoft.com/office/drawing/2014/main" id="{A81DD788-1A30-D07C-83D8-5AB93E3BA928}"/>
              </a:ext>
            </a:extLst>
          </p:cNvPr>
          <p:cNvSpPr>
            <a:spLocks noGrp="1"/>
          </p:cNvSpPr>
          <p:nvPr>
            <p:ph idx="1"/>
          </p:nvPr>
        </p:nvSpPr>
        <p:spPr/>
        <p:txBody>
          <a:bodyPr/>
          <a:lstStyle/>
          <a:p>
            <a:pPr marL="742950" indent="-742950">
              <a:buFont typeface="+mj-lt"/>
              <a:buAutoNum type="arabicPeriod"/>
            </a:pPr>
            <a:r>
              <a:rPr lang="en-GB" dirty="0"/>
              <a:t>Research questions/hypotheses</a:t>
            </a:r>
          </a:p>
          <a:p>
            <a:pPr marL="742950" indent="-742950">
              <a:buFont typeface="+mj-lt"/>
              <a:buAutoNum type="arabicPeriod"/>
            </a:pPr>
            <a:r>
              <a:rPr lang="en-GB" dirty="0"/>
              <a:t>Case selection</a:t>
            </a:r>
          </a:p>
          <a:p>
            <a:pPr marL="742950" indent="-742950">
              <a:buFont typeface="+mj-lt"/>
              <a:buAutoNum type="arabicPeriod"/>
            </a:pPr>
            <a:r>
              <a:rPr lang="en-GB" dirty="0"/>
              <a:t>Units of analysis</a:t>
            </a:r>
          </a:p>
          <a:p>
            <a:pPr marL="742950" indent="-742950">
              <a:buFont typeface="+mj-lt"/>
              <a:buAutoNum type="arabicPeriod"/>
            </a:pPr>
            <a:r>
              <a:rPr lang="en-GB" dirty="0"/>
              <a:t>Categories</a:t>
            </a:r>
          </a:p>
          <a:p>
            <a:pPr marL="742950" indent="-742950">
              <a:buFont typeface="+mj-lt"/>
              <a:buAutoNum type="arabicPeriod"/>
            </a:pPr>
            <a:r>
              <a:rPr lang="en-GB" dirty="0"/>
              <a:t>Coding</a:t>
            </a:r>
          </a:p>
          <a:p>
            <a:pPr marL="742950" indent="-742950">
              <a:buFont typeface="+mj-lt"/>
              <a:buAutoNum type="arabicPeriod"/>
            </a:pPr>
            <a:r>
              <a:rPr lang="en-GB" dirty="0"/>
              <a:t>Analysis</a:t>
            </a:r>
          </a:p>
        </p:txBody>
      </p:sp>
    </p:spTree>
    <p:extLst>
      <p:ext uri="{BB962C8B-B14F-4D97-AF65-F5344CB8AC3E}">
        <p14:creationId xmlns:p14="http://schemas.microsoft.com/office/powerpoint/2010/main" val="82177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Coming up</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9</a:t>
            </a:fld>
            <a:endParaRPr lang="en-GB" dirty="0"/>
          </a:p>
        </p:txBody>
      </p:sp>
      <p:sp>
        <p:nvSpPr>
          <p:cNvPr id="6" name="Content Placeholder 2">
            <a:extLst>
              <a:ext uri="{FF2B5EF4-FFF2-40B4-BE49-F238E27FC236}">
                <a16:creationId xmlns:a16="http://schemas.microsoft.com/office/drawing/2014/main" id="{D8071FAB-572D-332E-2754-16BA3A2011A3}"/>
              </a:ext>
            </a:extLst>
          </p:cNvPr>
          <p:cNvSpPr txBox="1">
            <a:spLocks/>
          </p:cNvSpPr>
          <p:nvPr/>
        </p:nvSpPr>
        <p:spPr>
          <a:xfrm>
            <a:off x="638106" y="1665727"/>
            <a:ext cx="9359333" cy="47757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3600" b="1" dirty="0"/>
              <a:t>Today</a:t>
            </a:r>
          </a:p>
          <a:p>
            <a:r>
              <a:rPr lang="en-GB" sz="3600" dirty="0"/>
              <a:t>Doing our own content analysis</a:t>
            </a:r>
          </a:p>
          <a:p>
            <a:r>
              <a:rPr lang="en-GB" sz="3600" dirty="0"/>
              <a:t>Evaluating content analysis</a:t>
            </a:r>
          </a:p>
          <a:p>
            <a:r>
              <a:rPr lang="en-GB" sz="3600" dirty="0"/>
              <a:t>Examples in academic research</a:t>
            </a:r>
          </a:p>
          <a:p>
            <a:r>
              <a:rPr lang="en-GB" sz="3600" dirty="0"/>
              <a:t>Related methods</a:t>
            </a:r>
          </a:p>
          <a:p>
            <a:r>
              <a:rPr lang="en-GB" sz="3600" dirty="0"/>
              <a:t>Exam information</a:t>
            </a:r>
          </a:p>
          <a:p>
            <a:endParaRPr lang="en-GB" sz="3600" dirty="0"/>
          </a:p>
        </p:txBody>
      </p:sp>
    </p:spTree>
    <p:extLst>
      <p:ext uri="{BB962C8B-B14F-4D97-AF65-F5344CB8AC3E}">
        <p14:creationId xmlns:p14="http://schemas.microsoft.com/office/powerpoint/2010/main" val="286534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This week</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324255" y="1247353"/>
            <a:ext cx="11543490" cy="5387127"/>
          </a:xfrm>
        </p:spPr>
        <p:txBody>
          <a:bodyPr>
            <a:normAutofit/>
          </a:bodyPr>
          <a:lstStyle/>
          <a:p>
            <a:pPr marL="0" indent="0" algn="l">
              <a:buNone/>
            </a:pPr>
            <a:r>
              <a:rPr lang="en-GB" sz="2400" b="1" i="1" dirty="0">
                <a:solidFill>
                  <a:srgbClr val="2D3B45"/>
                </a:solidFill>
                <a:effectLst/>
              </a:rPr>
              <a:t>Assigned course materials:</a:t>
            </a:r>
            <a:endParaRPr lang="en-GB" sz="2400" b="0" i="0" dirty="0">
              <a:solidFill>
                <a:srgbClr val="2D3B45"/>
              </a:solidFill>
              <a:effectLst/>
            </a:endParaRPr>
          </a:p>
          <a:p>
            <a:pPr marL="0" indent="0" algn="l">
              <a:buNone/>
            </a:pPr>
            <a:r>
              <a:rPr lang="en-US" sz="2400" i="0" dirty="0">
                <a:solidFill>
                  <a:srgbClr val="2D3B45"/>
                </a:solidFill>
                <a:effectLst/>
              </a:rPr>
              <a:t>Review the assigned readings for Content Analysis I: Halperin &amp; Heath (2025)</a:t>
            </a:r>
            <a:endParaRPr lang="en-GB" sz="2400" dirty="0">
              <a:solidFill>
                <a:srgbClr val="2D3B45"/>
              </a:solidFill>
            </a:endParaRPr>
          </a:p>
          <a:p>
            <a:pPr algn="l">
              <a:buFont typeface="+mj-lt"/>
              <a:buAutoNum type="arabicPeriod"/>
            </a:pPr>
            <a:r>
              <a:rPr lang="en-GB" sz="2400" b="1" i="0" dirty="0">
                <a:solidFill>
                  <a:srgbClr val="2D3B45"/>
                </a:solidFill>
                <a:effectLst/>
              </a:rPr>
              <a:t>Moffitt</a:t>
            </a:r>
            <a:r>
              <a:rPr lang="en-GB" sz="2400" b="1" dirty="0">
                <a:solidFill>
                  <a:srgbClr val="2D3B45"/>
                </a:solidFill>
              </a:rPr>
              <a:t> </a:t>
            </a:r>
            <a:r>
              <a:rPr lang="en-GB" sz="2400" b="1" i="0" dirty="0">
                <a:solidFill>
                  <a:srgbClr val="2D3B45"/>
                </a:solidFill>
                <a:effectLst/>
              </a:rPr>
              <a:t>(2024). </a:t>
            </a:r>
            <a:r>
              <a:rPr lang="en-GB" sz="2400" b="0" i="0" dirty="0">
                <a:solidFill>
                  <a:srgbClr val="2D3B45"/>
                </a:solidFill>
                <a:effectLst/>
              </a:rPr>
              <a:t>How do populists visually represent ‘the people’? A systematic comparative visual content analysis of Donald Trump and Bernie Sanders’ Instagram accounts. </a:t>
            </a:r>
          </a:p>
          <a:p>
            <a:pPr algn="l">
              <a:buFont typeface="+mj-lt"/>
              <a:buAutoNum type="arabicPeriod"/>
            </a:pPr>
            <a:r>
              <a:rPr lang="en-GB" sz="2400" b="1" i="0" dirty="0" err="1">
                <a:solidFill>
                  <a:srgbClr val="2D3B45"/>
                </a:solidFill>
                <a:effectLst/>
              </a:rPr>
              <a:t>Godefroidt</a:t>
            </a:r>
            <a:r>
              <a:rPr lang="en-GB" sz="2400" b="1" i="0" dirty="0">
                <a:solidFill>
                  <a:srgbClr val="2D3B45"/>
                </a:solidFill>
                <a:effectLst/>
              </a:rPr>
              <a:t>, Berbers &amp; </a:t>
            </a:r>
            <a:r>
              <a:rPr lang="en-GB" sz="2400" b="1" i="0" dirty="0" err="1">
                <a:solidFill>
                  <a:srgbClr val="2D3B45"/>
                </a:solidFill>
                <a:effectLst/>
              </a:rPr>
              <a:t>d’Haenens</a:t>
            </a:r>
            <a:r>
              <a:rPr lang="en-GB" sz="2400" b="1" i="0" dirty="0">
                <a:solidFill>
                  <a:srgbClr val="2D3B45"/>
                </a:solidFill>
                <a:effectLst/>
              </a:rPr>
              <a:t> (2016).</a:t>
            </a:r>
            <a:r>
              <a:rPr lang="en-GB" sz="2400" i="0" dirty="0">
                <a:solidFill>
                  <a:srgbClr val="2D3B45"/>
                </a:solidFill>
                <a:effectLst/>
              </a:rPr>
              <a:t> </a:t>
            </a:r>
            <a:r>
              <a:rPr lang="en-GB" sz="2400" b="0" i="0" dirty="0">
                <a:solidFill>
                  <a:srgbClr val="2D3B45"/>
                </a:solidFill>
                <a:effectLst/>
              </a:rPr>
              <a:t>What’s in a frame? A comparative content analysis of American, British, French, and Russian news articles. </a:t>
            </a:r>
          </a:p>
          <a:p>
            <a:pPr algn="l">
              <a:buFont typeface="+mj-lt"/>
              <a:buAutoNum type="arabicPeriod"/>
            </a:pPr>
            <a:endParaRPr lang="en-GB" sz="2400" b="0" i="0" dirty="0">
              <a:solidFill>
                <a:srgbClr val="2D3B45"/>
              </a:solidFill>
              <a:effectLst/>
            </a:endParaRPr>
          </a:p>
          <a:p>
            <a:pPr marL="0" indent="0" algn="l">
              <a:buNone/>
            </a:pPr>
            <a:r>
              <a:rPr lang="en-GB" sz="2400" b="1" i="1" dirty="0">
                <a:solidFill>
                  <a:srgbClr val="2D3B45"/>
                </a:solidFill>
                <a:effectLst/>
              </a:rPr>
              <a:t>Seminar questions:</a:t>
            </a:r>
            <a:endParaRPr lang="en-GB" sz="2400" b="0" i="0" dirty="0">
              <a:solidFill>
                <a:srgbClr val="2D3B45"/>
              </a:solidFill>
              <a:effectLst/>
            </a:endParaRPr>
          </a:p>
          <a:p>
            <a:pPr lvl="0"/>
            <a:r>
              <a:rPr lang="en-GB" sz="2400" dirty="0"/>
              <a:t>What are the similarities and differences between qualitative and quantitative content analysis?</a:t>
            </a:r>
          </a:p>
          <a:p>
            <a:pPr lvl="0"/>
            <a:r>
              <a:rPr lang="en-GB" sz="2400" dirty="0"/>
              <a:t>What do you think are some of the main issues/limitations we would need to take into consideration if we wanted to conduct our own content analysis project?</a:t>
            </a:r>
          </a:p>
          <a:p>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10</a:t>
            </a:fld>
            <a:endParaRPr lang="en-GB" dirty="0"/>
          </a:p>
        </p:txBody>
      </p:sp>
    </p:spTree>
    <p:extLst>
      <p:ext uri="{BB962C8B-B14F-4D97-AF65-F5344CB8AC3E}">
        <p14:creationId xmlns:p14="http://schemas.microsoft.com/office/powerpoint/2010/main" val="3796173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047884" y="1337013"/>
            <a:ext cx="9893031" cy="2626469"/>
          </a:xfrm>
        </p:spPr>
        <p:txBody>
          <a:bodyPr/>
          <a:lstStyle/>
          <a:p>
            <a:r>
              <a:rPr lang="en-GB" dirty="0"/>
              <a:t>Doing content analysis</a:t>
            </a:r>
          </a:p>
        </p:txBody>
      </p:sp>
    </p:spTree>
    <p:extLst>
      <p:ext uri="{BB962C8B-B14F-4D97-AF65-F5344CB8AC3E}">
        <p14:creationId xmlns:p14="http://schemas.microsoft.com/office/powerpoint/2010/main" val="1072653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58F10-4AB7-450C-EFF2-E5AE46683363}"/>
              </a:ext>
            </a:extLst>
          </p:cNvPr>
          <p:cNvSpPr>
            <a:spLocks noGrp="1"/>
          </p:cNvSpPr>
          <p:nvPr>
            <p:ph type="title"/>
          </p:nvPr>
        </p:nvSpPr>
        <p:spPr/>
        <p:txBody>
          <a:bodyPr/>
          <a:lstStyle/>
          <a:p>
            <a:r>
              <a:rPr lang="en-US" dirty="0"/>
              <a:t>Considerations</a:t>
            </a:r>
            <a:endParaRPr lang="en-GB" dirty="0"/>
          </a:p>
        </p:txBody>
      </p:sp>
      <p:sp>
        <p:nvSpPr>
          <p:cNvPr id="3" name="Content Placeholder 2">
            <a:extLst>
              <a:ext uri="{FF2B5EF4-FFF2-40B4-BE49-F238E27FC236}">
                <a16:creationId xmlns:a16="http://schemas.microsoft.com/office/drawing/2014/main" id="{F4AABE7F-8EF5-E345-B593-865BE6750F98}"/>
              </a:ext>
            </a:extLst>
          </p:cNvPr>
          <p:cNvSpPr>
            <a:spLocks noGrp="1"/>
          </p:cNvSpPr>
          <p:nvPr>
            <p:ph idx="1"/>
          </p:nvPr>
        </p:nvSpPr>
        <p:spPr/>
        <p:txBody>
          <a:bodyPr/>
          <a:lstStyle/>
          <a:p>
            <a:r>
              <a:rPr lang="en-GB" dirty="0"/>
              <a:t>What features of the document are relevant?</a:t>
            </a:r>
          </a:p>
          <a:p>
            <a:r>
              <a:rPr lang="en-GB" dirty="0"/>
              <a:t>Just the raw text, or formatting important?</a:t>
            </a:r>
          </a:p>
          <a:p>
            <a:r>
              <a:rPr lang="en-GB" dirty="0"/>
              <a:t>Video file, or written transcript?</a:t>
            </a:r>
          </a:p>
          <a:p>
            <a:r>
              <a:rPr lang="en-GB" dirty="0"/>
              <a:t>What size of coding unit will you use?</a:t>
            </a:r>
          </a:p>
          <a:p>
            <a:r>
              <a:rPr lang="en-GB" dirty="0"/>
              <a:t>Data storage/organisation</a:t>
            </a:r>
          </a:p>
          <a:p>
            <a:r>
              <a:rPr lang="en-GB" dirty="0"/>
              <a:t>Data cleaning &amp; processing</a:t>
            </a:r>
          </a:p>
          <a:p>
            <a:pPr marL="0" indent="0">
              <a:buNone/>
            </a:pPr>
            <a:endParaRPr lang="en-GB" dirty="0"/>
          </a:p>
        </p:txBody>
      </p:sp>
      <p:sp>
        <p:nvSpPr>
          <p:cNvPr id="5" name="Slide Number Placeholder 4">
            <a:extLst>
              <a:ext uri="{FF2B5EF4-FFF2-40B4-BE49-F238E27FC236}">
                <a16:creationId xmlns:a16="http://schemas.microsoft.com/office/drawing/2014/main" id="{4B125740-9452-A170-4F59-69FB6A9AEB85}"/>
              </a:ext>
            </a:extLst>
          </p:cNvPr>
          <p:cNvSpPr>
            <a:spLocks noGrp="1"/>
          </p:cNvSpPr>
          <p:nvPr>
            <p:ph type="sldNum" sz="quarter" idx="12"/>
          </p:nvPr>
        </p:nvSpPr>
        <p:spPr/>
        <p:txBody>
          <a:bodyPr/>
          <a:lstStyle/>
          <a:p>
            <a:fld id="{372769DB-CAE7-4C85-A9AF-7D4D8DE4CA22}" type="slidenum">
              <a:rPr lang="en-GB" smtClean="0"/>
              <a:t>12</a:t>
            </a:fld>
            <a:endParaRPr lang="en-GB" dirty="0"/>
          </a:p>
        </p:txBody>
      </p:sp>
    </p:spTree>
    <p:extLst>
      <p:ext uri="{BB962C8B-B14F-4D97-AF65-F5344CB8AC3E}">
        <p14:creationId xmlns:p14="http://schemas.microsoft.com/office/powerpoint/2010/main" val="1902148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p:txBody>
          <a:bodyPr/>
          <a:lstStyle/>
          <a:p>
            <a:r>
              <a:rPr lang="en-FI"/>
              <a:t>Join the Vevox session </a:t>
            </a:r>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TextBox 3">
            <a:extLst>
              <a:ext uri="{FF2B5EF4-FFF2-40B4-BE49-F238E27FC236}">
                <a16:creationId xmlns:a16="http://schemas.microsoft.com/office/drawing/2014/main" id="{94C90E04-3DC2-4DA8-98DF-975DF8951C4F}"/>
              </a:ext>
            </a:extLst>
          </p:cNvPr>
          <p:cNvSpPr txBox="1"/>
          <p:nvPr>
            <p:custDataLst>
              <p:tags r:id="rId4"/>
            </p:custDataLst>
          </p:nvPr>
        </p:nvSpPr>
        <p:spPr>
          <a:xfrm>
            <a:off x="838200" y="1798320"/>
            <a:ext cx="7340600" cy="4429760"/>
          </a:xfrm>
          <a:prstGeom prst="rect">
            <a:avLst/>
          </a:prstGeom>
          <a:noFill/>
        </p:spPr>
        <p:txBody>
          <a:bodyPr vertOverflow="overflow" vert="horz" wrap="square" rtlCol="0" anchor="t">
            <a:spAutoFit/>
          </a:bodyPr>
          <a:lstStyle/>
          <a:p>
            <a:pPr algn="l"/>
            <a:r>
              <a:rPr lang="en-GB" sz="3500"/>
              <a:t>Go to </a:t>
            </a:r>
            <a:r>
              <a:rPr lang="en-GB" sz="3500" b="1"/>
              <a:t>vevox.app</a:t>
            </a:r>
            <a:endParaRPr lang="en-GB" sz="3500"/>
          </a:p>
          <a:p>
            <a:pPr algn="l"/>
            <a:endParaRPr lang="en-GB" sz="3500"/>
          </a:p>
          <a:p>
            <a:pPr algn="l"/>
            <a:r>
              <a:rPr lang="en-GB" sz="3500"/>
              <a:t>Enter the session ID: </a:t>
            </a:r>
            <a:r>
              <a:rPr lang="en-GB" sz="3500" b="1"/>
              <a:t>196-472-727</a:t>
            </a:r>
            <a:endParaRPr lang="en-GB" sz="3500"/>
          </a:p>
          <a:p>
            <a:pPr algn="l"/>
            <a:endParaRPr lang="en-GB" sz="3500"/>
          </a:p>
          <a:p>
            <a:pPr algn="l"/>
            <a:r>
              <a:rPr lang="en-GB" sz="3500"/>
              <a:t>Or scan the QR code</a:t>
            </a:r>
          </a:p>
        </p:txBody>
      </p:sp>
      <p:sp>
        <p:nvSpPr>
          <p:cNvPr id="5" name="Rectangle 4" descr="QR-code">
            <a:extLst>
              <a:ext uri="{FF2B5EF4-FFF2-40B4-BE49-F238E27FC236}">
                <a16:creationId xmlns:a16="http://schemas.microsoft.com/office/drawing/2014/main" id="{3F9E799D-A25B-4242-9642-2538E4780D20}"/>
              </a:ext>
            </a:extLst>
          </p:cNvPr>
          <p:cNvSpPr/>
          <p:nvPr>
            <p:custDataLst>
              <p:tags r:id="rId5"/>
            </p:custDataLst>
          </p:nvPr>
        </p:nvSpPr>
        <p:spPr>
          <a:xfrm>
            <a:off x="8178800" y="1948179"/>
            <a:ext cx="2755900" cy="2755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 name="Rectangle 5">
            <a:extLst>
              <a:ext uri="{FF2B5EF4-FFF2-40B4-BE49-F238E27FC236}">
                <a16:creationId xmlns:a16="http://schemas.microsoft.com/office/drawing/2014/main" id="{71A26E57-3033-45EF-9812-05B1B6484634}"/>
              </a:ext>
              <a:ext uri="{C183D7F6-B498-43B3-948B-1728B52AA6E4}">
                <adec:decorative xmlns:adec="http://schemas.microsoft.com/office/drawing/2017/decorative" val="1"/>
              </a:ext>
            </a:extLst>
          </p:cNvPr>
          <p:cNvSpPr/>
          <p:nvPr>
            <p:custDataLst>
              <p:tags r:id="rId6"/>
            </p:custDataLst>
          </p:nvPr>
        </p:nvSpPr>
        <p:spPr>
          <a:xfrm>
            <a:off x="81788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 name="Rectangle 6">
            <a:extLst>
              <a:ext uri="{FF2B5EF4-FFF2-40B4-BE49-F238E27FC236}">
                <a16:creationId xmlns:a16="http://schemas.microsoft.com/office/drawing/2014/main" id="{6ACA0AC7-40EE-4DDD-910F-158341454025}"/>
              </a:ext>
              <a:ext uri="{C183D7F6-B498-43B3-948B-1728B52AA6E4}">
                <adec:decorative xmlns:adec="http://schemas.microsoft.com/office/drawing/2017/decorative" val="1"/>
              </a:ext>
            </a:extLst>
          </p:cNvPr>
          <p:cNvSpPr/>
          <p:nvPr>
            <p:custDataLst>
              <p:tags r:id="rId7"/>
            </p:custDataLst>
          </p:nvPr>
        </p:nvSpPr>
        <p:spPr>
          <a:xfrm>
            <a:off x="82677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 name="Rectangle 7">
            <a:extLst>
              <a:ext uri="{FF2B5EF4-FFF2-40B4-BE49-F238E27FC236}">
                <a16:creationId xmlns:a16="http://schemas.microsoft.com/office/drawing/2014/main" id="{8E51C873-BE5E-4EF9-9D17-55044B4F6B7A}"/>
              </a:ext>
              <a:ext uri="{C183D7F6-B498-43B3-948B-1728B52AA6E4}">
                <adec:decorative xmlns:adec="http://schemas.microsoft.com/office/drawing/2017/decorative" val="1"/>
              </a:ext>
            </a:extLst>
          </p:cNvPr>
          <p:cNvSpPr/>
          <p:nvPr>
            <p:custDataLst>
              <p:tags r:id="rId8"/>
            </p:custDataLst>
          </p:nvPr>
        </p:nvSpPr>
        <p:spPr>
          <a:xfrm>
            <a:off x="83566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 name="Rectangle 8">
            <a:extLst>
              <a:ext uri="{FF2B5EF4-FFF2-40B4-BE49-F238E27FC236}">
                <a16:creationId xmlns:a16="http://schemas.microsoft.com/office/drawing/2014/main" id="{43ABEB25-B114-41E8-9196-D586D08E1F52}"/>
              </a:ext>
              <a:ext uri="{C183D7F6-B498-43B3-948B-1728B52AA6E4}">
                <adec:decorative xmlns:adec="http://schemas.microsoft.com/office/drawing/2017/decorative" val="1"/>
              </a:ext>
            </a:extLst>
          </p:cNvPr>
          <p:cNvSpPr/>
          <p:nvPr>
            <p:custDataLst>
              <p:tags r:id="rId9"/>
            </p:custDataLst>
          </p:nvPr>
        </p:nvSpPr>
        <p:spPr>
          <a:xfrm>
            <a:off x="84455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 name="Rectangle 9">
            <a:extLst>
              <a:ext uri="{FF2B5EF4-FFF2-40B4-BE49-F238E27FC236}">
                <a16:creationId xmlns:a16="http://schemas.microsoft.com/office/drawing/2014/main" id="{9761CF2F-DE09-4CEA-9908-E8CB709B9C5C}"/>
              </a:ext>
              <a:ext uri="{C183D7F6-B498-43B3-948B-1728B52AA6E4}">
                <adec:decorative xmlns:adec="http://schemas.microsoft.com/office/drawing/2017/decorative" val="1"/>
              </a:ext>
            </a:extLst>
          </p:cNvPr>
          <p:cNvSpPr/>
          <p:nvPr>
            <p:custDataLst>
              <p:tags r:id="rId10"/>
            </p:custDataLst>
          </p:nvPr>
        </p:nvSpPr>
        <p:spPr>
          <a:xfrm>
            <a:off x="85344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 name="Rectangle 10">
            <a:extLst>
              <a:ext uri="{FF2B5EF4-FFF2-40B4-BE49-F238E27FC236}">
                <a16:creationId xmlns:a16="http://schemas.microsoft.com/office/drawing/2014/main" id="{507C7765-97E3-48DF-A2F3-60F76B434E87}"/>
              </a:ext>
              <a:ext uri="{C183D7F6-B498-43B3-948B-1728B52AA6E4}">
                <adec:decorative xmlns:adec="http://schemas.microsoft.com/office/drawing/2017/decorative" val="1"/>
              </a:ext>
            </a:extLst>
          </p:cNvPr>
          <p:cNvSpPr/>
          <p:nvPr>
            <p:custDataLst>
              <p:tags r:id="rId11"/>
            </p:custDataLst>
          </p:nvPr>
        </p:nvSpPr>
        <p:spPr>
          <a:xfrm>
            <a:off x="86233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 name="Rectangle 11">
            <a:extLst>
              <a:ext uri="{FF2B5EF4-FFF2-40B4-BE49-F238E27FC236}">
                <a16:creationId xmlns:a16="http://schemas.microsoft.com/office/drawing/2014/main" id="{6EFCF987-59C7-4844-90D7-A21336382C56}"/>
              </a:ext>
              <a:ext uri="{C183D7F6-B498-43B3-948B-1728B52AA6E4}">
                <adec:decorative xmlns:adec="http://schemas.microsoft.com/office/drawing/2017/decorative" val="1"/>
              </a:ext>
            </a:extLst>
          </p:cNvPr>
          <p:cNvSpPr/>
          <p:nvPr>
            <p:custDataLst>
              <p:tags r:id="rId12"/>
            </p:custDataLst>
          </p:nvPr>
        </p:nvSpPr>
        <p:spPr>
          <a:xfrm>
            <a:off x="87122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 name="Rectangle 12">
            <a:extLst>
              <a:ext uri="{FF2B5EF4-FFF2-40B4-BE49-F238E27FC236}">
                <a16:creationId xmlns:a16="http://schemas.microsoft.com/office/drawing/2014/main" id="{D116BD54-A2A5-4AE5-8824-8851BF53D3A4}"/>
              </a:ext>
              <a:ext uri="{C183D7F6-B498-43B3-948B-1728B52AA6E4}">
                <adec:decorative xmlns:adec="http://schemas.microsoft.com/office/drawing/2017/decorative" val="1"/>
              </a:ext>
            </a:extLst>
          </p:cNvPr>
          <p:cNvSpPr/>
          <p:nvPr>
            <p:custDataLst>
              <p:tags r:id="rId13"/>
            </p:custDataLst>
          </p:nvPr>
        </p:nvSpPr>
        <p:spPr>
          <a:xfrm>
            <a:off x="88011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 name="Rectangle 13">
            <a:extLst>
              <a:ext uri="{FF2B5EF4-FFF2-40B4-BE49-F238E27FC236}">
                <a16:creationId xmlns:a16="http://schemas.microsoft.com/office/drawing/2014/main" id="{1EE45E86-AA87-423D-BBC0-74A43F3ACC59}"/>
              </a:ext>
              <a:ext uri="{C183D7F6-B498-43B3-948B-1728B52AA6E4}">
                <adec:decorative xmlns:adec="http://schemas.microsoft.com/office/drawing/2017/decorative" val="1"/>
              </a:ext>
            </a:extLst>
          </p:cNvPr>
          <p:cNvSpPr/>
          <p:nvPr>
            <p:custDataLst>
              <p:tags r:id="rId14"/>
            </p:custDataLst>
          </p:nvPr>
        </p:nvSpPr>
        <p:spPr>
          <a:xfrm>
            <a:off x="88900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 name="Rectangle 14">
            <a:extLst>
              <a:ext uri="{FF2B5EF4-FFF2-40B4-BE49-F238E27FC236}">
                <a16:creationId xmlns:a16="http://schemas.microsoft.com/office/drawing/2014/main" id="{20B24BD4-457A-4B26-A96F-256A5689F6CD}"/>
              </a:ext>
              <a:ext uri="{C183D7F6-B498-43B3-948B-1728B52AA6E4}">
                <adec:decorative xmlns:adec="http://schemas.microsoft.com/office/drawing/2017/decorative" val="1"/>
              </a:ext>
            </a:extLst>
          </p:cNvPr>
          <p:cNvSpPr/>
          <p:nvPr>
            <p:custDataLst>
              <p:tags r:id="rId15"/>
            </p:custDataLst>
          </p:nvPr>
        </p:nvSpPr>
        <p:spPr>
          <a:xfrm>
            <a:off x="89789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 name="Rectangle 15">
            <a:extLst>
              <a:ext uri="{FF2B5EF4-FFF2-40B4-BE49-F238E27FC236}">
                <a16:creationId xmlns:a16="http://schemas.microsoft.com/office/drawing/2014/main" id="{C7461441-9F9A-4D71-9419-0E12077E0A1A}"/>
              </a:ext>
              <a:ext uri="{C183D7F6-B498-43B3-948B-1728B52AA6E4}">
                <adec:decorative xmlns:adec="http://schemas.microsoft.com/office/drawing/2017/decorative" val="1"/>
              </a:ext>
            </a:extLst>
          </p:cNvPr>
          <p:cNvSpPr/>
          <p:nvPr>
            <p:custDataLst>
              <p:tags r:id="rId16"/>
            </p:custDataLst>
          </p:nvPr>
        </p:nvSpPr>
        <p:spPr>
          <a:xfrm>
            <a:off x="90678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 name="Rectangle 16">
            <a:extLst>
              <a:ext uri="{FF2B5EF4-FFF2-40B4-BE49-F238E27FC236}">
                <a16:creationId xmlns:a16="http://schemas.microsoft.com/office/drawing/2014/main" id="{3B4C0055-88A3-4256-8E95-765388865FD7}"/>
              </a:ext>
              <a:ext uri="{C183D7F6-B498-43B3-948B-1728B52AA6E4}">
                <adec:decorative xmlns:adec="http://schemas.microsoft.com/office/drawing/2017/decorative" val="1"/>
              </a:ext>
            </a:extLst>
          </p:cNvPr>
          <p:cNvSpPr/>
          <p:nvPr>
            <p:custDataLst>
              <p:tags r:id="rId17"/>
            </p:custDataLst>
          </p:nvPr>
        </p:nvSpPr>
        <p:spPr>
          <a:xfrm>
            <a:off x="91567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 name="Rectangle 17">
            <a:extLst>
              <a:ext uri="{FF2B5EF4-FFF2-40B4-BE49-F238E27FC236}">
                <a16:creationId xmlns:a16="http://schemas.microsoft.com/office/drawing/2014/main" id="{9EB0C190-09B3-4E3A-9207-7154DB2DF8DC}"/>
              </a:ext>
              <a:ext uri="{C183D7F6-B498-43B3-948B-1728B52AA6E4}">
                <adec:decorative xmlns:adec="http://schemas.microsoft.com/office/drawing/2017/decorative" val="1"/>
              </a:ext>
            </a:extLst>
          </p:cNvPr>
          <p:cNvSpPr/>
          <p:nvPr>
            <p:custDataLst>
              <p:tags r:id="rId18"/>
            </p:custDataLst>
          </p:nvPr>
        </p:nvSpPr>
        <p:spPr>
          <a:xfrm>
            <a:off x="92456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 name="Rectangle 18">
            <a:extLst>
              <a:ext uri="{FF2B5EF4-FFF2-40B4-BE49-F238E27FC236}">
                <a16:creationId xmlns:a16="http://schemas.microsoft.com/office/drawing/2014/main" id="{C07F2277-1C6F-4958-9B67-9F73C785748D}"/>
              </a:ext>
              <a:ext uri="{C183D7F6-B498-43B3-948B-1728B52AA6E4}">
                <adec:decorative xmlns:adec="http://schemas.microsoft.com/office/drawing/2017/decorative" val="1"/>
              </a:ext>
            </a:extLst>
          </p:cNvPr>
          <p:cNvSpPr/>
          <p:nvPr>
            <p:custDataLst>
              <p:tags r:id="rId19"/>
            </p:custDataLst>
          </p:nvPr>
        </p:nvSpPr>
        <p:spPr>
          <a:xfrm>
            <a:off x="93345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 name="Rectangle 19">
            <a:extLst>
              <a:ext uri="{FF2B5EF4-FFF2-40B4-BE49-F238E27FC236}">
                <a16:creationId xmlns:a16="http://schemas.microsoft.com/office/drawing/2014/main" id="{043C9077-E81B-4BA7-B838-2437927B6474}"/>
              </a:ext>
              <a:ext uri="{C183D7F6-B498-43B3-948B-1728B52AA6E4}">
                <adec:decorative xmlns:adec="http://schemas.microsoft.com/office/drawing/2017/decorative" val="1"/>
              </a:ext>
            </a:extLst>
          </p:cNvPr>
          <p:cNvSpPr/>
          <p:nvPr>
            <p:custDataLst>
              <p:tags r:id="rId20"/>
            </p:custDataLst>
          </p:nvPr>
        </p:nvSpPr>
        <p:spPr>
          <a:xfrm>
            <a:off x="94234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 name="Rectangle 20">
            <a:extLst>
              <a:ext uri="{FF2B5EF4-FFF2-40B4-BE49-F238E27FC236}">
                <a16:creationId xmlns:a16="http://schemas.microsoft.com/office/drawing/2014/main" id="{436646A8-DF67-4DBB-AE9C-0BFCC4B5811A}"/>
              </a:ext>
              <a:ext uri="{C183D7F6-B498-43B3-948B-1728B52AA6E4}">
                <adec:decorative xmlns:adec="http://schemas.microsoft.com/office/drawing/2017/decorative" val="1"/>
              </a:ext>
            </a:extLst>
          </p:cNvPr>
          <p:cNvSpPr/>
          <p:nvPr>
            <p:custDataLst>
              <p:tags r:id="rId21"/>
            </p:custDataLst>
          </p:nvPr>
        </p:nvSpPr>
        <p:spPr>
          <a:xfrm>
            <a:off x="95123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 name="Rectangle 21">
            <a:extLst>
              <a:ext uri="{FF2B5EF4-FFF2-40B4-BE49-F238E27FC236}">
                <a16:creationId xmlns:a16="http://schemas.microsoft.com/office/drawing/2014/main" id="{F015A4AA-9480-4ECC-9D94-25B71376B1D2}"/>
              </a:ext>
              <a:ext uri="{C183D7F6-B498-43B3-948B-1728B52AA6E4}">
                <adec:decorative xmlns:adec="http://schemas.microsoft.com/office/drawing/2017/decorative" val="1"/>
              </a:ext>
            </a:extLst>
          </p:cNvPr>
          <p:cNvSpPr/>
          <p:nvPr>
            <p:custDataLst>
              <p:tags r:id="rId22"/>
            </p:custDataLst>
          </p:nvPr>
        </p:nvSpPr>
        <p:spPr>
          <a:xfrm>
            <a:off x="96012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 name="Rectangle 22">
            <a:extLst>
              <a:ext uri="{FF2B5EF4-FFF2-40B4-BE49-F238E27FC236}">
                <a16:creationId xmlns:a16="http://schemas.microsoft.com/office/drawing/2014/main" id="{A09C9390-43BA-4655-A49B-BFCCFE8D7F96}"/>
              </a:ext>
              <a:ext uri="{C183D7F6-B498-43B3-948B-1728B52AA6E4}">
                <adec:decorative xmlns:adec="http://schemas.microsoft.com/office/drawing/2017/decorative" val="1"/>
              </a:ext>
            </a:extLst>
          </p:cNvPr>
          <p:cNvSpPr/>
          <p:nvPr>
            <p:custDataLst>
              <p:tags r:id="rId23"/>
            </p:custDataLst>
          </p:nvPr>
        </p:nvSpPr>
        <p:spPr>
          <a:xfrm>
            <a:off x="96901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 name="Rectangle 23">
            <a:extLst>
              <a:ext uri="{FF2B5EF4-FFF2-40B4-BE49-F238E27FC236}">
                <a16:creationId xmlns:a16="http://schemas.microsoft.com/office/drawing/2014/main" id="{6C32C450-6F30-4684-93A6-DD24CD94EBF3}"/>
              </a:ext>
              <a:ext uri="{C183D7F6-B498-43B3-948B-1728B52AA6E4}">
                <adec:decorative xmlns:adec="http://schemas.microsoft.com/office/drawing/2017/decorative" val="1"/>
              </a:ext>
            </a:extLst>
          </p:cNvPr>
          <p:cNvSpPr/>
          <p:nvPr>
            <p:custDataLst>
              <p:tags r:id="rId24"/>
            </p:custDataLst>
          </p:nvPr>
        </p:nvSpPr>
        <p:spPr>
          <a:xfrm>
            <a:off x="97790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 name="Rectangle 24">
            <a:extLst>
              <a:ext uri="{FF2B5EF4-FFF2-40B4-BE49-F238E27FC236}">
                <a16:creationId xmlns:a16="http://schemas.microsoft.com/office/drawing/2014/main" id="{32FF8754-5743-4825-86F6-6FB00457EF3A}"/>
              </a:ext>
              <a:ext uri="{C183D7F6-B498-43B3-948B-1728B52AA6E4}">
                <adec:decorative xmlns:adec="http://schemas.microsoft.com/office/drawing/2017/decorative" val="1"/>
              </a:ext>
            </a:extLst>
          </p:cNvPr>
          <p:cNvSpPr/>
          <p:nvPr>
            <p:custDataLst>
              <p:tags r:id="rId25"/>
            </p:custDataLst>
          </p:nvPr>
        </p:nvSpPr>
        <p:spPr>
          <a:xfrm>
            <a:off x="98679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 name="Rectangle 25">
            <a:extLst>
              <a:ext uri="{FF2B5EF4-FFF2-40B4-BE49-F238E27FC236}">
                <a16:creationId xmlns:a16="http://schemas.microsoft.com/office/drawing/2014/main" id="{0632AC1A-A3BA-4BD7-B30F-E5E67147AEAE}"/>
              </a:ext>
              <a:ext uri="{C183D7F6-B498-43B3-948B-1728B52AA6E4}">
                <adec:decorative xmlns:adec="http://schemas.microsoft.com/office/drawing/2017/decorative" val="1"/>
              </a:ext>
            </a:extLst>
          </p:cNvPr>
          <p:cNvSpPr/>
          <p:nvPr>
            <p:custDataLst>
              <p:tags r:id="rId26"/>
            </p:custDataLst>
          </p:nvPr>
        </p:nvSpPr>
        <p:spPr>
          <a:xfrm>
            <a:off x="99568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 name="Rectangle 26">
            <a:extLst>
              <a:ext uri="{FF2B5EF4-FFF2-40B4-BE49-F238E27FC236}">
                <a16:creationId xmlns:a16="http://schemas.microsoft.com/office/drawing/2014/main" id="{A2347658-EE36-4DAB-837B-0AD32E941E18}"/>
              </a:ext>
              <a:ext uri="{C183D7F6-B498-43B3-948B-1728B52AA6E4}">
                <adec:decorative xmlns:adec="http://schemas.microsoft.com/office/drawing/2017/decorative" val="1"/>
              </a:ext>
            </a:extLst>
          </p:cNvPr>
          <p:cNvSpPr/>
          <p:nvPr>
            <p:custDataLst>
              <p:tags r:id="rId27"/>
            </p:custDataLst>
          </p:nvPr>
        </p:nvSpPr>
        <p:spPr>
          <a:xfrm>
            <a:off x="100457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 name="Rectangle 27">
            <a:extLst>
              <a:ext uri="{FF2B5EF4-FFF2-40B4-BE49-F238E27FC236}">
                <a16:creationId xmlns:a16="http://schemas.microsoft.com/office/drawing/2014/main" id="{0EB20E49-39CA-4BDF-AE2D-72FC371800DA}"/>
              </a:ext>
              <a:ext uri="{C183D7F6-B498-43B3-948B-1728B52AA6E4}">
                <adec:decorative xmlns:adec="http://schemas.microsoft.com/office/drawing/2017/decorative" val="1"/>
              </a:ext>
            </a:extLst>
          </p:cNvPr>
          <p:cNvSpPr/>
          <p:nvPr>
            <p:custDataLst>
              <p:tags r:id="rId28"/>
            </p:custDataLst>
          </p:nvPr>
        </p:nvSpPr>
        <p:spPr>
          <a:xfrm>
            <a:off x="10134600" y="2037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 name="Rectangle 28">
            <a:extLst>
              <a:ext uri="{FF2B5EF4-FFF2-40B4-BE49-F238E27FC236}">
                <a16:creationId xmlns:a16="http://schemas.microsoft.com/office/drawing/2014/main" id="{6D3EA480-F9CE-49B9-9349-E3615F1C5E24}"/>
              </a:ext>
              <a:ext uri="{C183D7F6-B498-43B3-948B-1728B52AA6E4}">
                <adec:decorative xmlns:adec="http://schemas.microsoft.com/office/drawing/2017/decorative" val="1"/>
              </a:ext>
            </a:extLst>
          </p:cNvPr>
          <p:cNvSpPr/>
          <p:nvPr>
            <p:custDataLst>
              <p:tags r:id="rId29"/>
            </p:custDataLst>
          </p:nvPr>
        </p:nvSpPr>
        <p:spPr>
          <a:xfrm>
            <a:off x="102235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 name="Rectangle 29">
            <a:extLst>
              <a:ext uri="{FF2B5EF4-FFF2-40B4-BE49-F238E27FC236}">
                <a16:creationId xmlns:a16="http://schemas.microsoft.com/office/drawing/2014/main" id="{D9EE4D31-809C-4556-9262-C9F68A452449}"/>
              </a:ext>
              <a:ext uri="{C183D7F6-B498-43B3-948B-1728B52AA6E4}">
                <adec:decorative xmlns:adec="http://schemas.microsoft.com/office/drawing/2017/decorative" val="1"/>
              </a:ext>
            </a:extLst>
          </p:cNvPr>
          <p:cNvSpPr/>
          <p:nvPr>
            <p:custDataLst>
              <p:tags r:id="rId30"/>
            </p:custDataLst>
          </p:nvPr>
        </p:nvSpPr>
        <p:spPr>
          <a:xfrm>
            <a:off x="103124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 name="Rectangle 30">
            <a:extLst>
              <a:ext uri="{FF2B5EF4-FFF2-40B4-BE49-F238E27FC236}">
                <a16:creationId xmlns:a16="http://schemas.microsoft.com/office/drawing/2014/main" id="{A660C5EC-AEE0-4921-808D-BFB4987AA2B5}"/>
              </a:ext>
              <a:ext uri="{C183D7F6-B498-43B3-948B-1728B52AA6E4}">
                <adec:decorative xmlns:adec="http://schemas.microsoft.com/office/drawing/2017/decorative" val="1"/>
              </a:ext>
            </a:extLst>
          </p:cNvPr>
          <p:cNvSpPr/>
          <p:nvPr>
            <p:custDataLst>
              <p:tags r:id="rId31"/>
            </p:custDataLst>
          </p:nvPr>
        </p:nvSpPr>
        <p:spPr>
          <a:xfrm>
            <a:off x="104013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 name="Rectangle 31">
            <a:extLst>
              <a:ext uri="{FF2B5EF4-FFF2-40B4-BE49-F238E27FC236}">
                <a16:creationId xmlns:a16="http://schemas.microsoft.com/office/drawing/2014/main" id="{AF0A74BF-DCEE-41CA-8B02-9F59FC257325}"/>
              </a:ext>
              <a:ext uri="{C183D7F6-B498-43B3-948B-1728B52AA6E4}">
                <adec:decorative xmlns:adec="http://schemas.microsoft.com/office/drawing/2017/decorative" val="1"/>
              </a:ext>
            </a:extLst>
          </p:cNvPr>
          <p:cNvSpPr/>
          <p:nvPr>
            <p:custDataLst>
              <p:tags r:id="rId32"/>
            </p:custDataLst>
          </p:nvPr>
        </p:nvSpPr>
        <p:spPr>
          <a:xfrm>
            <a:off x="104902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 name="Rectangle 32">
            <a:extLst>
              <a:ext uri="{FF2B5EF4-FFF2-40B4-BE49-F238E27FC236}">
                <a16:creationId xmlns:a16="http://schemas.microsoft.com/office/drawing/2014/main" id="{D533643E-E86C-4772-BD5C-3C9B0B4847CF}"/>
              </a:ext>
              <a:ext uri="{C183D7F6-B498-43B3-948B-1728B52AA6E4}">
                <adec:decorative xmlns:adec="http://schemas.microsoft.com/office/drawing/2017/decorative" val="1"/>
              </a:ext>
            </a:extLst>
          </p:cNvPr>
          <p:cNvSpPr/>
          <p:nvPr>
            <p:custDataLst>
              <p:tags r:id="rId33"/>
            </p:custDataLst>
          </p:nvPr>
        </p:nvSpPr>
        <p:spPr>
          <a:xfrm>
            <a:off x="105791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 name="Rectangle 33">
            <a:extLst>
              <a:ext uri="{FF2B5EF4-FFF2-40B4-BE49-F238E27FC236}">
                <a16:creationId xmlns:a16="http://schemas.microsoft.com/office/drawing/2014/main" id="{57874BC2-8315-475C-95DD-8A1D569442EF}"/>
              </a:ext>
              <a:ext uri="{C183D7F6-B498-43B3-948B-1728B52AA6E4}">
                <adec:decorative xmlns:adec="http://schemas.microsoft.com/office/drawing/2017/decorative" val="1"/>
              </a:ext>
            </a:extLst>
          </p:cNvPr>
          <p:cNvSpPr/>
          <p:nvPr>
            <p:custDataLst>
              <p:tags r:id="rId34"/>
            </p:custDataLst>
          </p:nvPr>
        </p:nvSpPr>
        <p:spPr>
          <a:xfrm>
            <a:off x="106680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 name="Rectangle 34">
            <a:extLst>
              <a:ext uri="{FF2B5EF4-FFF2-40B4-BE49-F238E27FC236}">
                <a16:creationId xmlns:a16="http://schemas.microsoft.com/office/drawing/2014/main" id="{BBB8A8C9-4A18-4D18-AD56-C687AD863E68}"/>
              </a:ext>
              <a:ext uri="{C183D7F6-B498-43B3-948B-1728B52AA6E4}">
                <adec:decorative xmlns:adec="http://schemas.microsoft.com/office/drawing/2017/decorative" val="1"/>
              </a:ext>
            </a:extLst>
          </p:cNvPr>
          <p:cNvSpPr/>
          <p:nvPr>
            <p:custDataLst>
              <p:tags r:id="rId35"/>
            </p:custDataLst>
          </p:nvPr>
        </p:nvSpPr>
        <p:spPr>
          <a:xfrm>
            <a:off x="10756900" y="2037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 name="Rectangle 35">
            <a:extLst>
              <a:ext uri="{FF2B5EF4-FFF2-40B4-BE49-F238E27FC236}">
                <a16:creationId xmlns:a16="http://schemas.microsoft.com/office/drawing/2014/main" id="{52D3D33D-85E4-4FF6-8EDF-99EFD38EACD3}"/>
              </a:ext>
              <a:ext uri="{C183D7F6-B498-43B3-948B-1728B52AA6E4}">
                <adec:decorative xmlns:adec="http://schemas.microsoft.com/office/drawing/2017/decorative" val="1"/>
              </a:ext>
            </a:extLst>
          </p:cNvPr>
          <p:cNvSpPr/>
          <p:nvPr>
            <p:custDataLst>
              <p:tags r:id="rId36"/>
            </p:custDataLst>
          </p:nvPr>
        </p:nvSpPr>
        <p:spPr>
          <a:xfrm>
            <a:off x="81788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 name="Rectangle 36">
            <a:extLst>
              <a:ext uri="{FF2B5EF4-FFF2-40B4-BE49-F238E27FC236}">
                <a16:creationId xmlns:a16="http://schemas.microsoft.com/office/drawing/2014/main" id="{C18D6B9A-5C51-466A-928E-192A8009388F}"/>
              </a:ext>
              <a:ext uri="{C183D7F6-B498-43B3-948B-1728B52AA6E4}">
                <adec:decorative xmlns:adec="http://schemas.microsoft.com/office/drawing/2017/decorative" val="1"/>
              </a:ext>
            </a:extLst>
          </p:cNvPr>
          <p:cNvSpPr/>
          <p:nvPr>
            <p:custDataLst>
              <p:tags r:id="rId37"/>
            </p:custDataLst>
          </p:nvPr>
        </p:nvSpPr>
        <p:spPr>
          <a:xfrm>
            <a:off x="82677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 name="Rectangle 37">
            <a:extLst>
              <a:ext uri="{FF2B5EF4-FFF2-40B4-BE49-F238E27FC236}">
                <a16:creationId xmlns:a16="http://schemas.microsoft.com/office/drawing/2014/main" id="{EA3A9BC0-0399-4B73-AC4D-8AC1FD0C463D}"/>
              </a:ext>
              <a:ext uri="{C183D7F6-B498-43B3-948B-1728B52AA6E4}">
                <adec:decorative xmlns:adec="http://schemas.microsoft.com/office/drawing/2017/decorative" val="1"/>
              </a:ext>
            </a:extLst>
          </p:cNvPr>
          <p:cNvSpPr/>
          <p:nvPr>
            <p:custDataLst>
              <p:tags r:id="rId38"/>
            </p:custDataLst>
          </p:nvPr>
        </p:nvSpPr>
        <p:spPr>
          <a:xfrm>
            <a:off x="83566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 name="Rectangle 38">
            <a:extLst>
              <a:ext uri="{FF2B5EF4-FFF2-40B4-BE49-F238E27FC236}">
                <a16:creationId xmlns:a16="http://schemas.microsoft.com/office/drawing/2014/main" id="{CA7E3930-A59F-44EF-9A7D-80D13DA8F771}"/>
              </a:ext>
              <a:ext uri="{C183D7F6-B498-43B3-948B-1728B52AA6E4}">
                <adec:decorative xmlns:adec="http://schemas.microsoft.com/office/drawing/2017/decorative" val="1"/>
              </a:ext>
            </a:extLst>
          </p:cNvPr>
          <p:cNvSpPr/>
          <p:nvPr>
            <p:custDataLst>
              <p:tags r:id="rId39"/>
            </p:custDataLst>
          </p:nvPr>
        </p:nvSpPr>
        <p:spPr>
          <a:xfrm>
            <a:off x="84455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 name="Rectangle 39">
            <a:extLst>
              <a:ext uri="{FF2B5EF4-FFF2-40B4-BE49-F238E27FC236}">
                <a16:creationId xmlns:a16="http://schemas.microsoft.com/office/drawing/2014/main" id="{5FD969B7-52C1-4949-A80D-716BEDE8A5CE}"/>
              </a:ext>
              <a:ext uri="{C183D7F6-B498-43B3-948B-1728B52AA6E4}">
                <adec:decorative xmlns:adec="http://schemas.microsoft.com/office/drawing/2017/decorative" val="1"/>
              </a:ext>
            </a:extLst>
          </p:cNvPr>
          <p:cNvSpPr/>
          <p:nvPr>
            <p:custDataLst>
              <p:tags r:id="rId40"/>
            </p:custDataLst>
          </p:nvPr>
        </p:nvSpPr>
        <p:spPr>
          <a:xfrm>
            <a:off x="85344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 name="Rectangle 40">
            <a:extLst>
              <a:ext uri="{FF2B5EF4-FFF2-40B4-BE49-F238E27FC236}">
                <a16:creationId xmlns:a16="http://schemas.microsoft.com/office/drawing/2014/main" id="{45440017-6119-4EA8-A063-06E997DF7A6A}"/>
              </a:ext>
              <a:ext uri="{C183D7F6-B498-43B3-948B-1728B52AA6E4}">
                <adec:decorative xmlns:adec="http://schemas.microsoft.com/office/drawing/2017/decorative" val="1"/>
              </a:ext>
            </a:extLst>
          </p:cNvPr>
          <p:cNvSpPr/>
          <p:nvPr>
            <p:custDataLst>
              <p:tags r:id="rId41"/>
            </p:custDataLst>
          </p:nvPr>
        </p:nvSpPr>
        <p:spPr>
          <a:xfrm>
            <a:off x="86233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 name="Rectangle 41">
            <a:extLst>
              <a:ext uri="{FF2B5EF4-FFF2-40B4-BE49-F238E27FC236}">
                <a16:creationId xmlns:a16="http://schemas.microsoft.com/office/drawing/2014/main" id="{89183F43-31B0-4CE2-BB96-11DBC029EFBF}"/>
              </a:ext>
              <a:ext uri="{C183D7F6-B498-43B3-948B-1728B52AA6E4}">
                <adec:decorative xmlns:adec="http://schemas.microsoft.com/office/drawing/2017/decorative" val="1"/>
              </a:ext>
            </a:extLst>
          </p:cNvPr>
          <p:cNvSpPr/>
          <p:nvPr>
            <p:custDataLst>
              <p:tags r:id="rId42"/>
            </p:custDataLst>
          </p:nvPr>
        </p:nvSpPr>
        <p:spPr>
          <a:xfrm>
            <a:off x="87122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 name="Rectangle 42">
            <a:extLst>
              <a:ext uri="{FF2B5EF4-FFF2-40B4-BE49-F238E27FC236}">
                <a16:creationId xmlns:a16="http://schemas.microsoft.com/office/drawing/2014/main" id="{1F398896-26FB-4980-A823-3E35256E296C}"/>
              </a:ext>
              <a:ext uri="{C183D7F6-B498-43B3-948B-1728B52AA6E4}">
                <adec:decorative xmlns:adec="http://schemas.microsoft.com/office/drawing/2017/decorative" val="1"/>
              </a:ext>
            </a:extLst>
          </p:cNvPr>
          <p:cNvSpPr/>
          <p:nvPr>
            <p:custDataLst>
              <p:tags r:id="rId43"/>
            </p:custDataLst>
          </p:nvPr>
        </p:nvSpPr>
        <p:spPr>
          <a:xfrm>
            <a:off x="88011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 name="Rectangle 43">
            <a:extLst>
              <a:ext uri="{FF2B5EF4-FFF2-40B4-BE49-F238E27FC236}">
                <a16:creationId xmlns:a16="http://schemas.microsoft.com/office/drawing/2014/main" id="{BC965733-F7CD-4022-970D-6960AF4C72F9}"/>
              </a:ext>
              <a:ext uri="{C183D7F6-B498-43B3-948B-1728B52AA6E4}">
                <adec:decorative xmlns:adec="http://schemas.microsoft.com/office/drawing/2017/decorative" val="1"/>
              </a:ext>
            </a:extLst>
          </p:cNvPr>
          <p:cNvSpPr/>
          <p:nvPr>
            <p:custDataLst>
              <p:tags r:id="rId44"/>
            </p:custDataLst>
          </p:nvPr>
        </p:nvSpPr>
        <p:spPr>
          <a:xfrm>
            <a:off x="88900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 name="Rectangle 44">
            <a:extLst>
              <a:ext uri="{FF2B5EF4-FFF2-40B4-BE49-F238E27FC236}">
                <a16:creationId xmlns:a16="http://schemas.microsoft.com/office/drawing/2014/main" id="{4C1F862F-848C-409E-B6AD-AD05C9351A36}"/>
              </a:ext>
              <a:ext uri="{C183D7F6-B498-43B3-948B-1728B52AA6E4}">
                <adec:decorative xmlns:adec="http://schemas.microsoft.com/office/drawing/2017/decorative" val="1"/>
              </a:ext>
            </a:extLst>
          </p:cNvPr>
          <p:cNvSpPr/>
          <p:nvPr>
            <p:custDataLst>
              <p:tags r:id="rId45"/>
            </p:custDataLst>
          </p:nvPr>
        </p:nvSpPr>
        <p:spPr>
          <a:xfrm>
            <a:off x="89789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 name="Rectangle 45">
            <a:extLst>
              <a:ext uri="{FF2B5EF4-FFF2-40B4-BE49-F238E27FC236}">
                <a16:creationId xmlns:a16="http://schemas.microsoft.com/office/drawing/2014/main" id="{A51B41DD-0082-471E-962F-64A8C48F0F1E}"/>
              </a:ext>
              <a:ext uri="{C183D7F6-B498-43B3-948B-1728B52AA6E4}">
                <adec:decorative xmlns:adec="http://schemas.microsoft.com/office/drawing/2017/decorative" val="1"/>
              </a:ext>
            </a:extLst>
          </p:cNvPr>
          <p:cNvSpPr/>
          <p:nvPr>
            <p:custDataLst>
              <p:tags r:id="rId46"/>
            </p:custDataLst>
          </p:nvPr>
        </p:nvSpPr>
        <p:spPr>
          <a:xfrm>
            <a:off x="90678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 name="Rectangle 46">
            <a:extLst>
              <a:ext uri="{FF2B5EF4-FFF2-40B4-BE49-F238E27FC236}">
                <a16:creationId xmlns:a16="http://schemas.microsoft.com/office/drawing/2014/main" id="{86CDBFBF-28C1-4189-A763-93D8D2BB663F}"/>
              </a:ext>
              <a:ext uri="{C183D7F6-B498-43B3-948B-1728B52AA6E4}">
                <adec:decorative xmlns:adec="http://schemas.microsoft.com/office/drawing/2017/decorative" val="1"/>
              </a:ext>
            </a:extLst>
          </p:cNvPr>
          <p:cNvSpPr/>
          <p:nvPr>
            <p:custDataLst>
              <p:tags r:id="rId47"/>
            </p:custDataLst>
          </p:nvPr>
        </p:nvSpPr>
        <p:spPr>
          <a:xfrm>
            <a:off x="91567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 name="Rectangle 47">
            <a:extLst>
              <a:ext uri="{FF2B5EF4-FFF2-40B4-BE49-F238E27FC236}">
                <a16:creationId xmlns:a16="http://schemas.microsoft.com/office/drawing/2014/main" id="{2867BA36-E6B5-4C66-AE48-60838DA795EB}"/>
              </a:ext>
              <a:ext uri="{C183D7F6-B498-43B3-948B-1728B52AA6E4}">
                <adec:decorative xmlns:adec="http://schemas.microsoft.com/office/drawing/2017/decorative" val="1"/>
              </a:ext>
            </a:extLst>
          </p:cNvPr>
          <p:cNvSpPr/>
          <p:nvPr>
            <p:custDataLst>
              <p:tags r:id="rId48"/>
            </p:custDataLst>
          </p:nvPr>
        </p:nvSpPr>
        <p:spPr>
          <a:xfrm>
            <a:off x="92456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 name="Rectangle 48">
            <a:extLst>
              <a:ext uri="{FF2B5EF4-FFF2-40B4-BE49-F238E27FC236}">
                <a16:creationId xmlns:a16="http://schemas.microsoft.com/office/drawing/2014/main" id="{C2E011D0-A7FB-40B9-8C5F-7EAA6C034808}"/>
              </a:ext>
              <a:ext uri="{C183D7F6-B498-43B3-948B-1728B52AA6E4}">
                <adec:decorative xmlns:adec="http://schemas.microsoft.com/office/drawing/2017/decorative" val="1"/>
              </a:ext>
            </a:extLst>
          </p:cNvPr>
          <p:cNvSpPr/>
          <p:nvPr>
            <p:custDataLst>
              <p:tags r:id="rId49"/>
            </p:custDataLst>
          </p:nvPr>
        </p:nvSpPr>
        <p:spPr>
          <a:xfrm>
            <a:off x="93345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 name="Rectangle 49">
            <a:extLst>
              <a:ext uri="{FF2B5EF4-FFF2-40B4-BE49-F238E27FC236}">
                <a16:creationId xmlns:a16="http://schemas.microsoft.com/office/drawing/2014/main" id="{CDF18D2F-91F8-4242-A848-11ACABF17352}"/>
              </a:ext>
              <a:ext uri="{C183D7F6-B498-43B3-948B-1728B52AA6E4}">
                <adec:decorative xmlns:adec="http://schemas.microsoft.com/office/drawing/2017/decorative" val="1"/>
              </a:ext>
            </a:extLst>
          </p:cNvPr>
          <p:cNvSpPr/>
          <p:nvPr>
            <p:custDataLst>
              <p:tags r:id="rId50"/>
            </p:custDataLst>
          </p:nvPr>
        </p:nvSpPr>
        <p:spPr>
          <a:xfrm>
            <a:off x="94234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 name="Rectangle 50">
            <a:extLst>
              <a:ext uri="{FF2B5EF4-FFF2-40B4-BE49-F238E27FC236}">
                <a16:creationId xmlns:a16="http://schemas.microsoft.com/office/drawing/2014/main" id="{F0ACB1C8-25AF-448D-844C-2107E4ABCC9D}"/>
              </a:ext>
              <a:ext uri="{C183D7F6-B498-43B3-948B-1728B52AA6E4}">
                <adec:decorative xmlns:adec="http://schemas.microsoft.com/office/drawing/2017/decorative" val="1"/>
              </a:ext>
            </a:extLst>
          </p:cNvPr>
          <p:cNvSpPr/>
          <p:nvPr>
            <p:custDataLst>
              <p:tags r:id="rId51"/>
            </p:custDataLst>
          </p:nvPr>
        </p:nvSpPr>
        <p:spPr>
          <a:xfrm>
            <a:off x="95123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 name="Rectangle 51">
            <a:extLst>
              <a:ext uri="{FF2B5EF4-FFF2-40B4-BE49-F238E27FC236}">
                <a16:creationId xmlns:a16="http://schemas.microsoft.com/office/drawing/2014/main" id="{60FA6804-E948-410F-ACAE-5FAE1061EBD3}"/>
              </a:ext>
              <a:ext uri="{C183D7F6-B498-43B3-948B-1728B52AA6E4}">
                <adec:decorative xmlns:adec="http://schemas.microsoft.com/office/drawing/2017/decorative" val="1"/>
              </a:ext>
            </a:extLst>
          </p:cNvPr>
          <p:cNvSpPr/>
          <p:nvPr>
            <p:custDataLst>
              <p:tags r:id="rId52"/>
            </p:custDataLst>
          </p:nvPr>
        </p:nvSpPr>
        <p:spPr>
          <a:xfrm>
            <a:off x="96012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 name="Rectangle 52">
            <a:extLst>
              <a:ext uri="{FF2B5EF4-FFF2-40B4-BE49-F238E27FC236}">
                <a16:creationId xmlns:a16="http://schemas.microsoft.com/office/drawing/2014/main" id="{8666FF05-4E11-49F8-A92C-373066577866}"/>
              </a:ext>
              <a:ext uri="{C183D7F6-B498-43B3-948B-1728B52AA6E4}">
                <adec:decorative xmlns:adec="http://schemas.microsoft.com/office/drawing/2017/decorative" val="1"/>
              </a:ext>
            </a:extLst>
          </p:cNvPr>
          <p:cNvSpPr/>
          <p:nvPr>
            <p:custDataLst>
              <p:tags r:id="rId53"/>
            </p:custDataLst>
          </p:nvPr>
        </p:nvSpPr>
        <p:spPr>
          <a:xfrm>
            <a:off x="96901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 name="Rectangle 53">
            <a:extLst>
              <a:ext uri="{FF2B5EF4-FFF2-40B4-BE49-F238E27FC236}">
                <a16:creationId xmlns:a16="http://schemas.microsoft.com/office/drawing/2014/main" id="{5827A422-E24D-4296-BDC1-A2D9444E1489}"/>
              </a:ext>
              <a:ext uri="{C183D7F6-B498-43B3-948B-1728B52AA6E4}">
                <adec:decorative xmlns:adec="http://schemas.microsoft.com/office/drawing/2017/decorative" val="1"/>
              </a:ext>
            </a:extLst>
          </p:cNvPr>
          <p:cNvSpPr/>
          <p:nvPr>
            <p:custDataLst>
              <p:tags r:id="rId54"/>
            </p:custDataLst>
          </p:nvPr>
        </p:nvSpPr>
        <p:spPr>
          <a:xfrm>
            <a:off x="97790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 name="Rectangle 54">
            <a:extLst>
              <a:ext uri="{FF2B5EF4-FFF2-40B4-BE49-F238E27FC236}">
                <a16:creationId xmlns:a16="http://schemas.microsoft.com/office/drawing/2014/main" id="{086066B8-0CBF-43F8-B2F9-00535CDD4026}"/>
              </a:ext>
              <a:ext uri="{C183D7F6-B498-43B3-948B-1728B52AA6E4}">
                <adec:decorative xmlns:adec="http://schemas.microsoft.com/office/drawing/2017/decorative" val="1"/>
              </a:ext>
            </a:extLst>
          </p:cNvPr>
          <p:cNvSpPr/>
          <p:nvPr>
            <p:custDataLst>
              <p:tags r:id="rId55"/>
            </p:custDataLst>
          </p:nvPr>
        </p:nvSpPr>
        <p:spPr>
          <a:xfrm>
            <a:off x="98679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 name="Rectangle 55">
            <a:extLst>
              <a:ext uri="{FF2B5EF4-FFF2-40B4-BE49-F238E27FC236}">
                <a16:creationId xmlns:a16="http://schemas.microsoft.com/office/drawing/2014/main" id="{EC6A3E61-8AEB-4F05-814E-A1A928CBF5DC}"/>
              </a:ext>
              <a:ext uri="{C183D7F6-B498-43B3-948B-1728B52AA6E4}">
                <adec:decorative xmlns:adec="http://schemas.microsoft.com/office/drawing/2017/decorative" val="1"/>
              </a:ext>
            </a:extLst>
          </p:cNvPr>
          <p:cNvSpPr/>
          <p:nvPr>
            <p:custDataLst>
              <p:tags r:id="rId56"/>
            </p:custDataLst>
          </p:nvPr>
        </p:nvSpPr>
        <p:spPr>
          <a:xfrm>
            <a:off x="99568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 name="Rectangle 56">
            <a:extLst>
              <a:ext uri="{FF2B5EF4-FFF2-40B4-BE49-F238E27FC236}">
                <a16:creationId xmlns:a16="http://schemas.microsoft.com/office/drawing/2014/main" id="{B9FD00B9-FE41-490C-9054-2B0D70A42CA5}"/>
              </a:ext>
              <a:ext uri="{C183D7F6-B498-43B3-948B-1728B52AA6E4}">
                <adec:decorative xmlns:adec="http://schemas.microsoft.com/office/drawing/2017/decorative" val="1"/>
              </a:ext>
            </a:extLst>
          </p:cNvPr>
          <p:cNvSpPr/>
          <p:nvPr>
            <p:custDataLst>
              <p:tags r:id="rId57"/>
            </p:custDataLst>
          </p:nvPr>
        </p:nvSpPr>
        <p:spPr>
          <a:xfrm>
            <a:off x="100457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 name="Rectangle 57">
            <a:extLst>
              <a:ext uri="{FF2B5EF4-FFF2-40B4-BE49-F238E27FC236}">
                <a16:creationId xmlns:a16="http://schemas.microsoft.com/office/drawing/2014/main" id="{D3AF0DE6-11D8-447C-B166-780B1BCF6A08}"/>
              </a:ext>
              <a:ext uri="{C183D7F6-B498-43B3-948B-1728B52AA6E4}">
                <adec:decorative xmlns:adec="http://schemas.microsoft.com/office/drawing/2017/decorative" val="1"/>
              </a:ext>
            </a:extLst>
          </p:cNvPr>
          <p:cNvSpPr/>
          <p:nvPr>
            <p:custDataLst>
              <p:tags r:id="rId58"/>
            </p:custDataLst>
          </p:nvPr>
        </p:nvSpPr>
        <p:spPr>
          <a:xfrm>
            <a:off x="101346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 name="Rectangle 58">
            <a:extLst>
              <a:ext uri="{FF2B5EF4-FFF2-40B4-BE49-F238E27FC236}">
                <a16:creationId xmlns:a16="http://schemas.microsoft.com/office/drawing/2014/main" id="{3205B800-7D72-4A59-85D9-AA43A8660C46}"/>
              </a:ext>
              <a:ext uri="{C183D7F6-B498-43B3-948B-1728B52AA6E4}">
                <adec:decorative xmlns:adec="http://schemas.microsoft.com/office/drawing/2017/decorative" val="1"/>
              </a:ext>
            </a:extLst>
          </p:cNvPr>
          <p:cNvSpPr/>
          <p:nvPr>
            <p:custDataLst>
              <p:tags r:id="rId59"/>
            </p:custDataLst>
          </p:nvPr>
        </p:nvSpPr>
        <p:spPr>
          <a:xfrm>
            <a:off x="102235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 name="Rectangle 59">
            <a:extLst>
              <a:ext uri="{FF2B5EF4-FFF2-40B4-BE49-F238E27FC236}">
                <a16:creationId xmlns:a16="http://schemas.microsoft.com/office/drawing/2014/main" id="{707CDB4A-D797-4C6C-A3BD-083C90460646}"/>
              </a:ext>
              <a:ext uri="{C183D7F6-B498-43B3-948B-1728B52AA6E4}">
                <adec:decorative xmlns:adec="http://schemas.microsoft.com/office/drawing/2017/decorative" val="1"/>
              </a:ext>
            </a:extLst>
          </p:cNvPr>
          <p:cNvSpPr/>
          <p:nvPr>
            <p:custDataLst>
              <p:tags r:id="rId60"/>
            </p:custDataLst>
          </p:nvPr>
        </p:nvSpPr>
        <p:spPr>
          <a:xfrm>
            <a:off x="103124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 name="Rectangle 60">
            <a:extLst>
              <a:ext uri="{FF2B5EF4-FFF2-40B4-BE49-F238E27FC236}">
                <a16:creationId xmlns:a16="http://schemas.microsoft.com/office/drawing/2014/main" id="{7538CA73-37DD-4D30-869C-7EA28069ECDA}"/>
              </a:ext>
              <a:ext uri="{C183D7F6-B498-43B3-948B-1728B52AA6E4}">
                <adec:decorative xmlns:adec="http://schemas.microsoft.com/office/drawing/2017/decorative" val="1"/>
              </a:ext>
            </a:extLst>
          </p:cNvPr>
          <p:cNvSpPr/>
          <p:nvPr>
            <p:custDataLst>
              <p:tags r:id="rId61"/>
            </p:custDataLst>
          </p:nvPr>
        </p:nvSpPr>
        <p:spPr>
          <a:xfrm>
            <a:off x="104013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 name="Rectangle 61">
            <a:extLst>
              <a:ext uri="{FF2B5EF4-FFF2-40B4-BE49-F238E27FC236}">
                <a16:creationId xmlns:a16="http://schemas.microsoft.com/office/drawing/2014/main" id="{0A73B052-6EB3-4728-89FB-49725CC02A92}"/>
              </a:ext>
              <a:ext uri="{C183D7F6-B498-43B3-948B-1728B52AA6E4}">
                <adec:decorative xmlns:adec="http://schemas.microsoft.com/office/drawing/2017/decorative" val="1"/>
              </a:ext>
            </a:extLst>
          </p:cNvPr>
          <p:cNvSpPr/>
          <p:nvPr>
            <p:custDataLst>
              <p:tags r:id="rId62"/>
            </p:custDataLst>
          </p:nvPr>
        </p:nvSpPr>
        <p:spPr>
          <a:xfrm>
            <a:off x="104902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 name="Rectangle 62">
            <a:extLst>
              <a:ext uri="{FF2B5EF4-FFF2-40B4-BE49-F238E27FC236}">
                <a16:creationId xmlns:a16="http://schemas.microsoft.com/office/drawing/2014/main" id="{837E8052-5C63-4C9A-B97D-FEC92DF3A73A}"/>
              </a:ext>
              <a:ext uri="{C183D7F6-B498-43B3-948B-1728B52AA6E4}">
                <adec:decorative xmlns:adec="http://schemas.microsoft.com/office/drawing/2017/decorative" val="1"/>
              </a:ext>
            </a:extLst>
          </p:cNvPr>
          <p:cNvSpPr/>
          <p:nvPr>
            <p:custDataLst>
              <p:tags r:id="rId63"/>
            </p:custDataLst>
          </p:nvPr>
        </p:nvSpPr>
        <p:spPr>
          <a:xfrm>
            <a:off x="105791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 name="Rectangle 63">
            <a:extLst>
              <a:ext uri="{FF2B5EF4-FFF2-40B4-BE49-F238E27FC236}">
                <a16:creationId xmlns:a16="http://schemas.microsoft.com/office/drawing/2014/main" id="{BCA0DD92-322D-49B7-8794-ACE41DBBF3B1}"/>
              </a:ext>
              <a:ext uri="{C183D7F6-B498-43B3-948B-1728B52AA6E4}">
                <adec:decorative xmlns:adec="http://schemas.microsoft.com/office/drawing/2017/decorative" val="1"/>
              </a:ext>
            </a:extLst>
          </p:cNvPr>
          <p:cNvSpPr/>
          <p:nvPr>
            <p:custDataLst>
              <p:tags r:id="rId64"/>
            </p:custDataLst>
          </p:nvPr>
        </p:nvSpPr>
        <p:spPr>
          <a:xfrm>
            <a:off x="10668000" y="2125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 name="Rectangle 64">
            <a:extLst>
              <a:ext uri="{FF2B5EF4-FFF2-40B4-BE49-F238E27FC236}">
                <a16:creationId xmlns:a16="http://schemas.microsoft.com/office/drawing/2014/main" id="{97C77927-14A4-48EA-BE16-90F1E45C2738}"/>
              </a:ext>
              <a:ext uri="{C183D7F6-B498-43B3-948B-1728B52AA6E4}">
                <adec:decorative xmlns:adec="http://schemas.microsoft.com/office/drawing/2017/decorative" val="1"/>
              </a:ext>
            </a:extLst>
          </p:cNvPr>
          <p:cNvSpPr/>
          <p:nvPr>
            <p:custDataLst>
              <p:tags r:id="rId65"/>
            </p:custDataLst>
          </p:nvPr>
        </p:nvSpPr>
        <p:spPr>
          <a:xfrm>
            <a:off x="10756900" y="2125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 name="Rectangle 65">
            <a:extLst>
              <a:ext uri="{FF2B5EF4-FFF2-40B4-BE49-F238E27FC236}">
                <a16:creationId xmlns:a16="http://schemas.microsoft.com/office/drawing/2014/main" id="{DFD26974-9A01-4110-BF81-8C76F50F34E8}"/>
              </a:ext>
              <a:ext uri="{C183D7F6-B498-43B3-948B-1728B52AA6E4}">
                <adec:decorative xmlns:adec="http://schemas.microsoft.com/office/drawing/2017/decorative" val="1"/>
              </a:ext>
            </a:extLst>
          </p:cNvPr>
          <p:cNvSpPr/>
          <p:nvPr>
            <p:custDataLst>
              <p:tags r:id="rId66"/>
            </p:custDataLst>
          </p:nvPr>
        </p:nvSpPr>
        <p:spPr>
          <a:xfrm>
            <a:off x="81788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 name="Rectangle 66">
            <a:extLst>
              <a:ext uri="{FF2B5EF4-FFF2-40B4-BE49-F238E27FC236}">
                <a16:creationId xmlns:a16="http://schemas.microsoft.com/office/drawing/2014/main" id="{1AD6C7E2-B813-4AE1-9223-38D1F99C035D}"/>
              </a:ext>
              <a:ext uri="{C183D7F6-B498-43B3-948B-1728B52AA6E4}">
                <adec:decorative xmlns:adec="http://schemas.microsoft.com/office/drawing/2017/decorative" val="1"/>
              </a:ext>
            </a:extLst>
          </p:cNvPr>
          <p:cNvSpPr/>
          <p:nvPr>
            <p:custDataLst>
              <p:tags r:id="rId67"/>
            </p:custDataLst>
          </p:nvPr>
        </p:nvSpPr>
        <p:spPr>
          <a:xfrm>
            <a:off x="82677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 name="Rectangle 67">
            <a:extLst>
              <a:ext uri="{FF2B5EF4-FFF2-40B4-BE49-F238E27FC236}">
                <a16:creationId xmlns:a16="http://schemas.microsoft.com/office/drawing/2014/main" id="{D30FFC89-1058-4F5C-A119-7F99576F4BEA}"/>
              </a:ext>
              <a:ext uri="{C183D7F6-B498-43B3-948B-1728B52AA6E4}">
                <adec:decorative xmlns:adec="http://schemas.microsoft.com/office/drawing/2017/decorative" val="1"/>
              </a:ext>
            </a:extLst>
          </p:cNvPr>
          <p:cNvSpPr/>
          <p:nvPr>
            <p:custDataLst>
              <p:tags r:id="rId68"/>
            </p:custDataLst>
          </p:nvPr>
        </p:nvSpPr>
        <p:spPr>
          <a:xfrm>
            <a:off x="83566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 name="Rectangle 68">
            <a:extLst>
              <a:ext uri="{FF2B5EF4-FFF2-40B4-BE49-F238E27FC236}">
                <a16:creationId xmlns:a16="http://schemas.microsoft.com/office/drawing/2014/main" id="{E62C89F3-0792-48AF-AF95-DC60AAE5D9B1}"/>
              </a:ext>
              <a:ext uri="{C183D7F6-B498-43B3-948B-1728B52AA6E4}">
                <adec:decorative xmlns:adec="http://schemas.microsoft.com/office/drawing/2017/decorative" val="1"/>
              </a:ext>
            </a:extLst>
          </p:cNvPr>
          <p:cNvSpPr/>
          <p:nvPr>
            <p:custDataLst>
              <p:tags r:id="rId69"/>
            </p:custDataLst>
          </p:nvPr>
        </p:nvSpPr>
        <p:spPr>
          <a:xfrm>
            <a:off x="84455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 name="Rectangle 69">
            <a:extLst>
              <a:ext uri="{FF2B5EF4-FFF2-40B4-BE49-F238E27FC236}">
                <a16:creationId xmlns:a16="http://schemas.microsoft.com/office/drawing/2014/main" id="{1F58CA25-0C44-4F0A-BAAF-319CA606BF7F}"/>
              </a:ext>
              <a:ext uri="{C183D7F6-B498-43B3-948B-1728B52AA6E4}">
                <adec:decorative xmlns:adec="http://schemas.microsoft.com/office/drawing/2017/decorative" val="1"/>
              </a:ext>
            </a:extLst>
          </p:cNvPr>
          <p:cNvSpPr/>
          <p:nvPr>
            <p:custDataLst>
              <p:tags r:id="rId70"/>
            </p:custDataLst>
          </p:nvPr>
        </p:nvSpPr>
        <p:spPr>
          <a:xfrm>
            <a:off x="85344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 name="Rectangle 70">
            <a:extLst>
              <a:ext uri="{FF2B5EF4-FFF2-40B4-BE49-F238E27FC236}">
                <a16:creationId xmlns:a16="http://schemas.microsoft.com/office/drawing/2014/main" id="{68BDC62B-7574-4F03-8BBA-E150141EC27E}"/>
              </a:ext>
              <a:ext uri="{C183D7F6-B498-43B3-948B-1728B52AA6E4}">
                <adec:decorative xmlns:adec="http://schemas.microsoft.com/office/drawing/2017/decorative" val="1"/>
              </a:ext>
            </a:extLst>
          </p:cNvPr>
          <p:cNvSpPr/>
          <p:nvPr>
            <p:custDataLst>
              <p:tags r:id="rId71"/>
            </p:custDataLst>
          </p:nvPr>
        </p:nvSpPr>
        <p:spPr>
          <a:xfrm>
            <a:off x="86233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 name="Rectangle 71">
            <a:extLst>
              <a:ext uri="{FF2B5EF4-FFF2-40B4-BE49-F238E27FC236}">
                <a16:creationId xmlns:a16="http://schemas.microsoft.com/office/drawing/2014/main" id="{715CC018-2BF3-45D3-A11A-666B915CB89A}"/>
              </a:ext>
              <a:ext uri="{C183D7F6-B498-43B3-948B-1728B52AA6E4}">
                <adec:decorative xmlns:adec="http://schemas.microsoft.com/office/drawing/2017/decorative" val="1"/>
              </a:ext>
            </a:extLst>
          </p:cNvPr>
          <p:cNvSpPr/>
          <p:nvPr>
            <p:custDataLst>
              <p:tags r:id="rId72"/>
            </p:custDataLst>
          </p:nvPr>
        </p:nvSpPr>
        <p:spPr>
          <a:xfrm>
            <a:off x="87122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 name="Rectangle 72">
            <a:extLst>
              <a:ext uri="{FF2B5EF4-FFF2-40B4-BE49-F238E27FC236}">
                <a16:creationId xmlns:a16="http://schemas.microsoft.com/office/drawing/2014/main" id="{B23258BC-20F2-4C46-B277-76F80CBA96B2}"/>
              </a:ext>
              <a:ext uri="{C183D7F6-B498-43B3-948B-1728B52AA6E4}">
                <adec:decorative xmlns:adec="http://schemas.microsoft.com/office/drawing/2017/decorative" val="1"/>
              </a:ext>
            </a:extLst>
          </p:cNvPr>
          <p:cNvSpPr/>
          <p:nvPr>
            <p:custDataLst>
              <p:tags r:id="rId73"/>
            </p:custDataLst>
          </p:nvPr>
        </p:nvSpPr>
        <p:spPr>
          <a:xfrm>
            <a:off x="88011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 name="Rectangle 73">
            <a:extLst>
              <a:ext uri="{FF2B5EF4-FFF2-40B4-BE49-F238E27FC236}">
                <a16:creationId xmlns:a16="http://schemas.microsoft.com/office/drawing/2014/main" id="{DF210853-A580-477E-B5EE-C5961BB04AC8}"/>
              </a:ext>
              <a:ext uri="{C183D7F6-B498-43B3-948B-1728B52AA6E4}">
                <adec:decorative xmlns:adec="http://schemas.microsoft.com/office/drawing/2017/decorative" val="1"/>
              </a:ext>
            </a:extLst>
          </p:cNvPr>
          <p:cNvSpPr/>
          <p:nvPr>
            <p:custDataLst>
              <p:tags r:id="rId74"/>
            </p:custDataLst>
          </p:nvPr>
        </p:nvSpPr>
        <p:spPr>
          <a:xfrm>
            <a:off x="88900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 name="Rectangle 74">
            <a:extLst>
              <a:ext uri="{FF2B5EF4-FFF2-40B4-BE49-F238E27FC236}">
                <a16:creationId xmlns:a16="http://schemas.microsoft.com/office/drawing/2014/main" id="{873B60EA-0F60-4E59-B3C3-D9E410C06E8F}"/>
              </a:ext>
              <a:ext uri="{C183D7F6-B498-43B3-948B-1728B52AA6E4}">
                <adec:decorative xmlns:adec="http://schemas.microsoft.com/office/drawing/2017/decorative" val="1"/>
              </a:ext>
            </a:extLst>
          </p:cNvPr>
          <p:cNvSpPr/>
          <p:nvPr>
            <p:custDataLst>
              <p:tags r:id="rId75"/>
            </p:custDataLst>
          </p:nvPr>
        </p:nvSpPr>
        <p:spPr>
          <a:xfrm>
            <a:off x="89789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 name="Rectangle 75">
            <a:extLst>
              <a:ext uri="{FF2B5EF4-FFF2-40B4-BE49-F238E27FC236}">
                <a16:creationId xmlns:a16="http://schemas.microsoft.com/office/drawing/2014/main" id="{20869F41-50FB-4CBF-A51D-36C53E4C0D9F}"/>
              </a:ext>
              <a:ext uri="{C183D7F6-B498-43B3-948B-1728B52AA6E4}">
                <adec:decorative xmlns:adec="http://schemas.microsoft.com/office/drawing/2017/decorative" val="1"/>
              </a:ext>
            </a:extLst>
          </p:cNvPr>
          <p:cNvSpPr/>
          <p:nvPr>
            <p:custDataLst>
              <p:tags r:id="rId76"/>
            </p:custDataLst>
          </p:nvPr>
        </p:nvSpPr>
        <p:spPr>
          <a:xfrm>
            <a:off x="90678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 name="Rectangle 76">
            <a:extLst>
              <a:ext uri="{FF2B5EF4-FFF2-40B4-BE49-F238E27FC236}">
                <a16:creationId xmlns:a16="http://schemas.microsoft.com/office/drawing/2014/main" id="{0F25F86E-9887-4879-A596-C1F90F6B12F1}"/>
              </a:ext>
              <a:ext uri="{C183D7F6-B498-43B3-948B-1728B52AA6E4}">
                <adec:decorative xmlns:adec="http://schemas.microsoft.com/office/drawing/2017/decorative" val="1"/>
              </a:ext>
            </a:extLst>
          </p:cNvPr>
          <p:cNvSpPr/>
          <p:nvPr>
            <p:custDataLst>
              <p:tags r:id="rId77"/>
            </p:custDataLst>
          </p:nvPr>
        </p:nvSpPr>
        <p:spPr>
          <a:xfrm>
            <a:off x="91567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 name="Rectangle 77">
            <a:extLst>
              <a:ext uri="{FF2B5EF4-FFF2-40B4-BE49-F238E27FC236}">
                <a16:creationId xmlns:a16="http://schemas.microsoft.com/office/drawing/2014/main" id="{3FFF72F8-6DDF-44F2-8225-A0C51FD78F63}"/>
              </a:ext>
              <a:ext uri="{C183D7F6-B498-43B3-948B-1728B52AA6E4}">
                <adec:decorative xmlns:adec="http://schemas.microsoft.com/office/drawing/2017/decorative" val="1"/>
              </a:ext>
            </a:extLst>
          </p:cNvPr>
          <p:cNvSpPr/>
          <p:nvPr>
            <p:custDataLst>
              <p:tags r:id="rId78"/>
            </p:custDataLst>
          </p:nvPr>
        </p:nvSpPr>
        <p:spPr>
          <a:xfrm>
            <a:off x="92456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 name="Rectangle 78">
            <a:extLst>
              <a:ext uri="{FF2B5EF4-FFF2-40B4-BE49-F238E27FC236}">
                <a16:creationId xmlns:a16="http://schemas.microsoft.com/office/drawing/2014/main" id="{C90E5AF4-EF96-4733-AD55-21925A942821}"/>
              </a:ext>
              <a:ext uri="{C183D7F6-B498-43B3-948B-1728B52AA6E4}">
                <adec:decorative xmlns:adec="http://schemas.microsoft.com/office/drawing/2017/decorative" val="1"/>
              </a:ext>
            </a:extLst>
          </p:cNvPr>
          <p:cNvSpPr/>
          <p:nvPr>
            <p:custDataLst>
              <p:tags r:id="rId79"/>
            </p:custDataLst>
          </p:nvPr>
        </p:nvSpPr>
        <p:spPr>
          <a:xfrm>
            <a:off x="93345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 name="Rectangle 79">
            <a:extLst>
              <a:ext uri="{FF2B5EF4-FFF2-40B4-BE49-F238E27FC236}">
                <a16:creationId xmlns:a16="http://schemas.microsoft.com/office/drawing/2014/main" id="{330CFD89-119F-4B69-904E-B83DC157E7C7}"/>
              </a:ext>
              <a:ext uri="{C183D7F6-B498-43B3-948B-1728B52AA6E4}">
                <adec:decorative xmlns:adec="http://schemas.microsoft.com/office/drawing/2017/decorative" val="1"/>
              </a:ext>
            </a:extLst>
          </p:cNvPr>
          <p:cNvSpPr/>
          <p:nvPr>
            <p:custDataLst>
              <p:tags r:id="rId80"/>
            </p:custDataLst>
          </p:nvPr>
        </p:nvSpPr>
        <p:spPr>
          <a:xfrm>
            <a:off x="94234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 name="Rectangle 80">
            <a:extLst>
              <a:ext uri="{FF2B5EF4-FFF2-40B4-BE49-F238E27FC236}">
                <a16:creationId xmlns:a16="http://schemas.microsoft.com/office/drawing/2014/main" id="{63D2CB3F-B54D-4B93-8F41-02492C6A7D63}"/>
              </a:ext>
              <a:ext uri="{C183D7F6-B498-43B3-948B-1728B52AA6E4}">
                <adec:decorative xmlns:adec="http://schemas.microsoft.com/office/drawing/2017/decorative" val="1"/>
              </a:ext>
            </a:extLst>
          </p:cNvPr>
          <p:cNvSpPr/>
          <p:nvPr>
            <p:custDataLst>
              <p:tags r:id="rId81"/>
            </p:custDataLst>
          </p:nvPr>
        </p:nvSpPr>
        <p:spPr>
          <a:xfrm>
            <a:off x="95123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 name="Rectangle 81">
            <a:extLst>
              <a:ext uri="{FF2B5EF4-FFF2-40B4-BE49-F238E27FC236}">
                <a16:creationId xmlns:a16="http://schemas.microsoft.com/office/drawing/2014/main" id="{60FFB6A3-36C8-42F3-A0FB-925D97AA7DD7}"/>
              </a:ext>
              <a:ext uri="{C183D7F6-B498-43B3-948B-1728B52AA6E4}">
                <adec:decorative xmlns:adec="http://schemas.microsoft.com/office/drawing/2017/decorative" val="1"/>
              </a:ext>
            </a:extLst>
          </p:cNvPr>
          <p:cNvSpPr/>
          <p:nvPr>
            <p:custDataLst>
              <p:tags r:id="rId82"/>
            </p:custDataLst>
          </p:nvPr>
        </p:nvSpPr>
        <p:spPr>
          <a:xfrm>
            <a:off x="96012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 name="Rectangle 82">
            <a:extLst>
              <a:ext uri="{FF2B5EF4-FFF2-40B4-BE49-F238E27FC236}">
                <a16:creationId xmlns:a16="http://schemas.microsoft.com/office/drawing/2014/main" id="{056A487B-3FF1-4E74-9BCA-498A0B755F31}"/>
              </a:ext>
              <a:ext uri="{C183D7F6-B498-43B3-948B-1728B52AA6E4}">
                <adec:decorative xmlns:adec="http://schemas.microsoft.com/office/drawing/2017/decorative" val="1"/>
              </a:ext>
            </a:extLst>
          </p:cNvPr>
          <p:cNvSpPr/>
          <p:nvPr>
            <p:custDataLst>
              <p:tags r:id="rId83"/>
            </p:custDataLst>
          </p:nvPr>
        </p:nvSpPr>
        <p:spPr>
          <a:xfrm>
            <a:off x="96901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4" name="Rectangle 83">
            <a:extLst>
              <a:ext uri="{FF2B5EF4-FFF2-40B4-BE49-F238E27FC236}">
                <a16:creationId xmlns:a16="http://schemas.microsoft.com/office/drawing/2014/main" id="{0C83E70E-235F-4D8B-BC0B-C9CBDD53872C}"/>
              </a:ext>
              <a:ext uri="{C183D7F6-B498-43B3-948B-1728B52AA6E4}">
                <adec:decorative xmlns:adec="http://schemas.microsoft.com/office/drawing/2017/decorative" val="1"/>
              </a:ext>
            </a:extLst>
          </p:cNvPr>
          <p:cNvSpPr/>
          <p:nvPr>
            <p:custDataLst>
              <p:tags r:id="rId84"/>
            </p:custDataLst>
          </p:nvPr>
        </p:nvSpPr>
        <p:spPr>
          <a:xfrm>
            <a:off x="97790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5" name="Rectangle 84">
            <a:extLst>
              <a:ext uri="{FF2B5EF4-FFF2-40B4-BE49-F238E27FC236}">
                <a16:creationId xmlns:a16="http://schemas.microsoft.com/office/drawing/2014/main" id="{A79B7BCE-2703-45EB-A343-ECA6EAFCBFBC}"/>
              </a:ext>
              <a:ext uri="{C183D7F6-B498-43B3-948B-1728B52AA6E4}">
                <adec:decorative xmlns:adec="http://schemas.microsoft.com/office/drawing/2017/decorative" val="1"/>
              </a:ext>
            </a:extLst>
          </p:cNvPr>
          <p:cNvSpPr/>
          <p:nvPr>
            <p:custDataLst>
              <p:tags r:id="rId85"/>
            </p:custDataLst>
          </p:nvPr>
        </p:nvSpPr>
        <p:spPr>
          <a:xfrm>
            <a:off x="98679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6" name="Rectangle 85">
            <a:extLst>
              <a:ext uri="{FF2B5EF4-FFF2-40B4-BE49-F238E27FC236}">
                <a16:creationId xmlns:a16="http://schemas.microsoft.com/office/drawing/2014/main" id="{EBACCA0A-69AC-4DA9-B5D9-E0AA3AE3303E}"/>
              </a:ext>
              <a:ext uri="{C183D7F6-B498-43B3-948B-1728B52AA6E4}">
                <adec:decorative xmlns:adec="http://schemas.microsoft.com/office/drawing/2017/decorative" val="1"/>
              </a:ext>
            </a:extLst>
          </p:cNvPr>
          <p:cNvSpPr/>
          <p:nvPr>
            <p:custDataLst>
              <p:tags r:id="rId86"/>
            </p:custDataLst>
          </p:nvPr>
        </p:nvSpPr>
        <p:spPr>
          <a:xfrm>
            <a:off x="99568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7" name="Rectangle 86">
            <a:extLst>
              <a:ext uri="{FF2B5EF4-FFF2-40B4-BE49-F238E27FC236}">
                <a16:creationId xmlns:a16="http://schemas.microsoft.com/office/drawing/2014/main" id="{D341A86F-FB87-42C9-8FDC-39D18542EA00}"/>
              </a:ext>
              <a:ext uri="{C183D7F6-B498-43B3-948B-1728B52AA6E4}">
                <adec:decorative xmlns:adec="http://schemas.microsoft.com/office/drawing/2017/decorative" val="1"/>
              </a:ext>
            </a:extLst>
          </p:cNvPr>
          <p:cNvSpPr/>
          <p:nvPr>
            <p:custDataLst>
              <p:tags r:id="rId87"/>
            </p:custDataLst>
          </p:nvPr>
        </p:nvSpPr>
        <p:spPr>
          <a:xfrm>
            <a:off x="100457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8" name="Rectangle 87">
            <a:extLst>
              <a:ext uri="{FF2B5EF4-FFF2-40B4-BE49-F238E27FC236}">
                <a16:creationId xmlns:a16="http://schemas.microsoft.com/office/drawing/2014/main" id="{90D3927B-16CB-402C-B100-1079BF3F7DDE}"/>
              </a:ext>
              <a:ext uri="{C183D7F6-B498-43B3-948B-1728B52AA6E4}">
                <adec:decorative xmlns:adec="http://schemas.microsoft.com/office/drawing/2017/decorative" val="1"/>
              </a:ext>
            </a:extLst>
          </p:cNvPr>
          <p:cNvSpPr/>
          <p:nvPr>
            <p:custDataLst>
              <p:tags r:id="rId88"/>
            </p:custDataLst>
          </p:nvPr>
        </p:nvSpPr>
        <p:spPr>
          <a:xfrm>
            <a:off x="101346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9" name="Rectangle 88">
            <a:extLst>
              <a:ext uri="{FF2B5EF4-FFF2-40B4-BE49-F238E27FC236}">
                <a16:creationId xmlns:a16="http://schemas.microsoft.com/office/drawing/2014/main" id="{C3808E02-72E3-44F9-B51B-E955E0A46958}"/>
              </a:ext>
              <a:ext uri="{C183D7F6-B498-43B3-948B-1728B52AA6E4}">
                <adec:decorative xmlns:adec="http://schemas.microsoft.com/office/drawing/2017/decorative" val="1"/>
              </a:ext>
            </a:extLst>
          </p:cNvPr>
          <p:cNvSpPr/>
          <p:nvPr>
            <p:custDataLst>
              <p:tags r:id="rId89"/>
            </p:custDataLst>
          </p:nvPr>
        </p:nvSpPr>
        <p:spPr>
          <a:xfrm>
            <a:off x="102235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0" name="Rectangle 89">
            <a:extLst>
              <a:ext uri="{FF2B5EF4-FFF2-40B4-BE49-F238E27FC236}">
                <a16:creationId xmlns:a16="http://schemas.microsoft.com/office/drawing/2014/main" id="{07CF6CDE-C856-46E2-BC65-9732C731C4E8}"/>
              </a:ext>
              <a:ext uri="{C183D7F6-B498-43B3-948B-1728B52AA6E4}">
                <adec:decorative xmlns:adec="http://schemas.microsoft.com/office/drawing/2017/decorative" val="1"/>
              </a:ext>
            </a:extLst>
          </p:cNvPr>
          <p:cNvSpPr/>
          <p:nvPr>
            <p:custDataLst>
              <p:tags r:id="rId90"/>
            </p:custDataLst>
          </p:nvPr>
        </p:nvSpPr>
        <p:spPr>
          <a:xfrm>
            <a:off x="103124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1" name="Rectangle 90">
            <a:extLst>
              <a:ext uri="{FF2B5EF4-FFF2-40B4-BE49-F238E27FC236}">
                <a16:creationId xmlns:a16="http://schemas.microsoft.com/office/drawing/2014/main" id="{C75628A9-D71B-4465-B67B-FE0D92866E36}"/>
              </a:ext>
              <a:ext uri="{C183D7F6-B498-43B3-948B-1728B52AA6E4}">
                <adec:decorative xmlns:adec="http://schemas.microsoft.com/office/drawing/2017/decorative" val="1"/>
              </a:ext>
            </a:extLst>
          </p:cNvPr>
          <p:cNvSpPr/>
          <p:nvPr>
            <p:custDataLst>
              <p:tags r:id="rId91"/>
            </p:custDataLst>
          </p:nvPr>
        </p:nvSpPr>
        <p:spPr>
          <a:xfrm>
            <a:off x="104013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2" name="Rectangle 91">
            <a:extLst>
              <a:ext uri="{FF2B5EF4-FFF2-40B4-BE49-F238E27FC236}">
                <a16:creationId xmlns:a16="http://schemas.microsoft.com/office/drawing/2014/main" id="{AA235408-50D0-44D7-A969-2E88944BBEBF}"/>
              </a:ext>
              <a:ext uri="{C183D7F6-B498-43B3-948B-1728B52AA6E4}">
                <adec:decorative xmlns:adec="http://schemas.microsoft.com/office/drawing/2017/decorative" val="1"/>
              </a:ext>
            </a:extLst>
          </p:cNvPr>
          <p:cNvSpPr/>
          <p:nvPr>
            <p:custDataLst>
              <p:tags r:id="rId92"/>
            </p:custDataLst>
          </p:nvPr>
        </p:nvSpPr>
        <p:spPr>
          <a:xfrm>
            <a:off x="104902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3" name="Rectangle 92">
            <a:extLst>
              <a:ext uri="{FF2B5EF4-FFF2-40B4-BE49-F238E27FC236}">
                <a16:creationId xmlns:a16="http://schemas.microsoft.com/office/drawing/2014/main" id="{24462C24-FB05-4121-BC5D-E8C542EDC7C7}"/>
              </a:ext>
              <a:ext uri="{C183D7F6-B498-43B3-948B-1728B52AA6E4}">
                <adec:decorative xmlns:adec="http://schemas.microsoft.com/office/drawing/2017/decorative" val="1"/>
              </a:ext>
            </a:extLst>
          </p:cNvPr>
          <p:cNvSpPr/>
          <p:nvPr>
            <p:custDataLst>
              <p:tags r:id="rId93"/>
            </p:custDataLst>
          </p:nvPr>
        </p:nvSpPr>
        <p:spPr>
          <a:xfrm>
            <a:off x="105791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4" name="Rectangle 93">
            <a:extLst>
              <a:ext uri="{FF2B5EF4-FFF2-40B4-BE49-F238E27FC236}">
                <a16:creationId xmlns:a16="http://schemas.microsoft.com/office/drawing/2014/main" id="{0CF1BCA6-CA46-45CF-9D7B-C1832DB8BD99}"/>
              </a:ext>
              <a:ext uri="{C183D7F6-B498-43B3-948B-1728B52AA6E4}">
                <adec:decorative xmlns:adec="http://schemas.microsoft.com/office/drawing/2017/decorative" val="1"/>
              </a:ext>
            </a:extLst>
          </p:cNvPr>
          <p:cNvSpPr/>
          <p:nvPr>
            <p:custDataLst>
              <p:tags r:id="rId94"/>
            </p:custDataLst>
          </p:nvPr>
        </p:nvSpPr>
        <p:spPr>
          <a:xfrm>
            <a:off x="10668000" y="2214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5" name="Rectangle 94">
            <a:extLst>
              <a:ext uri="{FF2B5EF4-FFF2-40B4-BE49-F238E27FC236}">
                <a16:creationId xmlns:a16="http://schemas.microsoft.com/office/drawing/2014/main" id="{9E7C8EF3-BDAB-4E74-9C8A-7E61E504734E}"/>
              </a:ext>
              <a:ext uri="{C183D7F6-B498-43B3-948B-1728B52AA6E4}">
                <adec:decorative xmlns:adec="http://schemas.microsoft.com/office/drawing/2017/decorative" val="1"/>
              </a:ext>
            </a:extLst>
          </p:cNvPr>
          <p:cNvSpPr/>
          <p:nvPr>
            <p:custDataLst>
              <p:tags r:id="rId95"/>
            </p:custDataLst>
          </p:nvPr>
        </p:nvSpPr>
        <p:spPr>
          <a:xfrm>
            <a:off x="10756900" y="2214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6" name="Rectangle 95">
            <a:extLst>
              <a:ext uri="{FF2B5EF4-FFF2-40B4-BE49-F238E27FC236}">
                <a16:creationId xmlns:a16="http://schemas.microsoft.com/office/drawing/2014/main" id="{381DA8CB-D7B6-4509-ADF8-4D635BF80319}"/>
              </a:ext>
              <a:ext uri="{C183D7F6-B498-43B3-948B-1728B52AA6E4}">
                <adec:decorative xmlns:adec="http://schemas.microsoft.com/office/drawing/2017/decorative" val="1"/>
              </a:ext>
            </a:extLst>
          </p:cNvPr>
          <p:cNvSpPr/>
          <p:nvPr>
            <p:custDataLst>
              <p:tags r:id="rId96"/>
            </p:custDataLst>
          </p:nvPr>
        </p:nvSpPr>
        <p:spPr>
          <a:xfrm>
            <a:off x="81788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7" name="Rectangle 96">
            <a:extLst>
              <a:ext uri="{FF2B5EF4-FFF2-40B4-BE49-F238E27FC236}">
                <a16:creationId xmlns:a16="http://schemas.microsoft.com/office/drawing/2014/main" id="{CE821106-9BCC-47AB-B9BF-03D68550C48C}"/>
              </a:ext>
              <a:ext uri="{C183D7F6-B498-43B3-948B-1728B52AA6E4}">
                <adec:decorative xmlns:adec="http://schemas.microsoft.com/office/drawing/2017/decorative" val="1"/>
              </a:ext>
            </a:extLst>
          </p:cNvPr>
          <p:cNvSpPr/>
          <p:nvPr>
            <p:custDataLst>
              <p:tags r:id="rId97"/>
            </p:custDataLst>
          </p:nvPr>
        </p:nvSpPr>
        <p:spPr>
          <a:xfrm>
            <a:off x="82677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8" name="Rectangle 97">
            <a:extLst>
              <a:ext uri="{FF2B5EF4-FFF2-40B4-BE49-F238E27FC236}">
                <a16:creationId xmlns:a16="http://schemas.microsoft.com/office/drawing/2014/main" id="{1B6F0BEA-6DB0-4ECD-A90E-D8F1D7117893}"/>
              </a:ext>
              <a:ext uri="{C183D7F6-B498-43B3-948B-1728B52AA6E4}">
                <adec:decorative xmlns:adec="http://schemas.microsoft.com/office/drawing/2017/decorative" val="1"/>
              </a:ext>
            </a:extLst>
          </p:cNvPr>
          <p:cNvSpPr/>
          <p:nvPr>
            <p:custDataLst>
              <p:tags r:id="rId98"/>
            </p:custDataLst>
          </p:nvPr>
        </p:nvSpPr>
        <p:spPr>
          <a:xfrm>
            <a:off x="83566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9" name="Rectangle 98">
            <a:extLst>
              <a:ext uri="{FF2B5EF4-FFF2-40B4-BE49-F238E27FC236}">
                <a16:creationId xmlns:a16="http://schemas.microsoft.com/office/drawing/2014/main" id="{7B0D61DE-7A8B-448C-A752-907D3DBC2B52}"/>
              </a:ext>
              <a:ext uri="{C183D7F6-B498-43B3-948B-1728B52AA6E4}">
                <adec:decorative xmlns:adec="http://schemas.microsoft.com/office/drawing/2017/decorative" val="1"/>
              </a:ext>
            </a:extLst>
          </p:cNvPr>
          <p:cNvSpPr/>
          <p:nvPr>
            <p:custDataLst>
              <p:tags r:id="rId99"/>
            </p:custDataLst>
          </p:nvPr>
        </p:nvSpPr>
        <p:spPr>
          <a:xfrm>
            <a:off x="84455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0" name="Rectangle 99">
            <a:extLst>
              <a:ext uri="{FF2B5EF4-FFF2-40B4-BE49-F238E27FC236}">
                <a16:creationId xmlns:a16="http://schemas.microsoft.com/office/drawing/2014/main" id="{82DD7FFA-AD07-4809-A269-313EA96BD29A}"/>
              </a:ext>
              <a:ext uri="{C183D7F6-B498-43B3-948B-1728B52AA6E4}">
                <adec:decorative xmlns:adec="http://schemas.microsoft.com/office/drawing/2017/decorative" val="1"/>
              </a:ext>
            </a:extLst>
          </p:cNvPr>
          <p:cNvSpPr/>
          <p:nvPr>
            <p:custDataLst>
              <p:tags r:id="rId100"/>
            </p:custDataLst>
          </p:nvPr>
        </p:nvSpPr>
        <p:spPr>
          <a:xfrm>
            <a:off x="85344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1" name="Rectangle 100">
            <a:extLst>
              <a:ext uri="{FF2B5EF4-FFF2-40B4-BE49-F238E27FC236}">
                <a16:creationId xmlns:a16="http://schemas.microsoft.com/office/drawing/2014/main" id="{4EC386A9-4CCB-462A-B90F-9FDF3342B376}"/>
              </a:ext>
              <a:ext uri="{C183D7F6-B498-43B3-948B-1728B52AA6E4}">
                <adec:decorative xmlns:adec="http://schemas.microsoft.com/office/drawing/2017/decorative" val="1"/>
              </a:ext>
            </a:extLst>
          </p:cNvPr>
          <p:cNvSpPr/>
          <p:nvPr>
            <p:custDataLst>
              <p:tags r:id="rId101"/>
            </p:custDataLst>
          </p:nvPr>
        </p:nvSpPr>
        <p:spPr>
          <a:xfrm>
            <a:off x="86233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2" name="Rectangle 101">
            <a:extLst>
              <a:ext uri="{FF2B5EF4-FFF2-40B4-BE49-F238E27FC236}">
                <a16:creationId xmlns:a16="http://schemas.microsoft.com/office/drawing/2014/main" id="{1C61A529-33F6-4EAC-8310-E293F111A546}"/>
              </a:ext>
              <a:ext uri="{C183D7F6-B498-43B3-948B-1728B52AA6E4}">
                <adec:decorative xmlns:adec="http://schemas.microsoft.com/office/drawing/2017/decorative" val="1"/>
              </a:ext>
            </a:extLst>
          </p:cNvPr>
          <p:cNvSpPr/>
          <p:nvPr>
            <p:custDataLst>
              <p:tags r:id="rId102"/>
            </p:custDataLst>
          </p:nvPr>
        </p:nvSpPr>
        <p:spPr>
          <a:xfrm>
            <a:off x="87122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3" name="Rectangle 102">
            <a:extLst>
              <a:ext uri="{FF2B5EF4-FFF2-40B4-BE49-F238E27FC236}">
                <a16:creationId xmlns:a16="http://schemas.microsoft.com/office/drawing/2014/main" id="{372A2605-B81E-4A43-A615-61F4FC4B89E4}"/>
              </a:ext>
              <a:ext uri="{C183D7F6-B498-43B3-948B-1728B52AA6E4}">
                <adec:decorative xmlns:adec="http://schemas.microsoft.com/office/drawing/2017/decorative" val="1"/>
              </a:ext>
            </a:extLst>
          </p:cNvPr>
          <p:cNvSpPr/>
          <p:nvPr>
            <p:custDataLst>
              <p:tags r:id="rId103"/>
            </p:custDataLst>
          </p:nvPr>
        </p:nvSpPr>
        <p:spPr>
          <a:xfrm>
            <a:off x="88011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4" name="Rectangle 103">
            <a:extLst>
              <a:ext uri="{FF2B5EF4-FFF2-40B4-BE49-F238E27FC236}">
                <a16:creationId xmlns:a16="http://schemas.microsoft.com/office/drawing/2014/main" id="{BB4AE228-6AAB-424D-B372-3669BBB705A7}"/>
              </a:ext>
              <a:ext uri="{C183D7F6-B498-43B3-948B-1728B52AA6E4}">
                <adec:decorative xmlns:adec="http://schemas.microsoft.com/office/drawing/2017/decorative" val="1"/>
              </a:ext>
            </a:extLst>
          </p:cNvPr>
          <p:cNvSpPr/>
          <p:nvPr>
            <p:custDataLst>
              <p:tags r:id="rId104"/>
            </p:custDataLst>
          </p:nvPr>
        </p:nvSpPr>
        <p:spPr>
          <a:xfrm>
            <a:off x="88900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5" name="Rectangle 104">
            <a:extLst>
              <a:ext uri="{FF2B5EF4-FFF2-40B4-BE49-F238E27FC236}">
                <a16:creationId xmlns:a16="http://schemas.microsoft.com/office/drawing/2014/main" id="{AC149F5C-A03D-4F7A-B4E8-97785052D18B}"/>
              </a:ext>
              <a:ext uri="{C183D7F6-B498-43B3-948B-1728B52AA6E4}">
                <adec:decorative xmlns:adec="http://schemas.microsoft.com/office/drawing/2017/decorative" val="1"/>
              </a:ext>
            </a:extLst>
          </p:cNvPr>
          <p:cNvSpPr/>
          <p:nvPr>
            <p:custDataLst>
              <p:tags r:id="rId105"/>
            </p:custDataLst>
          </p:nvPr>
        </p:nvSpPr>
        <p:spPr>
          <a:xfrm>
            <a:off x="89789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6" name="Rectangle 105">
            <a:extLst>
              <a:ext uri="{FF2B5EF4-FFF2-40B4-BE49-F238E27FC236}">
                <a16:creationId xmlns:a16="http://schemas.microsoft.com/office/drawing/2014/main" id="{FC383155-E6BA-45A7-82AD-26DA9CDAC64B}"/>
              </a:ext>
              <a:ext uri="{C183D7F6-B498-43B3-948B-1728B52AA6E4}">
                <adec:decorative xmlns:adec="http://schemas.microsoft.com/office/drawing/2017/decorative" val="1"/>
              </a:ext>
            </a:extLst>
          </p:cNvPr>
          <p:cNvSpPr/>
          <p:nvPr>
            <p:custDataLst>
              <p:tags r:id="rId106"/>
            </p:custDataLst>
          </p:nvPr>
        </p:nvSpPr>
        <p:spPr>
          <a:xfrm>
            <a:off x="90678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7" name="Rectangle 106">
            <a:extLst>
              <a:ext uri="{FF2B5EF4-FFF2-40B4-BE49-F238E27FC236}">
                <a16:creationId xmlns:a16="http://schemas.microsoft.com/office/drawing/2014/main" id="{B7920D72-3AC0-47E1-A456-1C7792C5BE52}"/>
              </a:ext>
              <a:ext uri="{C183D7F6-B498-43B3-948B-1728B52AA6E4}">
                <adec:decorative xmlns:adec="http://schemas.microsoft.com/office/drawing/2017/decorative" val="1"/>
              </a:ext>
            </a:extLst>
          </p:cNvPr>
          <p:cNvSpPr/>
          <p:nvPr>
            <p:custDataLst>
              <p:tags r:id="rId107"/>
            </p:custDataLst>
          </p:nvPr>
        </p:nvSpPr>
        <p:spPr>
          <a:xfrm>
            <a:off x="91567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8" name="Rectangle 107">
            <a:extLst>
              <a:ext uri="{FF2B5EF4-FFF2-40B4-BE49-F238E27FC236}">
                <a16:creationId xmlns:a16="http://schemas.microsoft.com/office/drawing/2014/main" id="{ABB99AA5-41DD-401D-92F6-177021A1D4DA}"/>
              </a:ext>
              <a:ext uri="{C183D7F6-B498-43B3-948B-1728B52AA6E4}">
                <adec:decorative xmlns:adec="http://schemas.microsoft.com/office/drawing/2017/decorative" val="1"/>
              </a:ext>
            </a:extLst>
          </p:cNvPr>
          <p:cNvSpPr/>
          <p:nvPr>
            <p:custDataLst>
              <p:tags r:id="rId108"/>
            </p:custDataLst>
          </p:nvPr>
        </p:nvSpPr>
        <p:spPr>
          <a:xfrm>
            <a:off x="92456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09" name="Rectangle 108">
            <a:extLst>
              <a:ext uri="{FF2B5EF4-FFF2-40B4-BE49-F238E27FC236}">
                <a16:creationId xmlns:a16="http://schemas.microsoft.com/office/drawing/2014/main" id="{637D7F0C-E7D6-461C-AFC5-33D15085C2EC}"/>
              </a:ext>
              <a:ext uri="{C183D7F6-B498-43B3-948B-1728B52AA6E4}">
                <adec:decorative xmlns:adec="http://schemas.microsoft.com/office/drawing/2017/decorative" val="1"/>
              </a:ext>
            </a:extLst>
          </p:cNvPr>
          <p:cNvSpPr/>
          <p:nvPr>
            <p:custDataLst>
              <p:tags r:id="rId109"/>
            </p:custDataLst>
          </p:nvPr>
        </p:nvSpPr>
        <p:spPr>
          <a:xfrm>
            <a:off x="93345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0" name="Rectangle 109">
            <a:extLst>
              <a:ext uri="{FF2B5EF4-FFF2-40B4-BE49-F238E27FC236}">
                <a16:creationId xmlns:a16="http://schemas.microsoft.com/office/drawing/2014/main" id="{4F2DDB22-8ADE-44F4-80F8-66ABD58BEEC0}"/>
              </a:ext>
              <a:ext uri="{C183D7F6-B498-43B3-948B-1728B52AA6E4}">
                <adec:decorative xmlns:adec="http://schemas.microsoft.com/office/drawing/2017/decorative" val="1"/>
              </a:ext>
            </a:extLst>
          </p:cNvPr>
          <p:cNvSpPr/>
          <p:nvPr>
            <p:custDataLst>
              <p:tags r:id="rId110"/>
            </p:custDataLst>
          </p:nvPr>
        </p:nvSpPr>
        <p:spPr>
          <a:xfrm>
            <a:off x="94234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1" name="Rectangle 110">
            <a:extLst>
              <a:ext uri="{FF2B5EF4-FFF2-40B4-BE49-F238E27FC236}">
                <a16:creationId xmlns:a16="http://schemas.microsoft.com/office/drawing/2014/main" id="{185BAE3B-EE01-422D-865C-363D5CD526E1}"/>
              </a:ext>
              <a:ext uri="{C183D7F6-B498-43B3-948B-1728B52AA6E4}">
                <adec:decorative xmlns:adec="http://schemas.microsoft.com/office/drawing/2017/decorative" val="1"/>
              </a:ext>
            </a:extLst>
          </p:cNvPr>
          <p:cNvSpPr/>
          <p:nvPr>
            <p:custDataLst>
              <p:tags r:id="rId111"/>
            </p:custDataLst>
          </p:nvPr>
        </p:nvSpPr>
        <p:spPr>
          <a:xfrm>
            <a:off x="95123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2" name="Rectangle 111">
            <a:extLst>
              <a:ext uri="{FF2B5EF4-FFF2-40B4-BE49-F238E27FC236}">
                <a16:creationId xmlns:a16="http://schemas.microsoft.com/office/drawing/2014/main" id="{5373FA00-490B-4C6E-87B2-75FAFE500004}"/>
              </a:ext>
              <a:ext uri="{C183D7F6-B498-43B3-948B-1728B52AA6E4}">
                <adec:decorative xmlns:adec="http://schemas.microsoft.com/office/drawing/2017/decorative" val="1"/>
              </a:ext>
            </a:extLst>
          </p:cNvPr>
          <p:cNvSpPr/>
          <p:nvPr>
            <p:custDataLst>
              <p:tags r:id="rId112"/>
            </p:custDataLst>
          </p:nvPr>
        </p:nvSpPr>
        <p:spPr>
          <a:xfrm>
            <a:off x="96012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3" name="Rectangle 112">
            <a:extLst>
              <a:ext uri="{FF2B5EF4-FFF2-40B4-BE49-F238E27FC236}">
                <a16:creationId xmlns:a16="http://schemas.microsoft.com/office/drawing/2014/main" id="{22E46145-4D61-4B36-8FA4-BF3CB78D4981}"/>
              </a:ext>
              <a:ext uri="{C183D7F6-B498-43B3-948B-1728B52AA6E4}">
                <adec:decorative xmlns:adec="http://schemas.microsoft.com/office/drawing/2017/decorative" val="1"/>
              </a:ext>
            </a:extLst>
          </p:cNvPr>
          <p:cNvSpPr/>
          <p:nvPr>
            <p:custDataLst>
              <p:tags r:id="rId113"/>
            </p:custDataLst>
          </p:nvPr>
        </p:nvSpPr>
        <p:spPr>
          <a:xfrm>
            <a:off x="96901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4" name="Rectangle 113">
            <a:extLst>
              <a:ext uri="{FF2B5EF4-FFF2-40B4-BE49-F238E27FC236}">
                <a16:creationId xmlns:a16="http://schemas.microsoft.com/office/drawing/2014/main" id="{D0B85E58-8BF6-4681-8B5A-14C8FCEABDCB}"/>
              </a:ext>
              <a:ext uri="{C183D7F6-B498-43B3-948B-1728B52AA6E4}">
                <adec:decorative xmlns:adec="http://schemas.microsoft.com/office/drawing/2017/decorative" val="1"/>
              </a:ext>
            </a:extLst>
          </p:cNvPr>
          <p:cNvSpPr/>
          <p:nvPr>
            <p:custDataLst>
              <p:tags r:id="rId114"/>
            </p:custDataLst>
          </p:nvPr>
        </p:nvSpPr>
        <p:spPr>
          <a:xfrm>
            <a:off x="97790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5" name="Rectangle 114">
            <a:extLst>
              <a:ext uri="{FF2B5EF4-FFF2-40B4-BE49-F238E27FC236}">
                <a16:creationId xmlns:a16="http://schemas.microsoft.com/office/drawing/2014/main" id="{EFDEC75C-6852-469D-8660-EEEBB6441E10}"/>
              </a:ext>
              <a:ext uri="{C183D7F6-B498-43B3-948B-1728B52AA6E4}">
                <adec:decorative xmlns:adec="http://schemas.microsoft.com/office/drawing/2017/decorative" val="1"/>
              </a:ext>
            </a:extLst>
          </p:cNvPr>
          <p:cNvSpPr/>
          <p:nvPr>
            <p:custDataLst>
              <p:tags r:id="rId115"/>
            </p:custDataLst>
          </p:nvPr>
        </p:nvSpPr>
        <p:spPr>
          <a:xfrm>
            <a:off x="98679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6" name="Rectangle 115">
            <a:extLst>
              <a:ext uri="{FF2B5EF4-FFF2-40B4-BE49-F238E27FC236}">
                <a16:creationId xmlns:a16="http://schemas.microsoft.com/office/drawing/2014/main" id="{72893765-6EE0-4A52-A03D-8F6FBB0BB8B0}"/>
              </a:ext>
              <a:ext uri="{C183D7F6-B498-43B3-948B-1728B52AA6E4}">
                <adec:decorative xmlns:adec="http://schemas.microsoft.com/office/drawing/2017/decorative" val="1"/>
              </a:ext>
            </a:extLst>
          </p:cNvPr>
          <p:cNvSpPr/>
          <p:nvPr>
            <p:custDataLst>
              <p:tags r:id="rId116"/>
            </p:custDataLst>
          </p:nvPr>
        </p:nvSpPr>
        <p:spPr>
          <a:xfrm>
            <a:off x="99568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7" name="Rectangle 116">
            <a:extLst>
              <a:ext uri="{FF2B5EF4-FFF2-40B4-BE49-F238E27FC236}">
                <a16:creationId xmlns:a16="http://schemas.microsoft.com/office/drawing/2014/main" id="{E287FFEE-9FD5-43C9-B1E7-BA64DA9AE0EA}"/>
              </a:ext>
              <a:ext uri="{C183D7F6-B498-43B3-948B-1728B52AA6E4}">
                <adec:decorative xmlns:adec="http://schemas.microsoft.com/office/drawing/2017/decorative" val="1"/>
              </a:ext>
            </a:extLst>
          </p:cNvPr>
          <p:cNvSpPr/>
          <p:nvPr>
            <p:custDataLst>
              <p:tags r:id="rId117"/>
            </p:custDataLst>
          </p:nvPr>
        </p:nvSpPr>
        <p:spPr>
          <a:xfrm>
            <a:off x="100457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8" name="Rectangle 117">
            <a:extLst>
              <a:ext uri="{FF2B5EF4-FFF2-40B4-BE49-F238E27FC236}">
                <a16:creationId xmlns:a16="http://schemas.microsoft.com/office/drawing/2014/main" id="{8D27D614-DC1D-48E0-8076-574313480337}"/>
              </a:ext>
              <a:ext uri="{C183D7F6-B498-43B3-948B-1728B52AA6E4}">
                <adec:decorative xmlns:adec="http://schemas.microsoft.com/office/drawing/2017/decorative" val="1"/>
              </a:ext>
            </a:extLst>
          </p:cNvPr>
          <p:cNvSpPr/>
          <p:nvPr>
            <p:custDataLst>
              <p:tags r:id="rId118"/>
            </p:custDataLst>
          </p:nvPr>
        </p:nvSpPr>
        <p:spPr>
          <a:xfrm>
            <a:off x="101346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9" name="Rectangle 118">
            <a:extLst>
              <a:ext uri="{FF2B5EF4-FFF2-40B4-BE49-F238E27FC236}">
                <a16:creationId xmlns:a16="http://schemas.microsoft.com/office/drawing/2014/main" id="{A375B049-864C-4BB6-AC11-B0337B18F579}"/>
              </a:ext>
              <a:ext uri="{C183D7F6-B498-43B3-948B-1728B52AA6E4}">
                <adec:decorative xmlns:adec="http://schemas.microsoft.com/office/drawing/2017/decorative" val="1"/>
              </a:ext>
            </a:extLst>
          </p:cNvPr>
          <p:cNvSpPr/>
          <p:nvPr>
            <p:custDataLst>
              <p:tags r:id="rId119"/>
            </p:custDataLst>
          </p:nvPr>
        </p:nvSpPr>
        <p:spPr>
          <a:xfrm>
            <a:off x="102235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0" name="Rectangle 119">
            <a:extLst>
              <a:ext uri="{FF2B5EF4-FFF2-40B4-BE49-F238E27FC236}">
                <a16:creationId xmlns:a16="http://schemas.microsoft.com/office/drawing/2014/main" id="{9DB89B2E-EB84-4DC9-AF80-6EA747B458E7}"/>
              </a:ext>
              <a:ext uri="{C183D7F6-B498-43B3-948B-1728B52AA6E4}">
                <adec:decorative xmlns:adec="http://schemas.microsoft.com/office/drawing/2017/decorative" val="1"/>
              </a:ext>
            </a:extLst>
          </p:cNvPr>
          <p:cNvSpPr/>
          <p:nvPr>
            <p:custDataLst>
              <p:tags r:id="rId120"/>
            </p:custDataLst>
          </p:nvPr>
        </p:nvSpPr>
        <p:spPr>
          <a:xfrm>
            <a:off x="103124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1" name="Rectangle 120">
            <a:extLst>
              <a:ext uri="{FF2B5EF4-FFF2-40B4-BE49-F238E27FC236}">
                <a16:creationId xmlns:a16="http://schemas.microsoft.com/office/drawing/2014/main" id="{12A0109C-F7C9-41F5-BC14-EC9CD0BAD3E3}"/>
              </a:ext>
              <a:ext uri="{C183D7F6-B498-43B3-948B-1728B52AA6E4}">
                <adec:decorative xmlns:adec="http://schemas.microsoft.com/office/drawing/2017/decorative" val="1"/>
              </a:ext>
            </a:extLst>
          </p:cNvPr>
          <p:cNvSpPr/>
          <p:nvPr>
            <p:custDataLst>
              <p:tags r:id="rId121"/>
            </p:custDataLst>
          </p:nvPr>
        </p:nvSpPr>
        <p:spPr>
          <a:xfrm>
            <a:off x="104013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2" name="Rectangle 121">
            <a:extLst>
              <a:ext uri="{FF2B5EF4-FFF2-40B4-BE49-F238E27FC236}">
                <a16:creationId xmlns:a16="http://schemas.microsoft.com/office/drawing/2014/main" id="{BB7DB1BC-584E-487C-9CD7-C1811BD34212}"/>
              </a:ext>
              <a:ext uri="{C183D7F6-B498-43B3-948B-1728B52AA6E4}">
                <adec:decorative xmlns:adec="http://schemas.microsoft.com/office/drawing/2017/decorative" val="1"/>
              </a:ext>
            </a:extLst>
          </p:cNvPr>
          <p:cNvSpPr/>
          <p:nvPr>
            <p:custDataLst>
              <p:tags r:id="rId122"/>
            </p:custDataLst>
          </p:nvPr>
        </p:nvSpPr>
        <p:spPr>
          <a:xfrm>
            <a:off x="104902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3" name="Rectangle 122">
            <a:extLst>
              <a:ext uri="{FF2B5EF4-FFF2-40B4-BE49-F238E27FC236}">
                <a16:creationId xmlns:a16="http://schemas.microsoft.com/office/drawing/2014/main" id="{923FEB84-0125-4308-89B6-A54BED02968B}"/>
              </a:ext>
              <a:ext uri="{C183D7F6-B498-43B3-948B-1728B52AA6E4}">
                <adec:decorative xmlns:adec="http://schemas.microsoft.com/office/drawing/2017/decorative" val="1"/>
              </a:ext>
            </a:extLst>
          </p:cNvPr>
          <p:cNvSpPr/>
          <p:nvPr>
            <p:custDataLst>
              <p:tags r:id="rId123"/>
            </p:custDataLst>
          </p:nvPr>
        </p:nvSpPr>
        <p:spPr>
          <a:xfrm>
            <a:off x="105791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4" name="Rectangle 123">
            <a:extLst>
              <a:ext uri="{FF2B5EF4-FFF2-40B4-BE49-F238E27FC236}">
                <a16:creationId xmlns:a16="http://schemas.microsoft.com/office/drawing/2014/main" id="{16E9D747-BCBB-4EE3-9378-4F4FD5D0085D}"/>
              </a:ext>
              <a:ext uri="{C183D7F6-B498-43B3-948B-1728B52AA6E4}">
                <adec:decorative xmlns:adec="http://schemas.microsoft.com/office/drawing/2017/decorative" val="1"/>
              </a:ext>
            </a:extLst>
          </p:cNvPr>
          <p:cNvSpPr/>
          <p:nvPr>
            <p:custDataLst>
              <p:tags r:id="rId124"/>
            </p:custDataLst>
          </p:nvPr>
        </p:nvSpPr>
        <p:spPr>
          <a:xfrm>
            <a:off x="10668000" y="2303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5" name="Rectangle 124">
            <a:extLst>
              <a:ext uri="{FF2B5EF4-FFF2-40B4-BE49-F238E27FC236}">
                <a16:creationId xmlns:a16="http://schemas.microsoft.com/office/drawing/2014/main" id="{34B90F10-690A-41E9-B17E-3C73602D86AF}"/>
              </a:ext>
              <a:ext uri="{C183D7F6-B498-43B3-948B-1728B52AA6E4}">
                <adec:decorative xmlns:adec="http://schemas.microsoft.com/office/drawing/2017/decorative" val="1"/>
              </a:ext>
            </a:extLst>
          </p:cNvPr>
          <p:cNvSpPr/>
          <p:nvPr>
            <p:custDataLst>
              <p:tags r:id="rId125"/>
            </p:custDataLst>
          </p:nvPr>
        </p:nvSpPr>
        <p:spPr>
          <a:xfrm>
            <a:off x="10756900" y="2303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6" name="Rectangle 125">
            <a:extLst>
              <a:ext uri="{FF2B5EF4-FFF2-40B4-BE49-F238E27FC236}">
                <a16:creationId xmlns:a16="http://schemas.microsoft.com/office/drawing/2014/main" id="{A3761700-768D-44B6-84C0-B26C2BB89390}"/>
              </a:ext>
              <a:ext uri="{C183D7F6-B498-43B3-948B-1728B52AA6E4}">
                <adec:decorative xmlns:adec="http://schemas.microsoft.com/office/drawing/2017/decorative" val="1"/>
              </a:ext>
            </a:extLst>
          </p:cNvPr>
          <p:cNvSpPr/>
          <p:nvPr>
            <p:custDataLst>
              <p:tags r:id="rId126"/>
            </p:custDataLst>
          </p:nvPr>
        </p:nvSpPr>
        <p:spPr>
          <a:xfrm>
            <a:off x="81788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7" name="Rectangle 126">
            <a:extLst>
              <a:ext uri="{FF2B5EF4-FFF2-40B4-BE49-F238E27FC236}">
                <a16:creationId xmlns:a16="http://schemas.microsoft.com/office/drawing/2014/main" id="{839A2469-7328-4092-A791-A3428077E1E6}"/>
              </a:ext>
              <a:ext uri="{C183D7F6-B498-43B3-948B-1728B52AA6E4}">
                <adec:decorative xmlns:adec="http://schemas.microsoft.com/office/drawing/2017/decorative" val="1"/>
              </a:ext>
            </a:extLst>
          </p:cNvPr>
          <p:cNvSpPr/>
          <p:nvPr>
            <p:custDataLst>
              <p:tags r:id="rId127"/>
            </p:custDataLst>
          </p:nvPr>
        </p:nvSpPr>
        <p:spPr>
          <a:xfrm>
            <a:off x="82677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8" name="Rectangle 127">
            <a:extLst>
              <a:ext uri="{FF2B5EF4-FFF2-40B4-BE49-F238E27FC236}">
                <a16:creationId xmlns:a16="http://schemas.microsoft.com/office/drawing/2014/main" id="{C2A5C871-AF2F-4274-95F1-6111013EC722}"/>
              </a:ext>
              <a:ext uri="{C183D7F6-B498-43B3-948B-1728B52AA6E4}">
                <adec:decorative xmlns:adec="http://schemas.microsoft.com/office/drawing/2017/decorative" val="1"/>
              </a:ext>
            </a:extLst>
          </p:cNvPr>
          <p:cNvSpPr/>
          <p:nvPr>
            <p:custDataLst>
              <p:tags r:id="rId128"/>
            </p:custDataLst>
          </p:nvPr>
        </p:nvSpPr>
        <p:spPr>
          <a:xfrm>
            <a:off x="83566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9" name="Rectangle 128">
            <a:extLst>
              <a:ext uri="{FF2B5EF4-FFF2-40B4-BE49-F238E27FC236}">
                <a16:creationId xmlns:a16="http://schemas.microsoft.com/office/drawing/2014/main" id="{7A06DCC7-70E2-4DC5-8CDF-B04A1BB2B703}"/>
              </a:ext>
              <a:ext uri="{C183D7F6-B498-43B3-948B-1728B52AA6E4}">
                <adec:decorative xmlns:adec="http://schemas.microsoft.com/office/drawing/2017/decorative" val="1"/>
              </a:ext>
            </a:extLst>
          </p:cNvPr>
          <p:cNvSpPr/>
          <p:nvPr>
            <p:custDataLst>
              <p:tags r:id="rId129"/>
            </p:custDataLst>
          </p:nvPr>
        </p:nvSpPr>
        <p:spPr>
          <a:xfrm>
            <a:off x="84455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0" name="Rectangle 129">
            <a:extLst>
              <a:ext uri="{FF2B5EF4-FFF2-40B4-BE49-F238E27FC236}">
                <a16:creationId xmlns:a16="http://schemas.microsoft.com/office/drawing/2014/main" id="{10E629C8-15FA-45B2-88D5-59CAB6B2D132}"/>
              </a:ext>
              <a:ext uri="{C183D7F6-B498-43B3-948B-1728B52AA6E4}">
                <adec:decorative xmlns:adec="http://schemas.microsoft.com/office/drawing/2017/decorative" val="1"/>
              </a:ext>
            </a:extLst>
          </p:cNvPr>
          <p:cNvSpPr/>
          <p:nvPr>
            <p:custDataLst>
              <p:tags r:id="rId130"/>
            </p:custDataLst>
          </p:nvPr>
        </p:nvSpPr>
        <p:spPr>
          <a:xfrm>
            <a:off x="85344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1" name="Rectangle 130">
            <a:extLst>
              <a:ext uri="{FF2B5EF4-FFF2-40B4-BE49-F238E27FC236}">
                <a16:creationId xmlns:a16="http://schemas.microsoft.com/office/drawing/2014/main" id="{BD0C4E73-2DBF-42F0-8785-C14EBF208707}"/>
              </a:ext>
              <a:ext uri="{C183D7F6-B498-43B3-948B-1728B52AA6E4}">
                <adec:decorative xmlns:adec="http://schemas.microsoft.com/office/drawing/2017/decorative" val="1"/>
              </a:ext>
            </a:extLst>
          </p:cNvPr>
          <p:cNvSpPr/>
          <p:nvPr>
            <p:custDataLst>
              <p:tags r:id="rId131"/>
            </p:custDataLst>
          </p:nvPr>
        </p:nvSpPr>
        <p:spPr>
          <a:xfrm>
            <a:off x="86233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2" name="Rectangle 131">
            <a:extLst>
              <a:ext uri="{FF2B5EF4-FFF2-40B4-BE49-F238E27FC236}">
                <a16:creationId xmlns:a16="http://schemas.microsoft.com/office/drawing/2014/main" id="{4DA46C32-9031-4BB5-866A-53AD045B7DB7}"/>
              </a:ext>
              <a:ext uri="{C183D7F6-B498-43B3-948B-1728B52AA6E4}">
                <adec:decorative xmlns:adec="http://schemas.microsoft.com/office/drawing/2017/decorative" val="1"/>
              </a:ext>
            </a:extLst>
          </p:cNvPr>
          <p:cNvSpPr/>
          <p:nvPr>
            <p:custDataLst>
              <p:tags r:id="rId132"/>
            </p:custDataLst>
          </p:nvPr>
        </p:nvSpPr>
        <p:spPr>
          <a:xfrm>
            <a:off x="87122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3" name="Rectangle 132">
            <a:extLst>
              <a:ext uri="{FF2B5EF4-FFF2-40B4-BE49-F238E27FC236}">
                <a16:creationId xmlns:a16="http://schemas.microsoft.com/office/drawing/2014/main" id="{2B4201CF-244A-4895-85D0-38AC672B0570}"/>
              </a:ext>
              <a:ext uri="{C183D7F6-B498-43B3-948B-1728B52AA6E4}">
                <adec:decorative xmlns:adec="http://schemas.microsoft.com/office/drawing/2017/decorative" val="1"/>
              </a:ext>
            </a:extLst>
          </p:cNvPr>
          <p:cNvSpPr/>
          <p:nvPr>
            <p:custDataLst>
              <p:tags r:id="rId133"/>
            </p:custDataLst>
          </p:nvPr>
        </p:nvSpPr>
        <p:spPr>
          <a:xfrm>
            <a:off x="88011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4" name="Rectangle 133">
            <a:extLst>
              <a:ext uri="{FF2B5EF4-FFF2-40B4-BE49-F238E27FC236}">
                <a16:creationId xmlns:a16="http://schemas.microsoft.com/office/drawing/2014/main" id="{12FEF2A2-9DEC-4337-8DC3-D8DC2487FA84}"/>
              </a:ext>
              <a:ext uri="{C183D7F6-B498-43B3-948B-1728B52AA6E4}">
                <adec:decorative xmlns:adec="http://schemas.microsoft.com/office/drawing/2017/decorative" val="1"/>
              </a:ext>
            </a:extLst>
          </p:cNvPr>
          <p:cNvSpPr/>
          <p:nvPr>
            <p:custDataLst>
              <p:tags r:id="rId134"/>
            </p:custDataLst>
          </p:nvPr>
        </p:nvSpPr>
        <p:spPr>
          <a:xfrm>
            <a:off x="88900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5" name="Rectangle 134">
            <a:extLst>
              <a:ext uri="{FF2B5EF4-FFF2-40B4-BE49-F238E27FC236}">
                <a16:creationId xmlns:a16="http://schemas.microsoft.com/office/drawing/2014/main" id="{9AFD0EF6-4B29-40EA-B17C-78FDF8CEA026}"/>
              </a:ext>
              <a:ext uri="{C183D7F6-B498-43B3-948B-1728B52AA6E4}">
                <adec:decorative xmlns:adec="http://schemas.microsoft.com/office/drawing/2017/decorative" val="1"/>
              </a:ext>
            </a:extLst>
          </p:cNvPr>
          <p:cNvSpPr/>
          <p:nvPr>
            <p:custDataLst>
              <p:tags r:id="rId135"/>
            </p:custDataLst>
          </p:nvPr>
        </p:nvSpPr>
        <p:spPr>
          <a:xfrm>
            <a:off x="89789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6" name="Rectangle 135">
            <a:extLst>
              <a:ext uri="{FF2B5EF4-FFF2-40B4-BE49-F238E27FC236}">
                <a16:creationId xmlns:a16="http://schemas.microsoft.com/office/drawing/2014/main" id="{3C17736B-CC3C-4410-9293-00437D5A031C}"/>
              </a:ext>
              <a:ext uri="{C183D7F6-B498-43B3-948B-1728B52AA6E4}">
                <adec:decorative xmlns:adec="http://schemas.microsoft.com/office/drawing/2017/decorative" val="1"/>
              </a:ext>
            </a:extLst>
          </p:cNvPr>
          <p:cNvSpPr/>
          <p:nvPr>
            <p:custDataLst>
              <p:tags r:id="rId136"/>
            </p:custDataLst>
          </p:nvPr>
        </p:nvSpPr>
        <p:spPr>
          <a:xfrm>
            <a:off x="90678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7" name="Rectangle 136">
            <a:extLst>
              <a:ext uri="{FF2B5EF4-FFF2-40B4-BE49-F238E27FC236}">
                <a16:creationId xmlns:a16="http://schemas.microsoft.com/office/drawing/2014/main" id="{F1006ACC-A22D-4B90-BD50-841F761CDA06}"/>
              </a:ext>
              <a:ext uri="{C183D7F6-B498-43B3-948B-1728B52AA6E4}">
                <adec:decorative xmlns:adec="http://schemas.microsoft.com/office/drawing/2017/decorative" val="1"/>
              </a:ext>
            </a:extLst>
          </p:cNvPr>
          <p:cNvSpPr/>
          <p:nvPr>
            <p:custDataLst>
              <p:tags r:id="rId137"/>
            </p:custDataLst>
          </p:nvPr>
        </p:nvSpPr>
        <p:spPr>
          <a:xfrm>
            <a:off x="91567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8" name="Rectangle 137">
            <a:extLst>
              <a:ext uri="{FF2B5EF4-FFF2-40B4-BE49-F238E27FC236}">
                <a16:creationId xmlns:a16="http://schemas.microsoft.com/office/drawing/2014/main" id="{D4C798C1-B8E0-40D1-B4E1-C2B8031C7D0C}"/>
              </a:ext>
              <a:ext uri="{C183D7F6-B498-43B3-948B-1728B52AA6E4}">
                <adec:decorative xmlns:adec="http://schemas.microsoft.com/office/drawing/2017/decorative" val="1"/>
              </a:ext>
            </a:extLst>
          </p:cNvPr>
          <p:cNvSpPr/>
          <p:nvPr>
            <p:custDataLst>
              <p:tags r:id="rId138"/>
            </p:custDataLst>
          </p:nvPr>
        </p:nvSpPr>
        <p:spPr>
          <a:xfrm>
            <a:off x="92456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9" name="Rectangle 138">
            <a:extLst>
              <a:ext uri="{FF2B5EF4-FFF2-40B4-BE49-F238E27FC236}">
                <a16:creationId xmlns:a16="http://schemas.microsoft.com/office/drawing/2014/main" id="{EC54DFE4-0478-4D4F-BCBC-3AA390F58A94}"/>
              </a:ext>
              <a:ext uri="{C183D7F6-B498-43B3-948B-1728B52AA6E4}">
                <adec:decorative xmlns:adec="http://schemas.microsoft.com/office/drawing/2017/decorative" val="1"/>
              </a:ext>
            </a:extLst>
          </p:cNvPr>
          <p:cNvSpPr/>
          <p:nvPr>
            <p:custDataLst>
              <p:tags r:id="rId139"/>
            </p:custDataLst>
          </p:nvPr>
        </p:nvSpPr>
        <p:spPr>
          <a:xfrm>
            <a:off x="93345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0" name="Rectangle 139">
            <a:extLst>
              <a:ext uri="{FF2B5EF4-FFF2-40B4-BE49-F238E27FC236}">
                <a16:creationId xmlns:a16="http://schemas.microsoft.com/office/drawing/2014/main" id="{4367563D-1F10-436F-BB45-82B5F962CA73}"/>
              </a:ext>
              <a:ext uri="{C183D7F6-B498-43B3-948B-1728B52AA6E4}">
                <adec:decorative xmlns:adec="http://schemas.microsoft.com/office/drawing/2017/decorative" val="1"/>
              </a:ext>
            </a:extLst>
          </p:cNvPr>
          <p:cNvSpPr/>
          <p:nvPr>
            <p:custDataLst>
              <p:tags r:id="rId140"/>
            </p:custDataLst>
          </p:nvPr>
        </p:nvSpPr>
        <p:spPr>
          <a:xfrm>
            <a:off x="94234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1" name="Rectangle 140">
            <a:extLst>
              <a:ext uri="{FF2B5EF4-FFF2-40B4-BE49-F238E27FC236}">
                <a16:creationId xmlns:a16="http://schemas.microsoft.com/office/drawing/2014/main" id="{BB6A2259-F20B-420A-AE56-621B64FD501E}"/>
              </a:ext>
              <a:ext uri="{C183D7F6-B498-43B3-948B-1728B52AA6E4}">
                <adec:decorative xmlns:adec="http://schemas.microsoft.com/office/drawing/2017/decorative" val="1"/>
              </a:ext>
            </a:extLst>
          </p:cNvPr>
          <p:cNvSpPr/>
          <p:nvPr>
            <p:custDataLst>
              <p:tags r:id="rId141"/>
            </p:custDataLst>
          </p:nvPr>
        </p:nvSpPr>
        <p:spPr>
          <a:xfrm>
            <a:off x="95123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2" name="Rectangle 141">
            <a:extLst>
              <a:ext uri="{FF2B5EF4-FFF2-40B4-BE49-F238E27FC236}">
                <a16:creationId xmlns:a16="http://schemas.microsoft.com/office/drawing/2014/main" id="{56854F31-DB7A-4C08-B81C-9509BBB819C9}"/>
              </a:ext>
              <a:ext uri="{C183D7F6-B498-43B3-948B-1728B52AA6E4}">
                <adec:decorative xmlns:adec="http://schemas.microsoft.com/office/drawing/2017/decorative" val="1"/>
              </a:ext>
            </a:extLst>
          </p:cNvPr>
          <p:cNvSpPr/>
          <p:nvPr>
            <p:custDataLst>
              <p:tags r:id="rId142"/>
            </p:custDataLst>
          </p:nvPr>
        </p:nvSpPr>
        <p:spPr>
          <a:xfrm>
            <a:off x="96012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3" name="Rectangle 142">
            <a:extLst>
              <a:ext uri="{FF2B5EF4-FFF2-40B4-BE49-F238E27FC236}">
                <a16:creationId xmlns:a16="http://schemas.microsoft.com/office/drawing/2014/main" id="{1E1E385E-D4D4-453E-803A-2D08D78444FF}"/>
              </a:ext>
              <a:ext uri="{C183D7F6-B498-43B3-948B-1728B52AA6E4}">
                <adec:decorative xmlns:adec="http://schemas.microsoft.com/office/drawing/2017/decorative" val="1"/>
              </a:ext>
            </a:extLst>
          </p:cNvPr>
          <p:cNvSpPr/>
          <p:nvPr>
            <p:custDataLst>
              <p:tags r:id="rId143"/>
            </p:custDataLst>
          </p:nvPr>
        </p:nvSpPr>
        <p:spPr>
          <a:xfrm>
            <a:off x="96901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4" name="Rectangle 143">
            <a:extLst>
              <a:ext uri="{FF2B5EF4-FFF2-40B4-BE49-F238E27FC236}">
                <a16:creationId xmlns:a16="http://schemas.microsoft.com/office/drawing/2014/main" id="{E78761C1-F653-4B8A-99C4-B015A1186093}"/>
              </a:ext>
              <a:ext uri="{C183D7F6-B498-43B3-948B-1728B52AA6E4}">
                <adec:decorative xmlns:adec="http://schemas.microsoft.com/office/drawing/2017/decorative" val="1"/>
              </a:ext>
            </a:extLst>
          </p:cNvPr>
          <p:cNvSpPr/>
          <p:nvPr>
            <p:custDataLst>
              <p:tags r:id="rId144"/>
            </p:custDataLst>
          </p:nvPr>
        </p:nvSpPr>
        <p:spPr>
          <a:xfrm>
            <a:off x="97790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5" name="Rectangle 144">
            <a:extLst>
              <a:ext uri="{FF2B5EF4-FFF2-40B4-BE49-F238E27FC236}">
                <a16:creationId xmlns:a16="http://schemas.microsoft.com/office/drawing/2014/main" id="{424F7B19-0F16-4F68-ACCE-7D89B4624353}"/>
              </a:ext>
              <a:ext uri="{C183D7F6-B498-43B3-948B-1728B52AA6E4}">
                <adec:decorative xmlns:adec="http://schemas.microsoft.com/office/drawing/2017/decorative" val="1"/>
              </a:ext>
            </a:extLst>
          </p:cNvPr>
          <p:cNvSpPr/>
          <p:nvPr>
            <p:custDataLst>
              <p:tags r:id="rId145"/>
            </p:custDataLst>
          </p:nvPr>
        </p:nvSpPr>
        <p:spPr>
          <a:xfrm>
            <a:off x="98679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6" name="Rectangle 145">
            <a:extLst>
              <a:ext uri="{FF2B5EF4-FFF2-40B4-BE49-F238E27FC236}">
                <a16:creationId xmlns:a16="http://schemas.microsoft.com/office/drawing/2014/main" id="{DDFB61A5-A571-4520-A09F-BC0B56E4F29B}"/>
              </a:ext>
              <a:ext uri="{C183D7F6-B498-43B3-948B-1728B52AA6E4}">
                <adec:decorative xmlns:adec="http://schemas.microsoft.com/office/drawing/2017/decorative" val="1"/>
              </a:ext>
            </a:extLst>
          </p:cNvPr>
          <p:cNvSpPr/>
          <p:nvPr>
            <p:custDataLst>
              <p:tags r:id="rId146"/>
            </p:custDataLst>
          </p:nvPr>
        </p:nvSpPr>
        <p:spPr>
          <a:xfrm>
            <a:off x="99568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7" name="Rectangle 146">
            <a:extLst>
              <a:ext uri="{FF2B5EF4-FFF2-40B4-BE49-F238E27FC236}">
                <a16:creationId xmlns:a16="http://schemas.microsoft.com/office/drawing/2014/main" id="{8BF43190-C85A-4612-9D53-BAE5CC88C5CF}"/>
              </a:ext>
              <a:ext uri="{C183D7F6-B498-43B3-948B-1728B52AA6E4}">
                <adec:decorative xmlns:adec="http://schemas.microsoft.com/office/drawing/2017/decorative" val="1"/>
              </a:ext>
            </a:extLst>
          </p:cNvPr>
          <p:cNvSpPr/>
          <p:nvPr>
            <p:custDataLst>
              <p:tags r:id="rId147"/>
            </p:custDataLst>
          </p:nvPr>
        </p:nvSpPr>
        <p:spPr>
          <a:xfrm>
            <a:off x="100457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8" name="Rectangle 147">
            <a:extLst>
              <a:ext uri="{FF2B5EF4-FFF2-40B4-BE49-F238E27FC236}">
                <a16:creationId xmlns:a16="http://schemas.microsoft.com/office/drawing/2014/main" id="{FE316990-3FB7-4AF1-BDE6-4553FE6B2740}"/>
              </a:ext>
              <a:ext uri="{C183D7F6-B498-43B3-948B-1728B52AA6E4}">
                <adec:decorative xmlns:adec="http://schemas.microsoft.com/office/drawing/2017/decorative" val="1"/>
              </a:ext>
            </a:extLst>
          </p:cNvPr>
          <p:cNvSpPr/>
          <p:nvPr>
            <p:custDataLst>
              <p:tags r:id="rId148"/>
            </p:custDataLst>
          </p:nvPr>
        </p:nvSpPr>
        <p:spPr>
          <a:xfrm>
            <a:off x="101346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9" name="Rectangle 148">
            <a:extLst>
              <a:ext uri="{FF2B5EF4-FFF2-40B4-BE49-F238E27FC236}">
                <a16:creationId xmlns:a16="http://schemas.microsoft.com/office/drawing/2014/main" id="{F5E3EEC5-D11A-4A9C-9505-A973C3CD7959}"/>
              </a:ext>
              <a:ext uri="{C183D7F6-B498-43B3-948B-1728B52AA6E4}">
                <adec:decorative xmlns:adec="http://schemas.microsoft.com/office/drawing/2017/decorative" val="1"/>
              </a:ext>
            </a:extLst>
          </p:cNvPr>
          <p:cNvSpPr/>
          <p:nvPr>
            <p:custDataLst>
              <p:tags r:id="rId149"/>
            </p:custDataLst>
          </p:nvPr>
        </p:nvSpPr>
        <p:spPr>
          <a:xfrm>
            <a:off x="102235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0" name="Rectangle 149">
            <a:extLst>
              <a:ext uri="{FF2B5EF4-FFF2-40B4-BE49-F238E27FC236}">
                <a16:creationId xmlns:a16="http://schemas.microsoft.com/office/drawing/2014/main" id="{6CB46983-E1C3-4703-89EC-CE2EAA4A3635}"/>
              </a:ext>
              <a:ext uri="{C183D7F6-B498-43B3-948B-1728B52AA6E4}">
                <adec:decorative xmlns:adec="http://schemas.microsoft.com/office/drawing/2017/decorative" val="1"/>
              </a:ext>
            </a:extLst>
          </p:cNvPr>
          <p:cNvSpPr/>
          <p:nvPr>
            <p:custDataLst>
              <p:tags r:id="rId150"/>
            </p:custDataLst>
          </p:nvPr>
        </p:nvSpPr>
        <p:spPr>
          <a:xfrm>
            <a:off x="103124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1" name="Rectangle 150">
            <a:extLst>
              <a:ext uri="{FF2B5EF4-FFF2-40B4-BE49-F238E27FC236}">
                <a16:creationId xmlns:a16="http://schemas.microsoft.com/office/drawing/2014/main" id="{386212D6-053A-476C-B1E9-5F32F3FF2CE7}"/>
              </a:ext>
              <a:ext uri="{C183D7F6-B498-43B3-948B-1728B52AA6E4}">
                <adec:decorative xmlns:adec="http://schemas.microsoft.com/office/drawing/2017/decorative" val="1"/>
              </a:ext>
            </a:extLst>
          </p:cNvPr>
          <p:cNvSpPr/>
          <p:nvPr>
            <p:custDataLst>
              <p:tags r:id="rId151"/>
            </p:custDataLst>
          </p:nvPr>
        </p:nvSpPr>
        <p:spPr>
          <a:xfrm>
            <a:off x="104013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2" name="Rectangle 151">
            <a:extLst>
              <a:ext uri="{FF2B5EF4-FFF2-40B4-BE49-F238E27FC236}">
                <a16:creationId xmlns:a16="http://schemas.microsoft.com/office/drawing/2014/main" id="{03B01072-36B2-4CFF-ADC6-45A254C3DFD2}"/>
              </a:ext>
              <a:ext uri="{C183D7F6-B498-43B3-948B-1728B52AA6E4}">
                <adec:decorative xmlns:adec="http://schemas.microsoft.com/office/drawing/2017/decorative" val="1"/>
              </a:ext>
            </a:extLst>
          </p:cNvPr>
          <p:cNvSpPr/>
          <p:nvPr>
            <p:custDataLst>
              <p:tags r:id="rId152"/>
            </p:custDataLst>
          </p:nvPr>
        </p:nvSpPr>
        <p:spPr>
          <a:xfrm>
            <a:off x="104902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3" name="Rectangle 152">
            <a:extLst>
              <a:ext uri="{FF2B5EF4-FFF2-40B4-BE49-F238E27FC236}">
                <a16:creationId xmlns:a16="http://schemas.microsoft.com/office/drawing/2014/main" id="{219980DC-1110-439B-912C-E986661A7E57}"/>
              </a:ext>
              <a:ext uri="{C183D7F6-B498-43B3-948B-1728B52AA6E4}">
                <adec:decorative xmlns:adec="http://schemas.microsoft.com/office/drawing/2017/decorative" val="1"/>
              </a:ext>
            </a:extLst>
          </p:cNvPr>
          <p:cNvSpPr/>
          <p:nvPr>
            <p:custDataLst>
              <p:tags r:id="rId153"/>
            </p:custDataLst>
          </p:nvPr>
        </p:nvSpPr>
        <p:spPr>
          <a:xfrm>
            <a:off x="105791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4" name="Rectangle 153">
            <a:extLst>
              <a:ext uri="{FF2B5EF4-FFF2-40B4-BE49-F238E27FC236}">
                <a16:creationId xmlns:a16="http://schemas.microsoft.com/office/drawing/2014/main" id="{6F844D83-6C34-4DE2-9626-907B6612C343}"/>
              </a:ext>
              <a:ext uri="{C183D7F6-B498-43B3-948B-1728B52AA6E4}">
                <adec:decorative xmlns:adec="http://schemas.microsoft.com/office/drawing/2017/decorative" val="1"/>
              </a:ext>
            </a:extLst>
          </p:cNvPr>
          <p:cNvSpPr/>
          <p:nvPr>
            <p:custDataLst>
              <p:tags r:id="rId154"/>
            </p:custDataLst>
          </p:nvPr>
        </p:nvSpPr>
        <p:spPr>
          <a:xfrm>
            <a:off x="10668000" y="2392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5" name="Rectangle 154">
            <a:extLst>
              <a:ext uri="{FF2B5EF4-FFF2-40B4-BE49-F238E27FC236}">
                <a16:creationId xmlns:a16="http://schemas.microsoft.com/office/drawing/2014/main" id="{3404404D-D13A-4032-902A-917DD4CD71C2}"/>
              </a:ext>
              <a:ext uri="{C183D7F6-B498-43B3-948B-1728B52AA6E4}">
                <adec:decorative xmlns:adec="http://schemas.microsoft.com/office/drawing/2017/decorative" val="1"/>
              </a:ext>
            </a:extLst>
          </p:cNvPr>
          <p:cNvSpPr/>
          <p:nvPr>
            <p:custDataLst>
              <p:tags r:id="rId155"/>
            </p:custDataLst>
          </p:nvPr>
        </p:nvSpPr>
        <p:spPr>
          <a:xfrm>
            <a:off x="10756900" y="2392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6" name="Rectangle 155">
            <a:extLst>
              <a:ext uri="{FF2B5EF4-FFF2-40B4-BE49-F238E27FC236}">
                <a16:creationId xmlns:a16="http://schemas.microsoft.com/office/drawing/2014/main" id="{5BF2E703-F546-4DD7-BE55-382BE33BA3D5}"/>
              </a:ext>
              <a:ext uri="{C183D7F6-B498-43B3-948B-1728B52AA6E4}">
                <adec:decorative xmlns:adec="http://schemas.microsoft.com/office/drawing/2017/decorative" val="1"/>
              </a:ext>
            </a:extLst>
          </p:cNvPr>
          <p:cNvSpPr/>
          <p:nvPr>
            <p:custDataLst>
              <p:tags r:id="rId156"/>
            </p:custDataLst>
          </p:nvPr>
        </p:nvSpPr>
        <p:spPr>
          <a:xfrm>
            <a:off x="81788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7" name="Rectangle 156">
            <a:extLst>
              <a:ext uri="{FF2B5EF4-FFF2-40B4-BE49-F238E27FC236}">
                <a16:creationId xmlns:a16="http://schemas.microsoft.com/office/drawing/2014/main" id="{BB594740-7FF7-4CFE-8DE7-54258A04423D}"/>
              </a:ext>
              <a:ext uri="{C183D7F6-B498-43B3-948B-1728B52AA6E4}">
                <adec:decorative xmlns:adec="http://schemas.microsoft.com/office/drawing/2017/decorative" val="1"/>
              </a:ext>
            </a:extLst>
          </p:cNvPr>
          <p:cNvSpPr/>
          <p:nvPr>
            <p:custDataLst>
              <p:tags r:id="rId157"/>
            </p:custDataLst>
          </p:nvPr>
        </p:nvSpPr>
        <p:spPr>
          <a:xfrm>
            <a:off x="82677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8" name="Rectangle 157">
            <a:extLst>
              <a:ext uri="{FF2B5EF4-FFF2-40B4-BE49-F238E27FC236}">
                <a16:creationId xmlns:a16="http://schemas.microsoft.com/office/drawing/2014/main" id="{37B9AF97-A4E6-42D5-9928-EE4C17A58FC7}"/>
              </a:ext>
              <a:ext uri="{C183D7F6-B498-43B3-948B-1728B52AA6E4}">
                <adec:decorative xmlns:adec="http://schemas.microsoft.com/office/drawing/2017/decorative" val="1"/>
              </a:ext>
            </a:extLst>
          </p:cNvPr>
          <p:cNvSpPr/>
          <p:nvPr>
            <p:custDataLst>
              <p:tags r:id="rId158"/>
            </p:custDataLst>
          </p:nvPr>
        </p:nvSpPr>
        <p:spPr>
          <a:xfrm>
            <a:off x="83566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9" name="Rectangle 158">
            <a:extLst>
              <a:ext uri="{FF2B5EF4-FFF2-40B4-BE49-F238E27FC236}">
                <a16:creationId xmlns:a16="http://schemas.microsoft.com/office/drawing/2014/main" id="{04329FA5-1D84-4968-9087-6E06F3DCA1DD}"/>
              </a:ext>
              <a:ext uri="{C183D7F6-B498-43B3-948B-1728B52AA6E4}">
                <adec:decorative xmlns:adec="http://schemas.microsoft.com/office/drawing/2017/decorative" val="1"/>
              </a:ext>
            </a:extLst>
          </p:cNvPr>
          <p:cNvSpPr/>
          <p:nvPr>
            <p:custDataLst>
              <p:tags r:id="rId159"/>
            </p:custDataLst>
          </p:nvPr>
        </p:nvSpPr>
        <p:spPr>
          <a:xfrm>
            <a:off x="84455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0" name="Rectangle 159">
            <a:extLst>
              <a:ext uri="{FF2B5EF4-FFF2-40B4-BE49-F238E27FC236}">
                <a16:creationId xmlns:a16="http://schemas.microsoft.com/office/drawing/2014/main" id="{9EAF804B-FC78-40A9-A19D-569C8ACD2B79}"/>
              </a:ext>
              <a:ext uri="{C183D7F6-B498-43B3-948B-1728B52AA6E4}">
                <adec:decorative xmlns:adec="http://schemas.microsoft.com/office/drawing/2017/decorative" val="1"/>
              </a:ext>
            </a:extLst>
          </p:cNvPr>
          <p:cNvSpPr/>
          <p:nvPr>
            <p:custDataLst>
              <p:tags r:id="rId160"/>
            </p:custDataLst>
          </p:nvPr>
        </p:nvSpPr>
        <p:spPr>
          <a:xfrm>
            <a:off x="85344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1" name="Rectangle 160">
            <a:extLst>
              <a:ext uri="{FF2B5EF4-FFF2-40B4-BE49-F238E27FC236}">
                <a16:creationId xmlns:a16="http://schemas.microsoft.com/office/drawing/2014/main" id="{25B17163-16BE-4042-B72A-99317DCDAC63}"/>
              </a:ext>
              <a:ext uri="{C183D7F6-B498-43B3-948B-1728B52AA6E4}">
                <adec:decorative xmlns:adec="http://schemas.microsoft.com/office/drawing/2017/decorative" val="1"/>
              </a:ext>
            </a:extLst>
          </p:cNvPr>
          <p:cNvSpPr/>
          <p:nvPr>
            <p:custDataLst>
              <p:tags r:id="rId161"/>
            </p:custDataLst>
          </p:nvPr>
        </p:nvSpPr>
        <p:spPr>
          <a:xfrm>
            <a:off x="86233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2" name="Rectangle 161">
            <a:extLst>
              <a:ext uri="{FF2B5EF4-FFF2-40B4-BE49-F238E27FC236}">
                <a16:creationId xmlns:a16="http://schemas.microsoft.com/office/drawing/2014/main" id="{3574C940-FD8C-407A-A72C-E00328D4C02D}"/>
              </a:ext>
              <a:ext uri="{C183D7F6-B498-43B3-948B-1728B52AA6E4}">
                <adec:decorative xmlns:adec="http://schemas.microsoft.com/office/drawing/2017/decorative" val="1"/>
              </a:ext>
            </a:extLst>
          </p:cNvPr>
          <p:cNvSpPr/>
          <p:nvPr>
            <p:custDataLst>
              <p:tags r:id="rId162"/>
            </p:custDataLst>
          </p:nvPr>
        </p:nvSpPr>
        <p:spPr>
          <a:xfrm>
            <a:off x="87122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3" name="Rectangle 162">
            <a:extLst>
              <a:ext uri="{FF2B5EF4-FFF2-40B4-BE49-F238E27FC236}">
                <a16:creationId xmlns:a16="http://schemas.microsoft.com/office/drawing/2014/main" id="{18CDE7EA-8976-46C6-875E-A0D9FDA08E7C}"/>
              </a:ext>
              <a:ext uri="{C183D7F6-B498-43B3-948B-1728B52AA6E4}">
                <adec:decorative xmlns:adec="http://schemas.microsoft.com/office/drawing/2017/decorative" val="1"/>
              </a:ext>
            </a:extLst>
          </p:cNvPr>
          <p:cNvSpPr/>
          <p:nvPr>
            <p:custDataLst>
              <p:tags r:id="rId163"/>
            </p:custDataLst>
          </p:nvPr>
        </p:nvSpPr>
        <p:spPr>
          <a:xfrm>
            <a:off x="88011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4" name="Rectangle 163">
            <a:extLst>
              <a:ext uri="{FF2B5EF4-FFF2-40B4-BE49-F238E27FC236}">
                <a16:creationId xmlns:a16="http://schemas.microsoft.com/office/drawing/2014/main" id="{D6943D47-EE25-4660-8E9D-CEC8092E3658}"/>
              </a:ext>
              <a:ext uri="{C183D7F6-B498-43B3-948B-1728B52AA6E4}">
                <adec:decorative xmlns:adec="http://schemas.microsoft.com/office/drawing/2017/decorative" val="1"/>
              </a:ext>
            </a:extLst>
          </p:cNvPr>
          <p:cNvSpPr/>
          <p:nvPr>
            <p:custDataLst>
              <p:tags r:id="rId164"/>
            </p:custDataLst>
          </p:nvPr>
        </p:nvSpPr>
        <p:spPr>
          <a:xfrm>
            <a:off x="88900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5" name="Rectangle 164">
            <a:extLst>
              <a:ext uri="{FF2B5EF4-FFF2-40B4-BE49-F238E27FC236}">
                <a16:creationId xmlns:a16="http://schemas.microsoft.com/office/drawing/2014/main" id="{D0451AB1-CF2D-4CFC-AA56-CED8A25DEFCB}"/>
              </a:ext>
              <a:ext uri="{C183D7F6-B498-43B3-948B-1728B52AA6E4}">
                <adec:decorative xmlns:adec="http://schemas.microsoft.com/office/drawing/2017/decorative" val="1"/>
              </a:ext>
            </a:extLst>
          </p:cNvPr>
          <p:cNvSpPr/>
          <p:nvPr>
            <p:custDataLst>
              <p:tags r:id="rId165"/>
            </p:custDataLst>
          </p:nvPr>
        </p:nvSpPr>
        <p:spPr>
          <a:xfrm>
            <a:off x="89789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6" name="Rectangle 165">
            <a:extLst>
              <a:ext uri="{FF2B5EF4-FFF2-40B4-BE49-F238E27FC236}">
                <a16:creationId xmlns:a16="http://schemas.microsoft.com/office/drawing/2014/main" id="{AC74031F-BBB2-4B11-8390-0F6D1C2C10EA}"/>
              </a:ext>
              <a:ext uri="{C183D7F6-B498-43B3-948B-1728B52AA6E4}">
                <adec:decorative xmlns:adec="http://schemas.microsoft.com/office/drawing/2017/decorative" val="1"/>
              </a:ext>
            </a:extLst>
          </p:cNvPr>
          <p:cNvSpPr/>
          <p:nvPr>
            <p:custDataLst>
              <p:tags r:id="rId166"/>
            </p:custDataLst>
          </p:nvPr>
        </p:nvSpPr>
        <p:spPr>
          <a:xfrm>
            <a:off x="90678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7" name="Rectangle 166">
            <a:extLst>
              <a:ext uri="{FF2B5EF4-FFF2-40B4-BE49-F238E27FC236}">
                <a16:creationId xmlns:a16="http://schemas.microsoft.com/office/drawing/2014/main" id="{7F066DD6-A4D7-4478-B1F0-132555D221DC}"/>
              </a:ext>
              <a:ext uri="{C183D7F6-B498-43B3-948B-1728B52AA6E4}">
                <adec:decorative xmlns:adec="http://schemas.microsoft.com/office/drawing/2017/decorative" val="1"/>
              </a:ext>
            </a:extLst>
          </p:cNvPr>
          <p:cNvSpPr/>
          <p:nvPr>
            <p:custDataLst>
              <p:tags r:id="rId167"/>
            </p:custDataLst>
          </p:nvPr>
        </p:nvSpPr>
        <p:spPr>
          <a:xfrm>
            <a:off x="91567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8" name="Rectangle 167">
            <a:extLst>
              <a:ext uri="{FF2B5EF4-FFF2-40B4-BE49-F238E27FC236}">
                <a16:creationId xmlns:a16="http://schemas.microsoft.com/office/drawing/2014/main" id="{7299BFA2-121D-4702-B2B7-36B64D6EEA16}"/>
              </a:ext>
              <a:ext uri="{C183D7F6-B498-43B3-948B-1728B52AA6E4}">
                <adec:decorative xmlns:adec="http://schemas.microsoft.com/office/drawing/2017/decorative" val="1"/>
              </a:ext>
            </a:extLst>
          </p:cNvPr>
          <p:cNvSpPr/>
          <p:nvPr>
            <p:custDataLst>
              <p:tags r:id="rId168"/>
            </p:custDataLst>
          </p:nvPr>
        </p:nvSpPr>
        <p:spPr>
          <a:xfrm>
            <a:off x="92456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9" name="Rectangle 168">
            <a:extLst>
              <a:ext uri="{FF2B5EF4-FFF2-40B4-BE49-F238E27FC236}">
                <a16:creationId xmlns:a16="http://schemas.microsoft.com/office/drawing/2014/main" id="{28786949-99C8-43DF-A71E-6EAAFD72BFF8}"/>
              </a:ext>
              <a:ext uri="{C183D7F6-B498-43B3-948B-1728B52AA6E4}">
                <adec:decorative xmlns:adec="http://schemas.microsoft.com/office/drawing/2017/decorative" val="1"/>
              </a:ext>
            </a:extLst>
          </p:cNvPr>
          <p:cNvSpPr/>
          <p:nvPr>
            <p:custDataLst>
              <p:tags r:id="rId169"/>
            </p:custDataLst>
          </p:nvPr>
        </p:nvSpPr>
        <p:spPr>
          <a:xfrm>
            <a:off x="93345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0" name="Rectangle 169">
            <a:extLst>
              <a:ext uri="{FF2B5EF4-FFF2-40B4-BE49-F238E27FC236}">
                <a16:creationId xmlns:a16="http://schemas.microsoft.com/office/drawing/2014/main" id="{9992790E-3A81-4FF7-9B64-E114F9E71330}"/>
              </a:ext>
              <a:ext uri="{C183D7F6-B498-43B3-948B-1728B52AA6E4}">
                <adec:decorative xmlns:adec="http://schemas.microsoft.com/office/drawing/2017/decorative" val="1"/>
              </a:ext>
            </a:extLst>
          </p:cNvPr>
          <p:cNvSpPr/>
          <p:nvPr>
            <p:custDataLst>
              <p:tags r:id="rId170"/>
            </p:custDataLst>
          </p:nvPr>
        </p:nvSpPr>
        <p:spPr>
          <a:xfrm>
            <a:off x="94234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1" name="Rectangle 170">
            <a:extLst>
              <a:ext uri="{FF2B5EF4-FFF2-40B4-BE49-F238E27FC236}">
                <a16:creationId xmlns:a16="http://schemas.microsoft.com/office/drawing/2014/main" id="{085591BD-45F5-4183-95DD-EF74575581D9}"/>
              </a:ext>
              <a:ext uri="{C183D7F6-B498-43B3-948B-1728B52AA6E4}">
                <adec:decorative xmlns:adec="http://schemas.microsoft.com/office/drawing/2017/decorative" val="1"/>
              </a:ext>
            </a:extLst>
          </p:cNvPr>
          <p:cNvSpPr/>
          <p:nvPr>
            <p:custDataLst>
              <p:tags r:id="rId171"/>
            </p:custDataLst>
          </p:nvPr>
        </p:nvSpPr>
        <p:spPr>
          <a:xfrm>
            <a:off x="95123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2" name="Rectangle 171">
            <a:extLst>
              <a:ext uri="{FF2B5EF4-FFF2-40B4-BE49-F238E27FC236}">
                <a16:creationId xmlns:a16="http://schemas.microsoft.com/office/drawing/2014/main" id="{49097B42-B27D-4ACF-85F0-80D62E7CDB59}"/>
              </a:ext>
              <a:ext uri="{C183D7F6-B498-43B3-948B-1728B52AA6E4}">
                <adec:decorative xmlns:adec="http://schemas.microsoft.com/office/drawing/2017/decorative" val="1"/>
              </a:ext>
            </a:extLst>
          </p:cNvPr>
          <p:cNvSpPr/>
          <p:nvPr>
            <p:custDataLst>
              <p:tags r:id="rId172"/>
            </p:custDataLst>
          </p:nvPr>
        </p:nvSpPr>
        <p:spPr>
          <a:xfrm>
            <a:off x="96012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3" name="Rectangle 172">
            <a:extLst>
              <a:ext uri="{FF2B5EF4-FFF2-40B4-BE49-F238E27FC236}">
                <a16:creationId xmlns:a16="http://schemas.microsoft.com/office/drawing/2014/main" id="{95A73C3D-84A0-42DB-9D96-AF07BE047E4E}"/>
              </a:ext>
              <a:ext uri="{C183D7F6-B498-43B3-948B-1728B52AA6E4}">
                <adec:decorative xmlns:adec="http://schemas.microsoft.com/office/drawing/2017/decorative" val="1"/>
              </a:ext>
            </a:extLst>
          </p:cNvPr>
          <p:cNvSpPr/>
          <p:nvPr>
            <p:custDataLst>
              <p:tags r:id="rId173"/>
            </p:custDataLst>
          </p:nvPr>
        </p:nvSpPr>
        <p:spPr>
          <a:xfrm>
            <a:off x="96901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4" name="Rectangle 173">
            <a:extLst>
              <a:ext uri="{FF2B5EF4-FFF2-40B4-BE49-F238E27FC236}">
                <a16:creationId xmlns:a16="http://schemas.microsoft.com/office/drawing/2014/main" id="{831117E7-580D-426C-9585-B4F75CF6F993}"/>
              </a:ext>
              <a:ext uri="{C183D7F6-B498-43B3-948B-1728B52AA6E4}">
                <adec:decorative xmlns:adec="http://schemas.microsoft.com/office/drawing/2017/decorative" val="1"/>
              </a:ext>
            </a:extLst>
          </p:cNvPr>
          <p:cNvSpPr/>
          <p:nvPr>
            <p:custDataLst>
              <p:tags r:id="rId174"/>
            </p:custDataLst>
          </p:nvPr>
        </p:nvSpPr>
        <p:spPr>
          <a:xfrm>
            <a:off x="97790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5" name="Rectangle 174">
            <a:extLst>
              <a:ext uri="{FF2B5EF4-FFF2-40B4-BE49-F238E27FC236}">
                <a16:creationId xmlns:a16="http://schemas.microsoft.com/office/drawing/2014/main" id="{AE2C5DE0-513B-4674-94B4-98B0EC9E104D}"/>
              </a:ext>
              <a:ext uri="{C183D7F6-B498-43B3-948B-1728B52AA6E4}">
                <adec:decorative xmlns:adec="http://schemas.microsoft.com/office/drawing/2017/decorative" val="1"/>
              </a:ext>
            </a:extLst>
          </p:cNvPr>
          <p:cNvSpPr/>
          <p:nvPr>
            <p:custDataLst>
              <p:tags r:id="rId175"/>
            </p:custDataLst>
          </p:nvPr>
        </p:nvSpPr>
        <p:spPr>
          <a:xfrm>
            <a:off x="98679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6" name="Rectangle 175">
            <a:extLst>
              <a:ext uri="{FF2B5EF4-FFF2-40B4-BE49-F238E27FC236}">
                <a16:creationId xmlns:a16="http://schemas.microsoft.com/office/drawing/2014/main" id="{05178A7C-38CF-4E11-849B-584310B55ED1}"/>
              </a:ext>
              <a:ext uri="{C183D7F6-B498-43B3-948B-1728B52AA6E4}">
                <adec:decorative xmlns:adec="http://schemas.microsoft.com/office/drawing/2017/decorative" val="1"/>
              </a:ext>
            </a:extLst>
          </p:cNvPr>
          <p:cNvSpPr/>
          <p:nvPr>
            <p:custDataLst>
              <p:tags r:id="rId176"/>
            </p:custDataLst>
          </p:nvPr>
        </p:nvSpPr>
        <p:spPr>
          <a:xfrm>
            <a:off x="99568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7" name="Rectangle 176">
            <a:extLst>
              <a:ext uri="{FF2B5EF4-FFF2-40B4-BE49-F238E27FC236}">
                <a16:creationId xmlns:a16="http://schemas.microsoft.com/office/drawing/2014/main" id="{1B34D114-BCF5-4DAD-B3DD-B002187DAC69}"/>
              </a:ext>
              <a:ext uri="{C183D7F6-B498-43B3-948B-1728B52AA6E4}">
                <adec:decorative xmlns:adec="http://schemas.microsoft.com/office/drawing/2017/decorative" val="1"/>
              </a:ext>
            </a:extLst>
          </p:cNvPr>
          <p:cNvSpPr/>
          <p:nvPr>
            <p:custDataLst>
              <p:tags r:id="rId177"/>
            </p:custDataLst>
          </p:nvPr>
        </p:nvSpPr>
        <p:spPr>
          <a:xfrm>
            <a:off x="100457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8" name="Rectangle 177">
            <a:extLst>
              <a:ext uri="{FF2B5EF4-FFF2-40B4-BE49-F238E27FC236}">
                <a16:creationId xmlns:a16="http://schemas.microsoft.com/office/drawing/2014/main" id="{AF3E1632-71B8-461C-981B-19880FAB50BE}"/>
              </a:ext>
              <a:ext uri="{C183D7F6-B498-43B3-948B-1728B52AA6E4}">
                <adec:decorative xmlns:adec="http://schemas.microsoft.com/office/drawing/2017/decorative" val="1"/>
              </a:ext>
            </a:extLst>
          </p:cNvPr>
          <p:cNvSpPr/>
          <p:nvPr>
            <p:custDataLst>
              <p:tags r:id="rId178"/>
            </p:custDataLst>
          </p:nvPr>
        </p:nvSpPr>
        <p:spPr>
          <a:xfrm>
            <a:off x="101346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9" name="Rectangle 178">
            <a:extLst>
              <a:ext uri="{FF2B5EF4-FFF2-40B4-BE49-F238E27FC236}">
                <a16:creationId xmlns:a16="http://schemas.microsoft.com/office/drawing/2014/main" id="{9C42D3C5-1E7A-4B2A-970D-1A21C9DD7D87}"/>
              </a:ext>
              <a:ext uri="{C183D7F6-B498-43B3-948B-1728B52AA6E4}">
                <adec:decorative xmlns:adec="http://schemas.microsoft.com/office/drawing/2017/decorative" val="1"/>
              </a:ext>
            </a:extLst>
          </p:cNvPr>
          <p:cNvSpPr/>
          <p:nvPr>
            <p:custDataLst>
              <p:tags r:id="rId179"/>
            </p:custDataLst>
          </p:nvPr>
        </p:nvSpPr>
        <p:spPr>
          <a:xfrm>
            <a:off x="102235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0" name="Rectangle 179">
            <a:extLst>
              <a:ext uri="{FF2B5EF4-FFF2-40B4-BE49-F238E27FC236}">
                <a16:creationId xmlns:a16="http://schemas.microsoft.com/office/drawing/2014/main" id="{171459BE-FD82-44B5-A703-AF6C3424BDEA}"/>
              </a:ext>
              <a:ext uri="{C183D7F6-B498-43B3-948B-1728B52AA6E4}">
                <adec:decorative xmlns:adec="http://schemas.microsoft.com/office/drawing/2017/decorative" val="1"/>
              </a:ext>
            </a:extLst>
          </p:cNvPr>
          <p:cNvSpPr/>
          <p:nvPr>
            <p:custDataLst>
              <p:tags r:id="rId180"/>
            </p:custDataLst>
          </p:nvPr>
        </p:nvSpPr>
        <p:spPr>
          <a:xfrm>
            <a:off x="103124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1" name="Rectangle 180">
            <a:extLst>
              <a:ext uri="{FF2B5EF4-FFF2-40B4-BE49-F238E27FC236}">
                <a16:creationId xmlns:a16="http://schemas.microsoft.com/office/drawing/2014/main" id="{9AC9900B-CF0F-47A9-A557-ED15AB1F3119}"/>
              </a:ext>
              <a:ext uri="{C183D7F6-B498-43B3-948B-1728B52AA6E4}">
                <adec:decorative xmlns:adec="http://schemas.microsoft.com/office/drawing/2017/decorative" val="1"/>
              </a:ext>
            </a:extLst>
          </p:cNvPr>
          <p:cNvSpPr/>
          <p:nvPr>
            <p:custDataLst>
              <p:tags r:id="rId181"/>
            </p:custDataLst>
          </p:nvPr>
        </p:nvSpPr>
        <p:spPr>
          <a:xfrm>
            <a:off x="104013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2" name="Rectangle 181">
            <a:extLst>
              <a:ext uri="{FF2B5EF4-FFF2-40B4-BE49-F238E27FC236}">
                <a16:creationId xmlns:a16="http://schemas.microsoft.com/office/drawing/2014/main" id="{496332F6-C499-49A6-B1C1-50EA4F3104F4}"/>
              </a:ext>
              <a:ext uri="{C183D7F6-B498-43B3-948B-1728B52AA6E4}">
                <adec:decorative xmlns:adec="http://schemas.microsoft.com/office/drawing/2017/decorative" val="1"/>
              </a:ext>
            </a:extLst>
          </p:cNvPr>
          <p:cNvSpPr/>
          <p:nvPr>
            <p:custDataLst>
              <p:tags r:id="rId182"/>
            </p:custDataLst>
          </p:nvPr>
        </p:nvSpPr>
        <p:spPr>
          <a:xfrm>
            <a:off x="104902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3" name="Rectangle 182">
            <a:extLst>
              <a:ext uri="{FF2B5EF4-FFF2-40B4-BE49-F238E27FC236}">
                <a16:creationId xmlns:a16="http://schemas.microsoft.com/office/drawing/2014/main" id="{AF325B4E-4C25-4157-B18B-7FC34EA34EC2}"/>
              </a:ext>
              <a:ext uri="{C183D7F6-B498-43B3-948B-1728B52AA6E4}">
                <adec:decorative xmlns:adec="http://schemas.microsoft.com/office/drawing/2017/decorative" val="1"/>
              </a:ext>
            </a:extLst>
          </p:cNvPr>
          <p:cNvSpPr/>
          <p:nvPr>
            <p:custDataLst>
              <p:tags r:id="rId183"/>
            </p:custDataLst>
          </p:nvPr>
        </p:nvSpPr>
        <p:spPr>
          <a:xfrm>
            <a:off x="105791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4" name="Rectangle 183">
            <a:extLst>
              <a:ext uri="{FF2B5EF4-FFF2-40B4-BE49-F238E27FC236}">
                <a16:creationId xmlns:a16="http://schemas.microsoft.com/office/drawing/2014/main" id="{5106E4DD-E699-4BD9-BFE6-79BD36A4F83C}"/>
              </a:ext>
              <a:ext uri="{C183D7F6-B498-43B3-948B-1728B52AA6E4}">
                <adec:decorative xmlns:adec="http://schemas.microsoft.com/office/drawing/2017/decorative" val="1"/>
              </a:ext>
            </a:extLst>
          </p:cNvPr>
          <p:cNvSpPr/>
          <p:nvPr>
            <p:custDataLst>
              <p:tags r:id="rId184"/>
            </p:custDataLst>
          </p:nvPr>
        </p:nvSpPr>
        <p:spPr>
          <a:xfrm>
            <a:off x="10668000" y="2481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5" name="Rectangle 184">
            <a:extLst>
              <a:ext uri="{FF2B5EF4-FFF2-40B4-BE49-F238E27FC236}">
                <a16:creationId xmlns:a16="http://schemas.microsoft.com/office/drawing/2014/main" id="{D071392B-406D-465C-A6A1-01555EA38C51}"/>
              </a:ext>
              <a:ext uri="{C183D7F6-B498-43B3-948B-1728B52AA6E4}">
                <adec:decorative xmlns:adec="http://schemas.microsoft.com/office/drawing/2017/decorative" val="1"/>
              </a:ext>
            </a:extLst>
          </p:cNvPr>
          <p:cNvSpPr/>
          <p:nvPr>
            <p:custDataLst>
              <p:tags r:id="rId185"/>
            </p:custDataLst>
          </p:nvPr>
        </p:nvSpPr>
        <p:spPr>
          <a:xfrm>
            <a:off x="10756900" y="2481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6" name="Rectangle 185">
            <a:extLst>
              <a:ext uri="{FF2B5EF4-FFF2-40B4-BE49-F238E27FC236}">
                <a16:creationId xmlns:a16="http://schemas.microsoft.com/office/drawing/2014/main" id="{B4B94988-D975-4E80-9B5B-E18751FE145C}"/>
              </a:ext>
              <a:ext uri="{C183D7F6-B498-43B3-948B-1728B52AA6E4}">
                <adec:decorative xmlns:adec="http://schemas.microsoft.com/office/drawing/2017/decorative" val="1"/>
              </a:ext>
            </a:extLst>
          </p:cNvPr>
          <p:cNvSpPr/>
          <p:nvPr>
            <p:custDataLst>
              <p:tags r:id="rId186"/>
            </p:custDataLst>
          </p:nvPr>
        </p:nvSpPr>
        <p:spPr>
          <a:xfrm>
            <a:off x="81788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7" name="Rectangle 186">
            <a:extLst>
              <a:ext uri="{FF2B5EF4-FFF2-40B4-BE49-F238E27FC236}">
                <a16:creationId xmlns:a16="http://schemas.microsoft.com/office/drawing/2014/main" id="{2B86389F-9A2F-48D9-9793-C2B098ABA77F}"/>
              </a:ext>
              <a:ext uri="{C183D7F6-B498-43B3-948B-1728B52AA6E4}">
                <adec:decorative xmlns:adec="http://schemas.microsoft.com/office/drawing/2017/decorative" val="1"/>
              </a:ext>
            </a:extLst>
          </p:cNvPr>
          <p:cNvSpPr/>
          <p:nvPr>
            <p:custDataLst>
              <p:tags r:id="rId187"/>
            </p:custDataLst>
          </p:nvPr>
        </p:nvSpPr>
        <p:spPr>
          <a:xfrm>
            <a:off x="82677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8" name="Rectangle 187">
            <a:extLst>
              <a:ext uri="{FF2B5EF4-FFF2-40B4-BE49-F238E27FC236}">
                <a16:creationId xmlns:a16="http://schemas.microsoft.com/office/drawing/2014/main" id="{175E7ECC-D909-4DF1-BAB5-F280BBB41FB5}"/>
              </a:ext>
              <a:ext uri="{C183D7F6-B498-43B3-948B-1728B52AA6E4}">
                <adec:decorative xmlns:adec="http://schemas.microsoft.com/office/drawing/2017/decorative" val="1"/>
              </a:ext>
            </a:extLst>
          </p:cNvPr>
          <p:cNvSpPr/>
          <p:nvPr>
            <p:custDataLst>
              <p:tags r:id="rId188"/>
            </p:custDataLst>
          </p:nvPr>
        </p:nvSpPr>
        <p:spPr>
          <a:xfrm>
            <a:off x="83566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9" name="Rectangle 188">
            <a:extLst>
              <a:ext uri="{FF2B5EF4-FFF2-40B4-BE49-F238E27FC236}">
                <a16:creationId xmlns:a16="http://schemas.microsoft.com/office/drawing/2014/main" id="{CCAC0F93-E4A7-484B-9FCC-ECCE8493FEF3}"/>
              </a:ext>
              <a:ext uri="{C183D7F6-B498-43B3-948B-1728B52AA6E4}">
                <adec:decorative xmlns:adec="http://schemas.microsoft.com/office/drawing/2017/decorative" val="1"/>
              </a:ext>
            </a:extLst>
          </p:cNvPr>
          <p:cNvSpPr/>
          <p:nvPr>
            <p:custDataLst>
              <p:tags r:id="rId189"/>
            </p:custDataLst>
          </p:nvPr>
        </p:nvSpPr>
        <p:spPr>
          <a:xfrm>
            <a:off x="84455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0" name="Rectangle 189">
            <a:extLst>
              <a:ext uri="{FF2B5EF4-FFF2-40B4-BE49-F238E27FC236}">
                <a16:creationId xmlns:a16="http://schemas.microsoft.com/office/drawing/2014/main" id="{87FEDBBC-1943-49BE-9FCD-B90BC468F498}"/>
              </a:ext>
              <a:ext uri="{C183D7F6-B498-43B3-948B-1728B52AA6E4}">
                <adec:decorative xmlns:adec="http://schemas.microsoft.com/office/drawing/2017/decorative" val="1"/>
              </a:ext>
            </a:extLst>
          </p:cNvPr>
          <p:cNvSpPr/>
          <p:nvPr>
            <p:custDataLst>
              <p:tags r:id="rId190"/>
            </p:custDataLst>
          </p:nvPr>
        </p:nvSpPr>
        <p:spPr>
          <a:xfrm>
            <a:off x="85344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1" name="Rectangle 190">
            <a:extLst>
              <a:ext uri="{FF2B5EF4-FFF2-40B4-BE49-F238E27FC236}">
                <a16:creationId xmlns:a16="http://schemas.microsoft.com/office/drawing/2014/main" id="{EE95366C-D272-4FA0-AB9E-EA80A440D16D}"/>
              </a:ext>
              <a:ext uri="{C183D7F6-B498-43B3-948B-1728B52AA6E4}">
                <adec:decorative xmlns:adec="http://schemas.microsoft.com/office/drawing/2017/decorative" val="1"/>
              </a:ext>
            </a:extLst>
          </p:cNvPr>
          <p:cNvSpPr/>
          <p:nvPr>
            <p:custDataLst>
              <p:tags r:id="rId191"/>
            </p:custDataLst>
          </p:nvPr>
        </p:nvSpPr>
        <p:spPr>
          <a:xfrm>
            <a:off x="86233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2" name="Rectangle 191">
            <a:extLst>
              <a:ext uri="{FF2B5EF4-FFF2-40B4-BE49-F238E27FC236}">
                <a16:creationId xmlns:a16="http://schemas.microsoft.com/office/drawing/2014/main" id="{4B6CF3E4-182C-49F8-82B8-4DCC22080CB1}"/>
              </a:ext>
              <a:ext uri="{C183D7F6-B498-43B3-948B-1728B52AA6E4}">
                <adec:decorative xmlns:adec="http://schemas.microsoft.com/office/drawing/2017/decorative" val="1"/>
              </a:ext>
            </a:extLst>
          </p:cNvPr>
          <p:cNvSpPr/>
          <p:nvPr>
            <p:custDataLst>
              <p:tags r:id="rId192"/>
            </p:custDataLst>
          </p:nvPr>
        </p:nvSpPr>
        <p:spPr>
          <a:xfrm>
            <a:off x="87122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3" name="Rectangle 192">
            <a:extLst>
              <a:ext uri="{FF2B5EF4-FFF2-40B4-BE49-F238E27FC236}">
                <a16:creationId xmlns:a16="http://schemas.microsoft.com/office/drawing/2014/main" id="{3296B601-AF47-4202-9FD3-8ECC05460477}"/>
              </a:ext>
              <a:ext uri="{C183D7F6-B498-43B3-948B-1728B52AA6E4}">
                <adec:decorative xmlns:adec="http://schemas.microsoft.com/office/drawing/2017/decorative" val="1"/>
              </a:ext>
            </a:extLst>
          </p:cNvPr>
          <p:cNvSpPr/>
          <p:nvPr>
            <p:custDataLst>
              <p:tags r:id="rId193"/>
            </p:custDataLst>
          </p:nvPr>
        </p:nvSpPr>
        <p:spPr>
          <a:xfrm>
            <a:off x="88011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4" name="Rectangle 193">
            <a:extLst>
              <a:ext uri="{FF2B5EF4-FFF2-40B4-BE49-F238E27FC236}">
                <a16:creationId xmlns:a16="http://schemas.microsoft.com/office/drawing/2014/main" id="{01BDDFB7-5EF5-407B-B209-CD566D43F64F}"/>
              </a:ext>
              <a:ext uri="{C183D7F6-B498-43B3-948B-1728B52AA6E4}">
                <adec:decorative xmlns:adec="http://schemas.microsoft.com/office/drawing/2017/decorative" val="1"/>
              </a:ext>
            </a:extLst>
          </p:cNvPr>
          <p:cNvSpPr/>
          <p:nvPr>
            <p:custDataLst>
              <p:tags r:id="rId194"/>
            </p:custDataLst>
          </p:nvPr>
        </p:nvSpPr>
        <p:spPr>
          <a:xfrm>
            <a:off x="88900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5" name="Rectangle 194">
            <a:extLst>
              <a:ext uri="{FF2B5EF4-FFF2-40B4-BE49-F238E27FC236}">
                <a16:creationId xmlns:a16="http://schemas.microsoft.com/office/drawing/2014/main" id="{FB5EFABB-AB67-44E3-BB11-94681EDD91D6}"/>
              </a:ext>
              <a:ext uri="{C183D7F6-B498-43B3-948B-1728B52AA6E4}">
                <adec:decorative xmlns:adec="http://schemas.microsoft.com/office/drawing/2017/decorative" val="1"/>
              </a:ext>
            </a:extLst>
          </p:cNvPr>
          <p:cNvSpPr/>
          <p:nvPr>
            <p:custDataLst>
              <p:tags r:id="rId195"/>
            </p:custDataLst>
          </p:nvPr>
        </p:nvSpPr>
        <p:spPr>
          <a:xfrm>
            <a:off x="89789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6" name="Rectangle 195">
            <a:extLst>
              <a:ext uri="{FF2B5EF4-FFF2-40B4-BE49-F238E27FC236}">
                <a16:creationId xmlns:a16="http://schemas.microsoft.com/office/drawing/2014/main" id="{F5711B7C-2A4A-4AC5-8959-19D33A86C2E1}"/>
              </a:ext>
              <a:ext uri="{C183D7F6-B498-43B3-948B-1728B52AA6E4}">
                <adec:decorative xmlns:adec="http://schemas.microsoft.com/office/drawing/2017/decorative" val="1"/>
              </a:ext>
            </a:extLst>
          </p:cNvPr>
          <p:cNvSpPr/>
          <p:nvPr>
            <p:custDataLst>
              <p:tags r:id="rId196"/>
            </p:custDataLst>
          </p:nvPr>
        </p:nvSpPr>
        <p:spPr>
          <a:xfrm>
            <a:off x="90678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7" name="Rectangle 196">
            <a:extLst>
              <a:ext uri="{FF2B5EF4-FFF2-40B4-BE49-F238E27FC236}">
                <a16:creationId xmlns:a16="http://schemas.microsoft.com/office/drawing/2014/main" id="{580D6E8A-40D0-4CC8-B409-69C625D27CD5}"/>
              </a:ext>
              <a:ext uri="{C183D7F6-B498-43B3-948B-1728B52AA6E4}">
                <adec:decorative xmlns:adec="http://schemas.microsoft.com/office/drawing/2017/decorative" val="1"/>
              </a:ext>
            </a:extLst>
          </p:cNvPr>
          <p:cNvSpPr/>
          <p:nvPr>
            <p:custDataLst>
              <p:tags r:id="rId197"/>
            </p:custDataLst>
          </p:nvPr>
        </p:nvSpPr>
        <p:spPr>
          <a:xfrm>
            <a:off x="91567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8" name="Rectangle 197">
            <a:extLst>
              <a:ext uri="{FF2B5EF4-FFF2-40B4-BE49-F238E27FC236}">
                <a16:creationId xmlns:a16="http://schemas.microsoft.com/office/drawing/2014/main" id="{EDAC61B1-0012-44A9-8815-863CD25D90F1}"/>
              </a:ext>
              <a:ext uri="{C183D7F6-B498-43B3-948B-1728B52AA6E4}">
                <adec:decorative xmlns:adec="http://schemas.microsoft.com/office/drawing/2017/decorative" val="1"/>
              </a:ext>
            </a:extLst>
          </p:cNvPr>
          <p:cNvSpPr/>
          <p:nvPr>
            <p:custDataLst>
              <p:tags r:id="rId198"/>
            </p:custDataLst>
          </p:nvPr>
        </p:nvSpPr>
        <p:spPr>
          <a:xfrm>
            <a:off x="92456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9" name="Rectangle 198">
            <a:extLst>
              <a:ext uri="{FF2B5EF4-FFF2-40B4-BE49-F238E27FC236}">
                <a16:creationId xmlns:a16="http://schemas.microsoft.com/office/drawing/2014/main" id="{6A291A29-EB49-4C69-AE2C-F1144B8A7A07}"/>
              </a:ext>
              <a:ext uri="{C183D7F6-B498-43B3-948B-1728B52AA6E4}">
                <adec:decorative xmlns:adec="http://schemas.microsoft.com/office/drawing/2017/decorative" val="1"/>
              </a:ext>
            </a:extLst>
          </p:cNvPr>
          <p:cNvSpPr/>
          <p:nvPr>
            <p:custDataLst>
              <p:tags r:id="rId199"/>
            </p:custDataLst>
          </p:nvPr>
        </p:nvSpPr>
        <p:spPr>
          <a:xfrm>
            <a:off x="93345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0" name="Rectangle 199">
            <a:extLst>
              <a:ext uri="{FF2B5EF4-FFF2-40B4-BE49-F238E27FC236}">
                <a16:creationId xmlns:a16="http://schemas.microsoft.com/office/drawing/2014/main" id="{86BF70AD-AE87-489C-A469-D550780491F7}"/>
              </a:ext>
              <a:ext uri="{C183D7F6-B498-43B3-948B-1728B52AA6E4}">
                <adec:decorative xmlns:adec="http://schemas.microsoft.com/office/drawing/2017/decorative" val="1"/>
              </a:ext>
            </a:extLst>
          </p:cNvPr>
          <p:cNvSpPr/>
          <p:nvPr>
            <p:custDataLst>
              <p:tags r:id="rId200"/>
            </p:custDataLst>
          </p:nvPr>
        </p:nvSpPr>
        <p:spPr>
          <a:xfrm>
            <a:off x="94234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1" name="Rectangle 200">
            <a:extLst>
              <a:ext uri="{FF2B5EF4-FFF2-40B4-BE49-F238E27FC236}">
                <a16:creationId xmlns:a16="http://schemas.microsoft.com/office/drawing/2014/main" id="{B9EA97D6-58ED-4E32-81CA-352A138A5838}"/>
              </a:ext>
              <a:ext uri="{C183D7F6-B498-43B3-948B-1728B52AA6E4}">
                <adec:decorative xmlns:adec="http://schemas.microsoft.com/office/drawing/2017/decorative" val="1"/>
              </a:ext>
            </a:extLst>
          </p:cNvPr>
          <p:cNvSpPr/>
          <p:nvPr>
            <p:custDataLst>
              <p:tags r:id="rId201"/>
            </p:custDataLst>
          </p:nvPr>
        </p:nvSpPr>
        <p:spPr>
          <a:xfrm>
            <a:off x="95123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2" name="Rectangle 201">
            <a:extLst>
              <a:ext uri="{FF2B5EF4-FFF2-40B4-BE49-F238E27FC236}">
                <a16:creationId xmlns:a16="http://schemas.microsoft.com/office/drawing/2014/main" id="{66554BEE-A15F-49EA-A0A8-8CFA8FDB9649}"/>
              </a:ext>
              <a:ext uri="{C183D7F6-B498-43B3-948B-1728B52AA6E4}">
                <adec:decorative xmlns:adec="http://schemas.microsoft.com/office/drawing/2017/decorative" val="1"/>
              </a:ext>
            </a:extLst>
          </p:cNvPr>
          <p:cNvSpPr/>
          <p:nvPr>
            <p:custDataLst>
              <p:tags r:id="rId202"/>
            </p:custDataLst>
          </p:nvPr>
        </p:nvSpPr>
        <p:spPr>
          <a:xfrm>
            <a:off x="96012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3" name="Rectangle 202">
            <a:extLst>
              <a:ext uri="{FF2B5EF4-FFF2-40B4-BE49-F238E27FC236}">
                <a16:creationId xmlns:a16="http://schemas.microsoft.com/office/drawing/2014/main" id="{35E2CE5A-0164-4D72-9337-693851FC18D4}"/>
              </a:ext>
              <a:ext uri="{C183D7F6-B498-43B3-948B-1728B52AA6E4}">
                <adec:decorative xmlns:adec="http://schemas.microsoft.com/office/drawing/2017/decorative" val="1"/>
              </a:ext>
            </a:extLst>
          </p:cNvPr>
          <p:cNvSpPr/>
          <p:nvPr>
            <p:custDataLst>
              <p:tags r:id="rId203"/>
            </p:custDataLst>
          </p:nvPr>
        </p:nvSpPr>
        <p:spPr>
          <a:xfrm>
            <a:off x="96901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4" name="Rectangle 203">
            <a:extLst>
              <a:ext uri="{FF2B5EF4-FFF2-40B4-BE49-F238E27FC236}">
                <a16:creationId xmlns:a16="http://schemas.microsoft.com/office/drawing/2014/main" id="{EDA14B3C-E282-4D84-8B2D-2E1F8D96C2EB}"/>
              </a:ext>
              <a:ext uri="{C183D7F6-B498-43B3-948B-1728B52AA6E4}">
                <adec:decorative xmlns:adec="http://schemas.microsoft.com/office/drawing/2017/decorative" val="1"/>
              </a:ext>
            </a:extLst>
          </p:cNvPr>
          <p:cNvSpPr/>
          <p:nvPr>
            <p:custDataLst>
              <p:tags r:id="rId204"/>
            </p:custDataLst>
          </p:nvPr>
        </p:nvSpPr>
        <p:spPr>
          <a:xfrm>
            <a:off x="97790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5" name="Rectangle 204">
            <a:extLst>
              <a:ext uri="{FF2B5EF4-FFF2-40B4-BE49-F238E27FC236}">
                <a16:creationId xmlns:a16="http://schemas.microsoft.com/office/drawing/2014/main" id="{2A51939F-D84A-4E96-82A8-708AEB2EAC0C}"/>
              </a:ext>
              <a:ext uri="{C183D7F6-B498-43B3-948B-1728B52AA6E4}">
                <adec:decorative xmlns:adec="http://schemas.microsoft.com/office/drawing/2017/decorative" val="1"/>
              </a:ext>
            </a:extLst>
          </p:cNvPr>
          <p:cNvSpPr/>
          <p:nvPr>
            <p:custDataLst>
              <p:tags r:id="rId205"/>
            </p:custDataLst>
          </p:nvPr>
        </p:nvSpPr>
        <p:spPr>
          <a:xfrm>
            <a:off x="98679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6" name="Rectangle 205">
            <a:extLst>
              <a:ext uri="{FF2B5EF4-FFF2-40B4-BE49-F238E27FC236}">
                <a16:creationId xmlns:a16="http://schemas.microsoft.com/office/drawing/2014/main" id="{1050BDA7-48AC-4985-9ACF-28258874FEC5}"/>
              </a:ext>
              <a:ext uri="{C183D7F6-B498-43B3-948B-1728B52AA6E4}">
                <adec:decorative xmlns:adec="http://schemas.microsoft.com/office/drawing/2017/decorative" val="1"/>
              </a:ext>
            </a:extLst>
          </p:cNvPr>
          <p:cNvSpPr/>
          <p:nvPr>
            <p:custDataLst>
              <p:tags r:id="rId206"/>
            </p:custDataLst>
          </p:nvPr>
        </p:nvSpPr>
        <p:spPr>
          <a:xfrm>
            <a:off x="99568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7" name="Rectangle 206">
            <a:extLst>
              <a:ext uri="{FF2B5EF4-FFF2-40B4-BE49-F238E27FC236}">
                <a16:creationId xmlns:a16="http://schemas.microsoft.com/office/drawing/2014/main" id="{FF76277F-D942-4A46-9091-D010CE55A4C1}"/>
              </a:ext>
              <a:ext uri="{C183D7F6-B498-43B3-948B-1728B52AA6E4}">
                <adec:decorative xmlns:adec="http://schemas.microsoft.com/office/drawing/2017/decorative" val="1"/>
              </a:ext>
            </a:extLst>
          </p:cNvPr>
          <p:cNvSpPr/>
          <p:nvPr>
            <p:custDataLst>
              <p:tags r:id="rId207"/>
            </p:custDataLst>
          </p:nvPr>
        </p:nvSpPr>
        <p:spPr>
          <a:xfrm>
            <a:off x="100457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8" name="Rectangle 207">
            <a:extLst>
              <a:ext uri="{FF2B5EF4-FFF2-40B4-BE49-F238E27FC236}">
                <a16:creationId xmlns:a16="http://schemas.microsoft.com/office/drawing/2014/main" id="{34107C77-8A2C-4964-93F6-8C13FF788AE6}"/>
              </a:ext>
              <a:ext uri="{C183D7F6-B498-43B3-948B-1728B52AA6E4}">
                <adec:decorative xmlns:adec="http://schemas.microsoft.com/office/drawing/2017/decorative" val="1"/>
              </a:ext>
            </a:extLst>
          </p:cNvPr>
          <p:cNvSpPr/>
          <p:nvPr>
            <p:custDataLst>
              <p:tags r:id="rId208"/>
            </p:custDataLst>
          </p:nvPr>
        </p:nvSpPr>
        <p:spPr>
          <a:xfrm>
            <a:off x="10134600" y="2570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09" name="Rectangle 208">
            <a:extLst>
              <a:ext uri="{FF2B5EF4-FFF2-40B4-BE49-F238E27FC236}">
                <a16:creationId xmlns:a16="http://schemas.microsoft.com/office/drawing/2014/main" id="{1C6E2FEC-14F1-4407-9118-460C0D1FBA8F}"/>
              </a:ext>
              <a:ext uri="{C183D7F6-B498-43B3-948B-1728B52AA6E4}">
                <adec:decorative xmlns:adec="http://schemas.microsoft.com/office/drawing/2017/decorative" val="1"/>
              </a:ext>
            </a:extLst>
          </p:cNvPr>
          <p:cNvSpPr/>
          <p:nvPr>
            <p:custDataLst>
              <p:tags r:id="rId209"/>
            </p:custDataLst>
          </p:nvPr>
        </p:nvSpPr>
        <p:spPr>
          <a:xfrm>
            <a:off x="102235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0" name="Rectangle 209">
            <a:extLst>
              <a:ext uri="{FF2B5EF4-FFF2-40B4-BE49-F238E27FC236}">
                <a16:creationId xmlns:a16="http://schemas.microsoft.com/office/drawing/2014/main" id="{A3B819DE-0883-42F3-8AD0-DD5670B76C7B}"/>
              </a:ext>
              <a:ext uri="{C183D7F6-B498-43B3-948B-1728B52AA6E4}">
                <adec:decorative xmlns:adec="http://schemas.microsoft.com/office/drawing/2017/decorative" val="1"/>
              </a:ext>
            </a:extLst>
          </p:cNvPr>
          <p:cNvSpPr/>
          <p:nvPr>
            <p:custDataLst>
              <p:tags r:id="rId210"/>
            </p:custDataLst>
          </p:nvPr>
        </p:nvSpPr>
        <p:spPr>
          <a:xfrm>
            <a:off x="103124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1" name="Rectangle 210">
            <a:extLst>
              <a:ext uri="{FF2B5EF4-FFF2-40B4-BE49-F238E27FC236}">
                <a16:creationId xmlns:a16="http://schemas.microsoft.com/office/drawing/2014/main" id="{C86E3787-62D0-496E-9F0B-9683E3ADD7A0}"/>
              </a:ext>
              <a:ext uri="{C183D7F6-B498-43B3-948B-1728B52AA6E4}">
                <adec:decorative xmlns:adec="http://schemas.microsoft.com/office/drawing/2017/decorative" val="1"/>
              </a:ext>
            </a:extLst>
          </p:cNvPr>
          <p:cNvSpPr/>
          <p:nvPr>
            <p:custDataLst>
              <p:tags r:id="rId211"/>
            </p:custDataLst>
          </p:nvPr>
        </p:nvSpPr>
        <p:spPr>
          <a:xfrm>
            <a:off x="104013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2" name="Rectangle 211">
            <a:extLst>
              <a:ext uri="{FF2B5EF4-FFF2-40B4-BE49-F238E27FC236}">
                <a16:creationId xmlns:a16="http://schemas.microsoft.com/office/drawing/2014/main" id="{FF64A4BD-BD33-49B2-BDA3-597BFD14BC94}"/>
              </a:ext>
              <a:ext uri="{C183D7F6-B498-43B3-948B-1728B52AA6E4}">
                <adec:decorative xmlns:adec="http://schemas.microsoft.com/office/drawing/2017/decorative" val="1"/>
              </a:ext>
            </a:extLst>
          </p:cNvPr>
          <p:cNvSpPr/>
          <p:nvPr>
            <p:custDataLst>
              <p:tags r:id="rId212"/>
            </p:custDataLst>
          </p:nvPr>
        </p:nvSpPr>
        <p:spPr>
          <a:xfrm>
            <a:off x="104902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3" name="Rectangle 212">
            <a:extLst>
              <a:ext uri="{FF2B5EF4-FFF2-40B4-BE49-F238E27FC236}">
                <a16:creationId xmlns:a16="http://schemas.microsoft.com/office/drawing/2014/main" id="{A7571E81-1987-4FAC-9310-92493BE7CAB9}"/>
              </a:ext>
              <a:ext uri="{C183D7F6-B498-43B3-948B-1728B52AA6E4}">
                <adec:decorative xmlns:adec="http://schemas.microsoft.com/office/drawing/2017/decorative" val="1"/>
              </a:ext>
            </a:extLst>
          </p:cNvPr>
          <p:cNvSpPr/>
          <p:nvPr>
            <p:custDataLst>
              <p:tags r:id="rId213"/>
            </p:custDataLst>
          </p:nvPr>
        </p:nvSpPr>
        <p:spPr>
          <a:xfrm>
            <a:off x="105791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4" name="Rectangle 213">
            <a:extLst>
              <a:ext uri="{FF2B5EF4-FFF2-40B4-BE49-F238E27FC236}">
                <a16:creationId xmlns:a16="http://schemas.microsoft.com/office/drawing/2014/main" id="{A4BDA93D-A13F-4581-AF84-680BF2B1A6D8}"/>
              </a:ext>
              <a:ext uri="{C183D7F6-B498-43B3-948B-1728B52AA6E4}">
                <adec:decorative xmlns:adec="http://schemas.microsoft.com/office/drawing/2017/decorative" val="1"/>
              </a:ext>
            </a:extLst>
          </p:cNvPr>
          <p:cNvSpPr/>
          <p:nvPr>
            <p:custDataLst>
              <p:tags r:id="rId214"/>
            </p:custDataLst>
          </p:nvPr>
        </p:nvSpPr>
        <p:spPr>
          <a:xfrm>
            <a:off x="106680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5" name="Rectangle 214">
            <a:extLst>
              <a:ext uri="{FF2B5EF4-FFF2-40B4-BE49-F238E27FC236}">
                <a16:creationId xmlns:a16="http://schemas.microsoft.com/office/drawing/2014/main" id="{C39F3A10-795C-467E-88B8-E367CFF0984D}"/>
              </a:ext>
              <a:ext uri="{C183D7F6-B498-43B3-948B-1728B52AA6E4}">
                <adec:decorative xmlns:adec="http://schemas.microsoft.com/office/drawing/2017/decorative" val="1"/>
              </a:ext>
            </a:extLst>
          </p:cNvPr>
          <p:cNvSpPr/>
          <p:nvPr>
            <p:custDataLst>
              <p:tags r:id="rId215"/>
            </p:custDataLst>
          </p:nvPr>
        </p:nvSpPr>
        <p:spPr>
          <a:xfrm>
            <a:off x="10756900" y="2570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6" name="Rectangle 215">
            <a:extLst>
              <a:ext uri="{FF2B5EF4-FFF2-40B4-BE49-F238E27FC236}">
                <a16:creationId xmlns:a16="http://schemas.microsoft.com/office/drawing/2014/main" id="{AB1CD871-6E87-4CF0-966E-7C7FD3979FFA}"/>
              </a:ext>
              <a:ext uri="{C183D7F6-B498-43B3-948B-1728B52AA6E4}">
                <adec:decorative xmlns:adec="http://schemas.microsoft.com/office/drawing/2017/decorative" val="1"/>
              </a:ext>
            </a:extLst>
          </p:cNvPr>
          <p:cNvSpPr/>
          <p:nvPr>
            <p:custDataLst>
              <p:tags r:id="rId216"/>
            </p:custDataLst>
          </p:nvPr>
        </p:nvSpPr>
        <p:spPr>
          <a:xfrm>
            <a:off x="81788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7" name="Rectangle 216">
            <a:extLst>
              <a:ext uri="{FF2B5EF4-FFF2-40B4-BE49-F238E27FC236}">
                <a16:creationId xmlns:a16="http://schemas.microsoft.com/office/drawing/2014/main" id="{137A43A9-A54C-465F-A9E1-8CAF3CB95F2D}"/>
              </a:ext>
              <a:ext uri="{C183D7F6-B498-43B3-948B-1728B52AA6E4}">
                <adec:decorative xmlns:adec="http://schemas.microsoft.com/office/drawing/2017/decorative" val="1"/>
              </a:ext>
            </a:extLst>
          </p:cNvPr>
          <p:cNvSpPr/>
          <p:nvPr>
            <p:custDataLst>
              <p:tags r:id="rId217"/>
            </p:custDataLst>
          </p:nvPr>
        </p:nvSpPr>
        <p:spPr>
          <a:xfrm>
            <a:off x="82677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8" name="Rectangle 217">
            <a:extLst>
              <a:ext uri="{FF2B5EF4-FFF2-40B4-BE49-F238E27FC236}">
                <a16:creationId xmlns:a16="http://schemas.microsoft.com/office/drawing/2014/main" id="{E3BCC3A9-713B-4BE8-B02F-476D058AC5E0}"/>
              </a:ext>
              <a:ext uri="{C183D7F6-B498-43B3-948B-1728B52AA6E4}">
                <adec:decorative xmlns:adec="http://schemas.microsoft.com/office/drawing/2017/decorative" val="1"/>
              </a:ext>
            </a:extLst>
          </p:cNvPr>
          <p:cNvSpPr/>
          <p:nvPr>
            <p:custDataLst>
              <p:tags r:id="rId218"/>
            </p:custDataLst>
          </p:nvPr>
        </p:nvSpPr>
        <p:spPr>
          <a:xfrm>
            <a:off x="83566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9" name="Rectangle 218">
            <a:extLst>
              <a:ext uri="{FF2B5EF4-FFF2-40B4-BE49-F238E27FC236}">
                <a16:creationId xmlns:a16="http://schemas.microsoft.com/office/drawing/2014/main" id="{FE060121-E0E9-404C-B02C-D498D97ED5AD}"/>
              </a:ext>
              <a:ext uri="{C183D7F6-B498-43B3-948B-1728B52AA6E4}">
                <adec:decorative xmlns:adec="http://schemas.microsoft.com/office/drawing/2017/decorative" val="1"/>
              </a:ext>
            </a:extLst>
          </p:cNvPr>
          <p:cNvSpPr/>
          <p:nvPr>
            <p:custDataLst>
              <p:tags r:id="rId219"/>
            </p:custDataLst>
          </p:nvPr>
        </p:nvSpPr>
        <p:spPr>
          <a:xfrm>
            <a:off x="84455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0" name="Rectangle 219">
            <a:extLst>
              <a:ext uri="{FF2B5EF4-FFF2-40B4-BE49-F238E27FC236}">
                <a16:creationId xmlns:a16="http://schemas.microsoft.com/office/drawing/2014/main" id="{5859B3EA-0926-4764-892C-60F124FD8884}"/>
              </a:ext>
              <a:ext uri="{C183D7F6-B498-43B3-948B-1728B52AA6E4}">
                <adec:decorative xmlns:adec="http://schemas.microsoft.com/office/drawing/2017/decorative" val="1"/>
              </a:ext>
            </a:extLst>
          </p:cNvPr>
          <p:cNvSpPr/>
          <p:nvPr>
            <p:custDataLst>
              <p:tags r:id="rId220"/>
            </p:custDataLst>
          </p:nvPr>
        </p:nvSpPr>
        <p:spPr>
          <a:xfrm>
            <a:off x="85344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1" name="Rectangle 220">
            <a:extLst>
              <a:ext uri="{FF2B5EF4-FFF2-40B4-BE49-F238E27FC236}">
                <a16:creationId xmlns:a16="http://schemas.microsoft.com/office/drawing/2014/main" id="{BC0C0804-B40B-4A43-ACB1-F4446AB3FD14}"/>
              </a:ext>
              <a:ext uri="{C183D7F6-B498-43B3-948B-1728B52AA6E4}">
                <adec:decorative xmlns:adec="http://schemas.microsoft.com/office/drawing/2017/decorative" val="1"/>
              </a:ext>
            </a:extLst>
          </p:cNvPr>
          <p:cNvSpPr/>
          <p:nvPr>
            <p:custDataLst>
              <p:tags r:id="rId221"/>
            </p:custDataLst>
          </p:nvPr>
        </p:nvSpPr>
        <p:spPr>
          <a:xfrm>
            <a:off x="86233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2" name="Rectangle 221">
            <a:extLst>
              <a:ext uri="{FF2B5EF4-FFF2-40B4-BE49-F238E27FC236}">
                <a16:creationId xmlns:a16="http://schemas.microsoft.com/office/drawing/2014/main" id="{36A482E4-C6D6-49C8-8EDE-7C6CD041CB22}"/>
              </a:ext>
              <a:ext uri="{C183D7F6-B498-43B3-948B-1728B52AA6E4}">
                <adec:decorative xmlns:adec="http://schemas.microsoft.com/office/drawing/2017/decorative" val="1"/>
              </a:ext>
            </a:extLst>
          </p:cNvPr>
          <p:cNvSpPr/>
          <p:nvPr>
            <p:custDataLst>
              <p:tags r:id="rId222"/>
            </p:custDataLst>
          </p:nvPr>
        </p:nvSpPr>
        <p:spPr>
          <a:xfrm>
            <a:off x="87122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3" name="Rectangle 222">
            <a:extLst>
              <a:ext uri="{FF2B5EF4-FFF2-40B4-BE49-F238E27FC236}">
                <a16:creationId xmlns:a16="http://schemas.microsoft.com/office/drawing/2014/main" id="{FBBFE895-ABF1-4913-BC1E-C85C3CEAD3ED}"/>
              </a:ext>
              <a:ext uri="{C183D7F6-B498-43B3-948B-1728B52AA6E4}">
                <adec:decorative xmlns:adec="http://schemas.microsoft.com/office/drawing/2017/decorative" val="1"/>
              </a:ext>
            </a:extLst>
          </p:cNvPr>
          <p:cNvSpPr/>
          <p:nvPr>
            <p:custDataLst>
              <p:tags r:id="rId223"/>
            </p:custDataLst>
          </p:nvPr>
        </p:nvSpPr>
        <p:spPr>
          <a:xfrm>
            <a:off x="88011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4" name="Rectangle 223">
            <a:extLst>
              <a:ext uri="{FF2B5EF4-FFF2-40B4-BE49-F238E27FC236}">
                <a16:creationId xmlns:a16="http://schemas.microsoft.com/office/drawing/2014/main" id="{EDB0FB0A-D41B-42C2-8CD2-B4E79F2CF84E}"/>
              </a:ext>
              <a:ext uri="{C183D7F6-B498-43B3-948B-1728B52AA6E4}">
                <adec:decorative xmlns:adec="http://schemas.microsoft.com/office/drawing/2017/decorative" val="1"/>
              </a:ext>
            </a:extLst>
          </p:cNvPr>
          <p:cNvSpPr/>
          <p:nvPr>
            <p:custDataLst>
              <p:tags r:id="rId224"/>
            </p:custDataLst>
          </p:nvPr>
        </p:nvSpPr>
        <p:spPr>
          <a:xfrm>
            <a:off x="88900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5" name="Rectangle 224">
            <a:extLst>
              <a:ext uri="{FF2B5EF4-FFF2-40B4-BE49-F238E27FC236}">
                <a16:creationId xmlns:a16="http://schemas.microsoft.com/office/drawing/2014/main" id="{2FF5B51A-0447-47BF-A8D7-03E3F1E1DE7C}"/>
              </a:ext>
              <a:ext uri="{C183D7F6-B498-43B3-948B-1728B52AA6E4}">
                <adec:decorative xmlns:adec="http://schemas.microsoft.com/office/drawing/2017/decorative" val="1"/>
              </a:ext>
            </a:extLst>
          </p:cNvPr>
          <p:cNvSpPr/>
          <p:nvPr>
            <p:custDataLst>
              <p:tags r:id="rId225"/>
            </p:custDataLst>
          </p:nvPr>
        </p:nvSpPr>
        <p:spPr>
          <a:xfrm>
            <a:off x="89789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6" name="Rectangle 225">
            <a:extLst>
              <a:ext uri="{FF2B5EF4-FFF2-40B4-BE49-F238E27FC236}">
                <a16:creationId xmlns:a16="http://schemas.microsoft.com/office/drawing/2014/main" id="{2A51060E-692A-4D38-B197-12C67D88A92D}"/>
              </a:ext>
              <a:ext uri="{C183D7F6-B498-43B3-948B-1728B52AA6E4}">
                <adec:decorative xmlns:adec="http://schemas.microsoft.com/office/drawing/2017/decorative" val="1"/>
              </a:ext>
            </a:extLst>
          </p:cNvPr>
          <p:cNvSpPr/>
          <p:nvPr>
            <p:custDataLst>
              <p:tags r:id="rId226"/>
            </p:custDataLst>
          </p:nvPr>
        </p:nvSpPr>
        <p:spPr>
          <a:xfrm>
            <a:off x="90678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7" name="Rectangle 226">
            <a:extLst>
              <a:ext uri="{FF2B5EF4-FFF2-40B4-BE49-F238E27FC236}">
                <a16:creationId xmlns:a16="http://schemas.microsoft.com/office/drawing/2014/main" id="{B1078E03-E9DC-476B-AA47-F459DE6E2E73}"/>
              </a:ext>
              <a:ext uri="{C183D7F6-B498-43B3-948B-1728B52AA6E4}">
                <adec:decorative xmlns:adec="http://schemas.microsoft.com/office/drawing/2017/decorative" val="1"/>
              </a:ext>
            </a:extLst>
          </p:cNvPr>
          <p:cNvSpPr/>
          <p:nvPr>
            <p:custDataLst>
              <p:tags r:id="rId227"/>
            </p:custDataLst>
          </p:nvPr>
        </p:nvSpPr>
        <p:spPr>
          <a:xfrm>
            <a:off x="91567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8" name="Rectangle 227">
            <a:extLst>
              <a:ext uri="{FF2B5EF4-FFF2-40B4-BE49-F238E27FC236}">
                <a16:creationId xmlns:a16="http://schemas.microsoft.com/office/drawing/2014/main" id="{2226EB89-4053-498B-A24D-BC6DAE06CEF5}"/>
              </a:ext>
              <a:ext uri="{C183D7F6-B498-43B3-948B-1728B52AA6E4}">
                <adec:decorative xmlns:adec="http://schemas.microsoft.com/office/drawing/2017/decorative" val="1"/>
              </a:ext>
            </a:extLst>
          </p:cNvPr>
          <p:cNvSpPr/>
          <p:nvPr>
            <p:custDataLst>
              <p:tags r:id="rId228"/>
            </p:custDataLst>
          </p:nvPr>
        </p:nvSpPr>
        <p:spPr>
          <a:xfrm>
            <a:off x="92456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9" name="Rectangle 228">
            <a:extLst>
              <a:ext uri="{FF2B5EF4-FFF2-40B4-BE49-F238E27FC236}">
                <a16:creationId xmlns:a16="http://schemas.microsoft.com/office/drawing/2014/main" id="{C1CF1BA1-660C-4450-8311-1874F6D1AC76}"/>
              </a:ext>
              <a:ext uri="{C183D7F6-B498-43B3-948B-1728B52AA6E4}">
                <adec:decorative xmlns:adec="http://schemas.microsoft.com/office/drawing/2017/decorative" val="1"/>
              </a:ext>
            </a:extLst>
          </p:cNvPr>
          <p:cNvSpPr/>
          <p:nvPr>
            <p:custDataLst>
              <p:tags r:id="rId229"/>
            </p:custDataLst>
          </p:nvPr>
        </p:nvSpPr>
        <p:spPr>
          <a:xfrm>
            <a:off x="93345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0" name="Rectangle 229">
            <a:extLst>
              <a:ext uri="{FF2B5EF4-FFF2-40B4-BE49-F238E27FC236}">
                <a16:creationId xmlns:a16="http://schemas.microsoft.com/office/drawing/2014/main" id="{B523010C-C497-4200-BA05-C2BE29EF5A97}"/>
              </a:ext>
              <a:ext uri="{C183D7F6-B498-43B3-948B-1728B52AA6E4}">
                <adec:decorative xmlns:adec="http://schemas.microsoft.com/office/drawing/2017/decorative" val="1"/>
              </a:ext>
            </a:extLst>
          </p:cNvPr>
          <p:cNvSpPr/>
          <p:nvPr>
            <p:custDataLst>
              <p:tags r:id="rId230"/>
            </p:custDataLst>
          </p:nvPr>
        </p:nvSpPr>
        <p:spPr>
          <a:xfrm>
            <a:off x="94234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1" name="Rectangle 230">
            <a:extLst>
              <a:ext uri="{FF2B5EF4-FFF2-40B4-BE49-F238E27FC236}">
                <a16:creationId xmlns:a16="http://schemas.microsoft.com/office/drawing/2014/main" id="{F9DDB074-9D46-4911-8196-6A5751B30D1B}"/>
              </a:ext>
              <a:ext uri="{C183D7F6-B498-43B3-948B-1728B52AA6E4}">
                <adec:decorative xmlns:adec="http://schemas.microsoft.com/office/drawing/2017/decorative" val="1"/>
              </a:ext>
            </a:extLst>
          </p:cNvPr>
          <p:cNvSpPr/>
          <p:nvPr>
            <p:custDataLst>
              <p:tags r:id="rId231"/>
            </p:custDataLst>
          </p:nvPr>
        </p:nvSpPr>
        <p:spPr>
          <a:xfrm>
            <a:off x="95123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2" name="Rectangle 231">
            <a:extLst>
              <a:ext uri="{FF2B5EF4-FFF2-40B4-BE49-F238E27FC236}">
                <a16:creationId xmlns:a16="http://schemas.microsoft.com/office/drawing/2014/main" id="{9E8A8200-A07F-48DB-999D-277234C13C3C}"/>
              </a:ext>
              <a:ext uri="{C183D7F6-B498-43B3-948B-1728B52AA6E4}">
                <adec:decorative xmlns:adec="http://schemas.microsoft.com/office/drawing/2017/decorative" val="1"/>
              </a:ext>
            </a:extLst>
          </p:cNvPr>
          <p:cNvSpPr/>
          <p:nvPr>
            <p:custDataLst>
              <p:tags r:id="rId232"/>
            </p:custDataLst>
          </p:nvPr>
        </p:nvSpPr>
        <p:spPr>
          <a:xfrm>
            <a:off x="96012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3" name="Rectangle 232">
            <a:extLst>
              <a:ext uri="{FF2B5EF4-FFF2-40B4-BE49-F238E27FC236}">
                <a16:creationId xmlns:a16="http://schemas.microsoft.com/office/drawing/2014/main" id="{A30C8F11-5FED-47FF-9271-B79BA20550B8}"/>
              </a:ext>
              <a:ext uri="{C183D7F6-B498-43B3-948B-1728B52AA6E4}">
                <adec:decorative xmlns:adec="http://schemas.microsoft.com/office/drawing/2017/decorative" val="1"/>
              </a:ext>
            </a:extLst>
          </p:cNvPr>
          <p:cNvSpPr/>
          <p:nvPr>
            <p:custDataLst>
              <p:tags r:id="rId233"/>
            </p:custDataLst>
          </p:nvPr>
        </p:nvSpPr>
        <p:spPr>
          <a:xfrm>
            <a:off x="96901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4" name="Rectangle 233">
            <a:extLst>
              <a:ext uri="{FF2B5EF4-FFF2-40B4-BE49-F238E27FC236}">
                <a16:creationId xmlns:a16="http://schemas.microsoft.com/office/drawing/2014/main" id="{DF57BDB8-DB57-4F91-995D-71CCB5BC3828}"/>
              </a:ext>
              <a:ext uri="{C183D7F6-B498-43B3-948B-1728B52AA6E4}">
                <adec:decorative xmlns:adec="http://schemas.microsoft.com/office/drawing/2017/decorative" val="1"/>
              </a:ext>
            </a:extLst>
          </p:cNvPr>
          <p:cNvSpPr/>
          <p:nvPr>
            <p:custDataLst>
              <p:tags r:id="rId234"/>
            </p:custDataLst>
          </p:nvPr>
        </p:nvSpPr>
        <p:spPr>
          <a:xfrm>
            <a:off x="97790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5" name="Rectangle 234">
            <a:extLst>
              <a:ext uri="{FF2B5EF4-FFF2-40B4-BE49-F238E27FC236}">
                <a16:creationId xmlns:a16="http://schemas.microsoft.com/office/drawing/2014/main" id="{06450CAD-0B5E-4C92-9EAB-5B93CD89AEA8}"/>
              </a:ext>
              <a:ext uri="{C183D7F6-B498-43B3-948B-1728B52AA6E4}">
                <adec:decorative xmlns:adec="http://schemas.microsoft.com/office/drawing/2017/decorative" val="1"/>
              </a:ext>
            </a:extLst>
          </p:cNvPr>
          <p:cNvSpPr/>
          <p:nvPr>
            <p:custDataLst>
              <p:tags r:id="rId235"/>
            </p:custDataLst>
          </p:nvPr>
        </p:nvSpPr>
        <p:spPr>
          <a:xfrm>
            <a:off x="98679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6" name="Rectangle 235">
            <a:extLst>
              <a:ext uri="{FF2B5EF4-FFF2-40B4-BE49-F238E27FC236}">
                <a16:creationId xmlns:a16="http://schemas.microsoft.com/office/drawing/2014/main" id="{AF50ADB3-3212-437F-90DA-EC6F3C95C192}"/>
              </a:ext>
              <a:ext uri="{C183D7F6-B498-43B3-948B-1728B52AA6E4}">
                <adec:decorative xmlns:adec="http://schemas.microsoft.com/office/drawing/2017/decorative" val="1"/>
              </a:ext>
            </a:extLst>
          </p:cNvPr>
          <p:cNvSpPr/>
          <p:nvPr>
            <p:custDataLst>
              <p:tags r:id="rId236"/>
            </p:custDataLst>
          </p:nvPr>
        </p:nvSpPr>
        <p:spPr>
          <a:xfrm>
            <a:off x="9956800" y="2659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7" name="Rectangle 236">
            <a:extLst>
              <a:ext uri="{FF2B5EF4-FFF2-40B4-BE49-F238E27FC236}">
                <a16:creationId xmlns:a16="http://schemas.microsoft.com/office/drawing/2014/main" id="{CF572ADD-F1C8-4723-922E-DC1D7F6991AB}"/>
              </a:ext>
              <a:ext uri="{C183D7F6-B498-43B3-948B-1728B52AA6E4}">
                <adec:decorative xmlns:adec="http://schemas.microsoft.com/office/drawing/2017/decorative" val="1"/>
              </a:ext>
            </a:extLst>
          </p:cNvPr>
          <p:cNvSpPr/>
          <p:nvPr>
            <p:custDataLst>
              <p:tags r:id="rId237"/>
            </p:custDataLst>
          </p:nvPr>
        </p:nvSpPr>
        <p:spPr>
          <a:xfrm>
            <a:off x="10045700" y="2659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8" name="Rectangle 237">
            <a:extLst>
              <a:ext uri="{FF2B5EF4-FFF2-40B4-BE49-F238E27FC236}">
                <a16:creationId xmlns:a16="http://schemas.microsoft.com/office/drawing/2014/main" id="{EEF4C567-1ECA-4703-B590-DA64B8097B3C}"/>
              </a:ext>
              <a:ext uri="{C183D7F6-B498-43B3-948B-1728B52AA6E4}">
                <adec:decorative xmlns:adec="http://schemas.microsoft.com/office/drawing/2017/decorative" val="1"/>
              </a:ext>
            </a:extLst>
          </p:cNvPr>
          <p:cNvSpPr/>
          <p:nvPr>
            <p:custDataLst>
              <p:tags r:id="rId238"/>
            </p:custDataLst>
          </p:nvPr>
        </p:nvSpPr>
        <p:spPr>
          <a:xfrm>
            <a:off x="81788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9" name="Rectangle 238">
            <a:extLst>
              <a:ext uri="{FF2B5EF4-FFF2-40B4-BE49-F238E27FC236}">
                <a16:creationId xmlns:a16="http://schemas.microsoft.com/office/drawing/2014/main" id="{4886872F-4727-42E8-9A24-B9C248DE1D19}"/>
              </a:ext>
              <a:ext uri="{C183D7F6-B498-43B3-948B-1728B52AA6E4}">
                <adec:decorative xmlns:adec="http://schemas.microsoft.com/office/drawing/2017/decorative" val="1"/>
              </a:ext>
            </a:extLst>
          </p:cNvPr>
          <p:cNvSpPr/>
          <p:nvPr>
            <p:custDataLst>
              <p:tags r:id="rId239"/>
            </p:custDataLst>
          </p:nvPr>
        </p:nvSpPr>
        <p:spPr>
          <a:xfrm>
            <a:off x="82677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0" name="Rectangle 239">
            <a:extLst>
              <a:ext uri="{FF2B5EF4-FFF2-40B4-BE49-F238E27FC236}">
                <a16:creationId xmlns:a16="http://schemas.microsoft.com/office/drawing/2014/main" id="{59B7ADB3-3C00-4EF0-984D-86CAA8642634}"/>
              </a:ext>
              <a:ext uri="{C183D7F6-B498-43B3-948B-1728B52AA6E4}">
                <adec:decorative xmlns:adec="http://schemas.microsoft.com/office/drawing/2017/decorative" val="1"/>
              </a:ext>
            </a:extLst>
          </p:cNvPr>
          <p:cNvSpPr/>
          <p:nvPr>
            <p:custDataLst>
              <p:tags r:id="rId240"/>
            </p:custDataLst>
          </p:nvPr>
        </p:nvSpPr>
        <p:spPr>
          <a:xfrm>
            <a:off x="83566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1" name="Rectangle 240">
            <a:extLst>
              <a:ext uri="{FF2B5EF4-FFF2-40B4-BE49-F238E27FC236}">
                <a16:creationId xmlns:a16="http://schemas.microsoft.com/office/drawing/2014/main" id="{2564F960-1007-4394-8162-D597CB6D2C49}"/>
              </a:ext>
              <a:ext uri="{C183D7F6-B498-43B3-948B-1728B52AA6E4}">
                <adec:decorative xmlns:adec="http://schemas.microsoft.com/office/drawing/2017/decorative" val="1"/>
              </a:ext>
            </a:extLst>
          </p:cNvPr>
          <p:cNvSpPr/>
          <p:nvPr>
            <p:custDataLst>
              <p:tags r:id="rId241"/>
            </p:custDataLst>
          </p:nvPr>
        </p:nvSpPr>
        <p:spPr>
          <a:xfrm>
            <a:off x="84455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2" name="Rectangle 241">
            <a:extLst>
              <a:ext uri="{FF2B5EF4-FFF2-40B4-BE49-F238E27FC236}">
                <a16:creationId xmlns:a16="http://schemas.microsoft.com/office/drawing/2014/main" id="{CE046760-AC50-4686-8071-9150A40B5D79}"/>
              </a:ext>
              <a:ext uri="{C183D7F6-B498-43B3-948B-1728B52AA6E4}">
                <adec:decorative xmlns:adec="http://schemas.microsoft.com/office/drawing/2017/decorative" val="1"/>
              </a:ext>
            </a:extLst>
          </p:cNvPr>
          <p:cNvSpPr/>
          <p:nvPr>
            <p:custDataLst>
              <p:tags r:id="rId242"/>
            </p:custDataLst>
          </p:nvPr>
        </p:nvSpPr>
        <p:spPr>
          <a:xfrm>
            <a:off x="85344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3" name="Rectangle 242">
            <a:extLst>
              <a:ext uri="{FF2B5EF4-FFF2-40B4-BE49-F238E27FC236}">
                <a16:creationId xmlns:a16="http://schemas.microsoft.com/office/drawing/2014/main" id="{CB08B13F-9A75-4AA9-83CE-8E9D32AA035E}"/>
              </a:ext>
              <a:ext uri="{C183D7F6-B498-43B3-948B-1728B52AA6E4}">
                <adec:decorative xmlns:adec="http://schemas.microsoft.com/office/drawing/2017/decorative" val="1"/>
              </a:ext>
            </a:extLst>
          </p:cNvPr>
          <p:cNvSpPr/>
          <p:nvPr>
            <p:custDataLst>
              <p:tags r:id="rId243"/>
            </p:custDataLst>
          </p:nvPr>
        </p:nvSpPr>
        <p:spPr>
          <a:xfrm>
            <a:off x="86233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4" name="Rectangle 243">
            <a:extLst>
              <a:ext uri="{FF2B5EF4-FFF2-40B4-BE49-F238E27FC236}">
                <a16:creationId xmlns:a16="http://schemas.microsoft.com/office/drawing/2014/main" id="{EFCE6260-B18B-4A83-92FF-4E6ED55D1C17}"/>
              </a:ext>
              <a:ext uri="{C183D7F6-B498-43B3-948B-1728B52AA6E4}">
                <adec:decorative xmlns:adec="http://schemas.microsoft.com/office/drawing/2017/decorative" val="1"/>
              </a:ext>
            </a:extLst>
          </p:cNvPr>
          <p:cNvSpPr/>
          <p:nvPr>
            <p:custDataLst>
              <p:tags r:id="rId244"/>
            </p:custDataLst>
          </p:nvPr>
        </p:nvSpPr>
        <p:spPr>
          <a:xfrm>
            <a:off x="87122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5" name="Rectangle 244">
            <a:extLst>
              <a:ext uri="{FF2B5EF4-FFF2-40B4-BE49-F238E27FC236}">
                <a16:creationId xmlns:a16="http://schemas.microsoft.com/office/drawing/2014/main" id="{3F0AF1D9-089F-4972-8547-69781160799C}"/>
              </a:ext>
              <a:ext uri="{C183D7F6-B498-43B3-948B-1728B52AA6E4}">
                <adec:decorative xmlns:adec="http://schemas.microsoft.com/office/drawing/2017/decorative" val="1"/>
              </a:ext>
            </a:extLst>
          </p:cNvPr>
          <p:cNvSpPr/>
          <p:nvPr>
            <p:custDataLst>
              <p:tags r:id="rId245"/>
            </p:custDataLst>
          </p:nvPr>
        </p:nvSpPr>
        <p:spPr>
          <a:xfrm>
            <a:off x="88011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6" name="Rectangle 245">
            <a:extLst>
              <a:ext uri="{FF2B5EF4-FFF2-40B4-BE49-F238E27FC236}">
                <a16:creationId xmlns:a16="http://schemas.microsoft.com/office/drawing/2014/main" id="{D6092E21-16F2-4774-B761-3E0E143BEB21}"/>
              </a:ext>
              <a:ext uri="{C183D7F6-B498-43B3-948B-1728B52AA6E4}">
                <adec:decorative xmlns:adec="http://schemas.microsoft.com/office/drawing/2017/decorative" val="1"/>
              </a:ext>
            </a:extLst>
          </p:cNvPr>
          <p:cNvSpPr/>
          <p:nvPr>
            <p:custDataLst>
              <p:tags r:id="rId246"/>
            </p:custDataLst>
          </p:nvPr>
        </p:nvSpPr>
        <p:spPr>
          <a:xfrm>
            <a:off x="88900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7" name="Rectangle 246">
            <a:extLst>
              <a:ext uri="{FF2B5EF4-FFF2-40B4-BE49-F238E27FC236}">
                <a16:creationId xmlns:a16="http://schemas.microsoft.com/office/drawing/2014/main" id="{55DB04F1-0A95-4290-B348-C3D6752792F6}"/>
              </a:ext>
              <a:ext uri="{C183D7F6-B498-43B3-948B-1728B52AA6E4}">
                <adec:decorative xmlns:adec="http://schemas.microsoft.com/office/drawing/2017/decorative" val="1"/>
              </a:ext>
            </a:extLst>
          </p:cNvPr>
          <p:cNvSpPr/>
          <p:nvPr>
            <p:custDataLst>
              <p:tags r:id="rId247"/>
            </p:custDataLst>
          </p:nvPr>
        </p:nvSpPr>
        <p:spPr>
          <a:xfrm>
            <a:off x="89789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8" name="Rectangle 247">
            <a:extLst>
              <a:ext uri="{FF2B5EF4-FFF2-40B4-BE49-F238E27FC236}">
                <a16:creationId xmlns:a16="http://schemas.microsoft.com/office/drawing/2014/main" id="{D3FEF7C6-EF29-40DD-BF67-96F7B9CE833E}"/>
              </a:ext>
              <a:ext uri="{C183D7F6-B498-43B3-948B-1728B52AA6E4}">
                <adec:decorative xmlns:adec="http://schemas.microsoft.com/office/drawing/2017/decorative" val="1"/>
              </a:ext>
            </a:extLst>
          </p:cNvPr>
          <p:cNvSpPr/>
          <p:nvPr>
            <p:custDataLst>
              <p:tags r:id="rId248"/>
            </p:custDataLst>
          </p:nvPr>
        </p:nvSpPr>
        <p:spPr>
          <a:xfrm>
            <a:off x="90678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9" name="Rectangle 248">
            <a:extLst>
              <a:ext uri="{FF2B5EF4-FFF2-40B4-BE49-F238E27FC236}">
                <a16:creationId xmlns:a16="http://schemas.microsoft.com/office/drawing/2014/main" id="{5248E4AF-16F2-4429-BC30-2596DBFDBBF3}"/>
              </a:ext>
              <a:ext uri="{C183D7F6-B498-43B3-948B-1728B52AA6E4}">
                <adec:decorative xmlns:adec="http://schemas.microsoft.com/office/drawing/2017/decorative" val="1"/>
              </a:ext>
            </a:extLst>
          </p:cNvPr>
          <p:cNvSpPr/>
          <p:nvPr>
            <p:custDataLst>
              <p:tags r:id="rId249"/>
            </p:custDataLst>
          </p:nvPr>
        </p:nvSpPr>
        <p:spPr>
          <a:xfrm>
            <a:off x="91567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0" name="Rectangle 249">
            <a:extLst>
              <a:ext uri="{FF2B5EF4-FFF2-40B4-BE49-F238E27FC236}">
                <a16:creationId xmlns:a16="http://schemas.microsoft.com/office/drawing/2014/main" id="{56F62872-D500-47CF-B8AF-36F34B65A26D}"/>
              </a:ext>
              <a:ext uri="{C183D7F6-B498-43B3-948B-1728B52AA6E4}">
                <adec:decorative xmlns:adec="http://schemas.microsoft.com/office/drawing/2017/decorative" val="1"/>
              </a:ext>
            </a:extLst>
          </p:cNvPr>
          <p:cNvSpPr/>
          <p:nvPr>
            <p:custDataLst>
              <p:tags r:id="rId250"/>
            </p:custDataLst>
          </p:nvPr>
        </p:nvSpPr>
        <p:spPr>
          <a:xfrm>
            <a:off x="92456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1" name="Rectangle 250">
            <a:extLst>
              <a:ext uri="{FF2B5EF4-FFF2-40B4-BE49-F238E27FC236}">
                <a16:creationId xmlns:a16="http://schemas.microsoft.com/office/drawing/2014/main" id="{352ADACC-C5D8-48E3-B72D-337A15209707}"/>
              </a:ext>
              <a:ext uri="{C183D7F6-B498-43B3-948B-1728B52AA6E4}">
                <adec:decorative xmlns:adec="http://schemas.microsoft.com/office/drawing/2017/decorative" val="1"/>
              </a:ext>
            </a:extLst>
          </p:cNvPr>
          <p:cNvSpPr/>
          <p:nvPr>
            <p:custDataLst>
              <p:tags r:id="rId251"/>
            </p:custDataLst>
          </p:nvPr>
        </p:nvSpPr>
        <p:spPr>
          <a:xfrm>
            <a:off x="93345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2" name="Rectangle 251">
            <a:extLst>
              <a:ext uri="{FF2B5EF4-FFF2-40B4-BE49-F238E27FC236}">
                <a16:creationId xmlns:a16="http://schemas.microsoft.com/office/drawing/2014/main" id="{F846A7D9-CBEE-4CF3-8EFB-6CE0A5F57F73}"/>
              </a:ext>
              <a:ext uri="{C183D7F6-B498-43B3-948B-1728B52AA6E4}">
                <adec:decorative xmlns:adec="http://schemas.microsoft.com/office/drawing/2017/decorative" val="1"/>
              </a:ext>
            </a:extLst>
          </p:cNvPr>
          <p:cNvSpPr/>
          <p:nvPr>
            <p:custDataLst>
              <p:tags r:id="rId252"/>
            </p:custDataLst>
          </p:nvPr>
        </p:nvSpPr>
        <p:spPr>
          <a:xfrm>
            <a:off x="94234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3" name="Rectangle 252">
            <a:extLst>
              <a:ext uri="{FF2B5EF4-FFF2-40B4-BE49-F238E27FC236}">
                <a16:creationId xmlns:a16="http://schemas.microsoft.com/office/drawing/2014/main" id="{23DA14C3-942C-41E4-9217-9CC97BE11A98}"/>
              </a:ext>
              <a:ext uri="{C183D7F6-B498-43B3-948B-1728B52AA6E4}">
                <adec:decorative xmlns:adec="http://schemas.microsoft.com/office/drawing/2017/decorative" val="1"/>
              </a:ext>
            </a:extLst>
          </p:cNvPr>
          <p:cNvSpPr/>
          <p:nvPr>
            <p:custDataLst>
              <p:tags r:id="rId253"/>
            </p:custDataLst>
          </p:nvPr>
        </p:nvSpPr>
        <p:spPr>
          <a:xfrm>
            <a:off x="95123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4" name="Rectangle 253">
            <a:extLst>
              <a:ext uri="{FF2B5EF4-FFF2-40B4-BE49-F238E27FC236}">
                <a16:creationId xmlns:a16="http://schemas.microsoft.com/office/drawing/2014/main" id="{059B2D4B-B384-4717-AE5F-A94B35CC98A8}"/>
              </a:ext>
              <a:ext uri="{C183D7F6-B498-43B3-948B-1728B52AA6E4}">
                <adec:decorative xmlns:adec="http://schemas.microsoft.com/office/drawing/2017/decorative" val="1"/>
              </a:ext>
            </a:extLst>
          </p:cNvPr>
          <p:cNvSpPr/>
          <p:nvPr>
            <p:custDataLst>
              <p:tags r:id="rId254"/>
            </p:custDataLst>
          </p:nvPr>
        </p:nvSpPr>
        <p:spPr>
          <a:xfrm>
            <a:off x="96012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5" name="Rectangle 254">
            <a:extLst>
              <a:ext uri="{FF2B5EF4-FFF2-40B4-BE49-F238E27FC236}">
                <a16:creationId xmlns:a16="http://schemas.microsoft.com/office/drawing/2014/main" id="{7A94F719-9E51-4E05-B55C-F17DECEB0264}"/>
              </a:ext>
              <a:ext uri="{C183D7F6-B498-43B3-948B-1728B52AA6E4}">
                <adec:decorative xmlns:adec="http://schemas.microsoft.com/office/drawing/2017/decorative" val="1"/>
              </a:ext>
            </a:extLst>
          </p:cNvPr>
          <p:cNvSpPr/>
          <p:nvPr>
            <p:custDataLst>
              <p:tags r:id="rId255"/>
            </p:custDataLst>
          </p:nvPr>
        </p:nvSpPr>
        <p:spPr>
          <a:xfrm>
            <a:off x="96901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6" name="Rectangle 255">
            <a:extLst>
              <a:ext uri="{FF2B5EF4-FFF2-40B4-BE49-F238E27FC236}">
                <a16:creationId xmlns:a16="http://schemas.microsoft.com/office/drawing/2014/main" id="{06C8C091-4D97-4E56-958D-52A4D51F2B4E}"/>
              </a:ext>
              <a:ext uri="{C183D7F6-B498-43B3-948B-1728B52AA6E4}">
                <adec:decorative xmlns:adec="http://schemas.microsoft.com/office/drawing/2017/decorative" val="1"/>
              </a:ext>
            </a:extLst>
          </p:cNvPr>
          <p:cNvSpPr/>
          <p:nvPr>
            <p:custDataLst>
              <p:tags r:id="rId256"/>
            </p:custDataLst>
          </p:nvPr>
        </p:nvSpPr>
        <p:spPr>
          <a:xfrm>
            <a:off x="97790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7" name="Rectangle 256">
            <a:extLst>
              <a:ext uri="{FF2B5EF4-FFF2-40B4-BE49-F238E27FC236}">
                <a16:creationId xmlns:a16="http://schemas.microsoft.com/office/drawing/2014/main" id="{931538CD-4E15-4CC0-B306-981720CBB45A}"/>
              </a:ext>
              <a:ext uri="{C183D7F6-B498-43B3-948B-1728B52AA6E4}">
                <adec:decorative xmlns:adec="http://schemas.microsoft.com/office/drawing/2017/decorative" val="1"/>
              </a:ext>
            </a:extLst>
          </p:cNvPr>
          <p:cNvSpPr/>
          <p:nvPr>
            <p:custDataLst>
              <p:tags r:id="rId257"/>
            </p:custDataLst>
          </p:nvPr>
        </p:nvSpPr>
        <p:spPr>
          <a:xfrm>
            <a:off x="98679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8" name="Rectangle 257">
            <a:extLst>
              <a:ext uri="{FF2B5EF4-FFF2-40B4-BE49-F238E27FC236}">
                <a16:creationId xmlns:a16="http://schemas.microsoft.com/office/drawing/2014/main" id="{88A28C2F-20C6-42A5-B87B-6456E355088D}"/>
              </a:ext>
              <a:ext uri="{C183D7F6-B498-43B3-948B-1728B52AA6E4}">
                <adec:decorative xmlns:adec="http://schemas.microsoft.com/office/drawing/2017/decorative" val="1"/>
              </a:ext>
            </a:extLst>
          </p:cNvPr>
          <p:cNvSpPr/>
          <p:nvPr>
            <p:custDataLst>
              <p:tags r:id="rId258"/>
            </p:custDataLst>
          </p:nvPr>
        </p:nvSpPr>
        <p:spPr>
          <a:xfrm>
            <a:off x="99568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9" name="Rectangle 258">
            <a:extLst>
              <a:ext uri="{FF2B5EF4-FFF2-40B4-BE49-F238E27FC236}">
                <a16:creationId xmlns:a16="http://schemas.microsoft.com/office/drawing/2014/main" id="{544A2693-65BE-4CB5-AC1D-5E6BC2B76D7D}"/>
              </a:ext>
              <a:ext uri="{C183D7F6-B498-43B3-948B-1728B52AA6E4}">
                <adec:decorative xmlns:adec="http://schemas.microsoft.com/office/drawing/2017/decorative" val="1"/>
              </a:ext>
            </a:extLst>
          </p:cNvPr>
          <p:cNvSpPr/>
          <p:nvPr>
            <p:custDataLst>
              <p:tags r:id="rId259"/>
            </p:custDataLst>
          </p:nvPr>
        </p:nvSpPr>
        <p:spPr>
          <a:xfrm>
            <a:off x="100457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0" name="Rectangle 259">
            <a:extLst>
              <a:ext uri="{FF2B5EF4-FFF2-40B4-BE49-F238E27FC236}">
                <a16:creationId xmlns:a16="http://schemas.microsoft.com/office/drawing/2014/main" id="{563597EE-9B6E-4A74-9AD9-513BB12E617C}"/>
              </a:ext>
              <a:ext uri="{C183D7F6-B498-43B3-948B-1728B52AA6E4}">
                <adec:decorative xmlns:adec="http://schemas.microsoft.com/office/drawing/2017/decorative" val="1"/>
              </a:ext>
            </a:extLst>
          </p:cNvPr>
          <p:cNvSpPr/>
          <p:nvPr>
            <p:custDataLst>
              <p:tags r:id="rId260"/>
            </p:custDataLst>
          </p:nvPr>
        </p:nvSpPr>
        <p:spPr>
          <a:xfrm>
            <a:off x="10134600" y="2748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1" name="Rectangle 260">
            <a:extLst>
              <a:ext uri="{FF2B5EF4-FFF2-40B4-BE49-F238E27FC236}">
                <a16:creationId xmlns:a16="http://schemas.microsoft.com/office/drawing/2014/main" id="{41272162-3B5E-4F4B-899F-EAEF1F1EF4A1}"/>
              </a:ext>
              <a:ext uri="{C183D7F6-B498-43B3-948B-1728B52AA6E4}">
                <adec:decorative xmlns:adec="http://schemas.microsoft.com/office/drawing/2017/decorative" val="1"/>
              </a:ext>
            </a:extLst>
          </p:cNvPr>
          <p:cNvSpPr/>
          <p:nvPr>
            <p:custDataLst>
              <p:tags r:id="rId261"/>
            </p:custDataLst>
          </p:nvPr>
        </p:nvSpPr>
        <p:spPr>
          <a:xfrm>
            <a:off x="102235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2" name="Rectangle 261">
            <a:extLst>
              <a:ext uri="{FF2B5EF4-FFF2-40B4-BE49-F238E27FC236}">
                <a16:creationId xmlns:a16="http://schemas.microsoft.com/office/drawing/2014/main" id="{5AF1D0F1-A597-442D-A21F-65F305BF7B78}"/>
              </a:ext>
              <a:ext uri="{C183D7F6-B498-43B3-948B-1728B52AA6E4}">
                <adec:decorative xmlns:adec="http://schemas.microsoft.com/office/drawing/2017/decorative" val="1"/>
              </a:ext>
            </a:extLst>
          </p:cNvPr>
          <p:cNvSpPr/>
          <p:nvPr>
            <p:custDataLst>
              <p:tags r:id="rId262"/>
            </p:custDataLst>
          </p:nvPr>
        </p:nvSpPr>
        <p:spPr>
          <a:xfrm>
            <a:off x="103124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3" name="Rectangle 262">
            <a:extLst>
              <a:ext uri="{FF2B5EF4-FFF2-40B4-BE49-F238E27FC236}">
                <a16:creationId xmlns:a16="http://schemas.microsoft.com/office/drawing/2014/main" id="{F5F08D18-043A-4825-B06D-EE49705A17C1}"/>
              </a:ext>
              <a:ext uri="{C183D7F6-B498-43B3-948B-1728B52AA6E4}">
                <adec:decorative xmlns:adec="http://schemas.microsoft.com/office/drawing/2017/decorative" val="1"/>
              </a:ext>
            </a:extLst>
          </p:cNvPr>
          <p:cNvSpPr/>
          <p:nvPr>
            <p:custDataLst>
              <p:tags r:id="rId263"/>
            </p:custDataLst>
          </p:nvPr>
        </p:nvSpPr>
        <p:spPr>
          <a:xfrm>
            <a:off x="104013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4" name="Rectangle 263">
            <a:extLst>
              <a:ext uri="{FF2B5EF4-FFF2-40B4-BE49-F238E27FC236}">
                <a16:creationId xmlns:a16="http://schemas.microsoft.com/office/drawing/2014/main" id="{0DDC3BA2-6ED9-4755-8DCA-5FDFC65C42AE}"/>
              </a:ext>
              <a:ext uri="{C183D7F6-B498-43B3-948B-1728B52AA6E4}">
                <adec:decorative xmlns:adec="http://schemas.microsoft.com/office/drawing/2017/decorative" val="1"/>
              </a:ext>
            </a:extLst>
          </p:cNvPr>
          <p:cNvSpPr/>
          <p:nvPr>
            <p:custDataLst>
              <p:tags r:id="rId264"/>
            </p:custDataLst>
          </p:nvPr>
        </p:nvSpPr>
        <p:spPr>
          <a:xfrm>
            <a:off x="104902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5" name="Rectangle 264">
            <a:extLst>
              <a:ext uri="{FF2B5EF4-FFF2-40B4-BE49-F238E27FC236}">
                <a16:creationId xmlns:a16="http://schemas.microsoft.com/office/drawing/2014/main" id="{517A0C71-A362-40AB-B5B2-87EF1C1C28BA}"/>
              </a:ext>
              <a:ext uri="{C183D7F6-B498-43B3-948B-1728B52AA6E4}">
                <adec:decorative xmlns:adec="http://schemas.microsoft.com/office/drawing/2017/decorative" val="1"/>
              </a:ext>
            </a:extLst>
          </p:cNvPr>
          <p:cNvSpPr/>
          <p:nvPr>
            <p:custDataLst>
              <p:tags r:id="rId265"/>
            </p:custDataLst>
          </p:nvPr>
        </p:nvSpPr>
        <p:spPr>
          <a:xfrm>
            <a:off x="10579100" y="2748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6" name="Rectangle 265">
            <a:extLst>
              <a:ext uri="{FF2B5EF4-FFF2-40B4-BE49-F238E27FC236}">
                <a16:creationId xmlns:a16="http://schemas.microsoft.com/office/drawing/2014/main" id="{0AC394A5-742C-4582-A414-F9BC36978E98}"/>
              </a:ext>
              <a:ext uri="{C183D7F6-B498-43B3-948B-1728B52AA6E4}">
                <adec:decorative xmlns:adec="http://schemas.microsoft.com/office/drawing/2017/decorative" val="1"/>
              </a:ext>
            </a:extLst>
          </p:cNvPr>
          <p:cNvSpPr/>
          <p:nvPr>
            <p:custDataLst>
              <p:tags r:id="rId266"/>
            </p:custDataLst>
          </p:nvPr>
        </p:nvSpPr>
        <p:spPr>
          <a:xfrm>
            <a:off x="81788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7" name="Rectangle 266">
            <a:extLst>
              <a:ext uri="{FF2B5EF4-FFF2-40B4-BE49-F238E27FC236}">
                <a16:creationId xmlns:a16="http://schemas.microsoft.com/office/drawing/2014/main" id="{7F6DE0BA-9C56-4C41-8183-AEB50D0C4EE3}"/>
              </a:ext>
              <a:ext uri="{C183D7F6-B498-43B3-948B-1728B52AA6E4}">
                <adec:decorative xmlns:adec="http://schemas.microsoft.com/office/drawing/2017/decorative" val="1"/>
              </a:ext>
            </a:extLst>
          </p:cNvPr>
          <p:cNvSpPr/>
          <p:nvPr>
            <p:custDataLst>
              <p:tags r:id="rId267"/>
            </p:custDataLst>
          </p:nvPr>
        </p:nvSpPr>
        <p:spPr>
          <a:xfrm>
            <a:off x="82677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8" name="Rectangle 267">
            <a:extLst>
              <a:ext uri="{FF2B5EF4-FFF2-40B4-BE49-F238E27FC236}">
                <a16:creationId xmlns:a16="http://schemas.microsoft.com/office/drawing/2014/main" id="{E389B25C-D8BF-48E1-B182-E3B28DBE4368}"/>
              </a:ext>
              <a:ext uri="{C183D7F6-B498-43B3-948B-1728B52AA6E4}">
                <adec:decorative xmlns:adec="http://schemas.microsoft.com/office/drawing/2017/decorative" val="1"/>
              </a:ext>
            </a:extLst>
          </p:cNvPr>
          <p:cNvSpPr/>
          <p:nvPr>
            <p:custDataLst>
              <p:tags r:id="rId268"/>
            </p:custDataLst>
          </p:nvPr>
        </p:nvSpPr>
        <p:spPr>
          <a:xfrm>
            <a:off x="83566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9" name="Rectangle 268">
            <a:extLst>
              <a:ext uri="{FF2B5EF4-FFF2-40B4-BE49-F238E27FC236}">
                <a16:creationId xmlns:a16="http://schemas.microsoft.com/office/drawing/2014/main" id="{A558C1E1-FE89-47AB-ADD6-F603901B7136}"/>
              </a:ext>
              <a:ext uri="{C183D7F6-B498-43B3-948B-1728B52AA6E4}">
                <adec:decorative xmlns:adec="http://schemas.microsoft.com/office/drawing/2017/decorative" val="1"/>
              </a:ext>
            </a:extLst>
          </p:cNvPr>
          <p:cNvSpPr/>
          <p:nvPr>
            <p:custDataLst>
              <p:tags r:id="rId269"/>
            </p:custDataLst>
          </p:nvPr>
        </p:nvSpPr>
        <p:spPr>
          <a:xfrm>
            <a:off x="84455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0" name="Rectangle 269">
            <a:extLst>
              <a:ext uri="{FF2B5EF4-FFF2-40B4-BE49-F238E27FC236}">
                <a16:creationId xmlns:a16="http://schemas.microsoft.com/office/drawing/2014/main" id="{91E56360-5ED5-427C-8CA2-7E81276024E8}"/>
              </a:ext>
              <a:ext uri="{C183D7F6-B498-43B3-948B-1728B52AA6E4}">
                <adec:decorative xmlns:adec="http://schemas.microsoft.com/office/drawing/2017/decorative" val="1"/>
              </a:ext>
            </a:extLst>
          </p:cNvPr>
          <p:cNvSpPr/>
          <p:nvPr>
            <p:custDataLst>
              <p:tags r:id="rId270"/>
            </p:custDataLst>
          </p:nvPr>
        </p:nvSpPr>
        <p:spPr>
          <a:xfrm>
            <a:off x="85344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1" name="Rectangle 270">
            <a:extLst>
              <a:ext uri="{FF2B5EF4-FFF2-40B4-BE49-F238E27FC236}">
                <a16:creationId xmlns:a16="http://schemas.microsoft.com/office/drawing/2014/main" id="{F9305B7F-CCE3-478E-B0A4-94B986888630}"/>
              </a:ext>
              <a:ext uri="{C183D7F6-B498-43B3-948B-1728B52AA6E4}">
                <adec:decorative xmlns:adec="http://schemas.microsoft.com/office/drawing/2017/decorative" val="1"/>
              </a:ext>
            </a:extLst>
          </p:cNvPr>
          <p:cNvSpPr/>
          <p:nvPr>
            <p:custDataLst>
              <p:tags r:id="rId271"/>
            </p:custDataLst>
          </p:nvPr>
        </p:nvSpPr>
        <p:spPr>
          <a:xfrm>
            <a:off x="86233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2" name="Rectangle 271">
            <a:extLst>
              <a:ext uri="{FF2B5EF4-FFF2-40B4-BE49-F238E27FC236}">
                <a16:creationId xmlns:a16="http://schemas.microsoft.com/office/drawing/2014/main" id="{B0C8A4F4-DF56-4E12-A082-AA430DB1A4E6}"/>
              </a:ext>
              <a:ext uri="{C183D7F6-B498-43B3-948B-1728B52AA6E4}">
                <adec:decorative xmlns:adec="http://schemas.microsoft.com/office/drawing/2017/decorative" val="1"/>
              </a:ext>
            </a:extLst>
          </p:cNvPr>
          <p:cNvSpPr/>
          <p:nvPr>
            <p:custDataLst>
              <p:tags r:id="rId272"/>
            </p:custDataLst>
          </p:nvPr>
        </p:nvSpPr>
        <p:spPr>
          <a:xfrm>
            <a:off x="87122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3" name="Rectangle 272">
            <a:extLst>
              <a:ext uri="{FF2B5EF4-FFF2-40B4-BE49-F238E27FC236}">
                <a16:creationId xmlns:a16="http://schemas.microsoft.com/office/drawing/2014/main" id="{4365B1FE-7037-4FE9-B79E-FFC90A13234B}"/>
              </a:ext>
              <a:ext uri="{C183D7F6-B498-43B3-948B-1728B52AA6E4}">
                <adec:decorative xmlns:adec="http://schemas.microsoft.com/office/drawing/2017/decorative" val="1"/>
              </a:ext>
            </a:extLst>
          </p:cNvPr>
          <p:cNvSpPr/>
          <p:nvPr>
            <p:custDataLst>
              <p:tags r:id="rId273"/>
            </p:custDataLst>
          </p:nvPr>
        </p:nvSpPr>
        <p:spPr>
          <a:xfrm>
            <a:off x="88011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4" name="Rectangle 273">
            <a:extLst>
              <a:ext uri="{FF2B5EF4-FFF2-40B4-BE49-F238E27FC236}">
                <a16:creationId xmlns:a16="http://schemas.microsoft.com/office/drawing/2014/main" id="{263F78E6-AC1E-439E-B96F-3E4698D8B118}"/>
              </a:ext>
              <a:ext uri="{C183D7F6-B498-43B3-948B-1728B52AA6E4}">
                <adec:decorative xmlns:adec="http://schemas.microsoft.com/office/drawing/2017/decorative" val="1"/>
              </a:ext>
            </a:extLst>
          </p:cNvPr>
          <p:cNvSpPr/>
          <p:nvPr>
            <p:custDataLst>
              <p:tags r:id="rId274"/>
            </p:custDataLst>
          </p:nvPr>
        </p:nvSpPr>
        <p:spPr>
          <a:xfrm>
            <a:off x="88900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5" name="Rectangle 274">
            <a:extLst>
              <a:ext uri="{FF2B5EF4-FFF2-40B4-BE49-F238E27FC236}">
                <a16:creationId xmlns:a16="http://schemas.microsoft.com/office/drawing/2014/main" id="{3FBB1493-8903-45AF-9C5B-EF84065E1BD1}"/>
              </a:ext>
              <a:ext uri="{C183D7F6-B498-43B3-948B-1728B52AA6E4}">
                <adec:decorative xmlns:adec="http://schemas.microsoft.com/office/drawing/2017/decorative" val="1"/>
              </a:ext>
            </a:extLst>
          </p:cNvPr>
          <p:cNvSpPr/>
          <p:nvPr>
            <p:custDataLst>
              <p:tags r:id="rId275"/>
            </p:custDataLst>
          </p:nvPr>
        </p:nvSpPr>
        <p:spPr>
          <a:xfrm>
            <a:off x="89789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6" name="Rectangle 275">
            <a:extLst>
              <a:ext uri="{FF2B5EF4-FFF2-40B4-BE49-F238E27FC236}">
                <a16:creationId xmlns:a16="http://schemas.microsoft.com/office/drawing/2014/main" id="{0DAA7489-E40A-4AE9-8D0F-E467ACAE91A4}"/>
              </a:ext>
              <a:ext uri="{C183D7F6-B498-43B3-948B-1728B52AA6E4}">
                <adec:decorative xmlns:adec="http://schemas.microsoft.com/office/drawing/2017/decorative" val="1"/>
              </a:ext>
            </a:extLst>
          </p:cNvPr>
          <p:cNvSpPr/>
          <p:nvPr>
            <p:custDataLst>
              <p:tags r:id="rId276"/>
            </p:custDataLst>
          </p:nvPr>
        </p:nvSpPr>
        <p:spPr>
          <a:xfrm>
            <a:off x="90678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7" name="Rectangle 276">
            <a:extLst>
              <a:ext uri="{FF2B5EF4-FFF2-40B4-BE49-F238E27FC236}">
                <a16:creationId xmlns:a16="http://schemas.microsoft.com/office/drawing/2014/main" id="{1470CE69-A3A1-465A-89A6-0BFDF5CE5ADB}"/>
              </a:ext>
              <a:ext uri="{C183D7F6-B498-43B3-948B-1728B52AA6E4}">
                <adec:decorative xmlns:adec="http://schemas.microsoft.com/office/drawing/2017/decorative" val="1"/>
              </a:ext>
            </a:extLst>
          </p:cNvPr>
          <p:cNvSpPr/>
          <p:nvPr>
            <p:custDataLst>
              <p:tags r:id="rId277"/>
            </p:custDataLst>
          </p:nvPr>
        </p:nvSpPr>
        <p:spPr>
          <a:xfrm>
            <a:off x="91567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8" name="Rectangle 277">
            <a:extLst>
              <a:ext uri="{FF2B5EF4-FFF2-40B4-BE49-F238E27FC236}">
                <a16:creationId xmlns:a16="http://schemas.microsoft.com/office/drawing/2014/main" id="{84FAABDC-9A74-4F8D-8EE5-6514CA0992A8}"/>
              </a:ext>
              <a:ext uri="{C183D7F6-B498-43B3-948B-1728B52AA6E4}">
                <adec:decorative xmlns:adec="http://schemas.microsoft.com/office/drawing/2017/decorative" val="1"/>
              </a:ext>
            </a:extLst>
          </p:cNvPr>
          <p:cNvSpPr/>
          <p:nvPr>
            <p:custDataLst>
              <p:tags r:id="rId278"/>
            </p:custDataLst>
          </p:nvPr>
        </p:nvSpPr>
        <p:spPr>
          <a:xfrm>
            <a:off x="92456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9" name="Rectangle 278">
            <a:extLst>
              <a:ext uri="{FF2B5EF4-FFF2-40B4-BE49-F238E27FC236}">
                <a16:creationId xmlns:a16="http://schemas.microsoft.com/office/drawing/2014/main" id="{9BCBBDB2-3135-4DB5-B832-7223BACFB89D}"/>
              </a:ext>
              <a:ext uri="{C183D7F6-B498-43B3-948B-1728B52AA6E4}">
                <adec:decorative xmlns:adec="http://schemas.microsoft.com/office/drawing/2017/decorative" val="1"/>
              </a:ext>
            </a:extLst>
          </p:cNvPr>
          <p:cNvSpPr/>
          <p:nvPr>
            <p:custDataLst>
              <p:tags r:id="rId279"/>
            </p:custDataLst>
          </p:nvPr>
        </p:nvSpPr>
        <p:spPr>
          <a:xfrm>
            <a:off x="93345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0" name="Rectangle 279">
            <a:extLst>
              <a:ext uri="{FF2B5EF4-FFF2-40B4-BE49-F238E27FC236}">
                <a16:creationId xmlns:a16="http://schemas.microsoft.com/office/drawing/2014/main" id="{E6AD201D-24DC-4FB1-9C6C-897F61DC9349}"/>
              </a:ext>
              <a:ext uri="{C183D7F6-B498-43B3-948B-1728B52AA6E4}">
                <adec:decorative xmlns:adec="http://schemas.microsoft.com/office/drawing/2017/decorative" val="1"/>
              </a:ext>
            </a:extLst>
          </p:cNvPr>
          <p:cNvSpPr/>
          <p:nvPr>
            <p:custDataLst>
              <p:tags r:id="rId280"/>
            </p:custDataLst>
          </p:nvPr>
        </p:nvSpPr>
        <p:spPr>
          <a:xfrm>
            <a:off x="94234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1" name="Rectangle 280">
            <a:extLst>
              <a:ext uri="{FF2B5EF4-FFF2-40B4-BE49-F238E27FC236}">
                <a16:creationId xmlns:a16="http://schemas.microsoft.com/office/drawing/2014/main" id="{A074CF66-A330-49A5-9692-ACB78A950D15}"/>
              </a:ext>
              <a:ext uri="{C183D7F6-B498-43B3-948B-1728B52AA6E4}">
                <adec:decorative xmlns:adec="http://schemas.microsoft.com/office/drawing/2017/decorative" val="1"/>
              </a:ext>
            </a:extLst>
          </p:cNvPr>
          <p:cNvSpPr/>
          <p:nvPr>
            <p:custDataLst>
              <p:tags r:id="rId281"/>
            </p:custDataLst>
          </p:nvPr>
        </p:nvSpPr>
        <p:spPr>
          <a:xfrm>
            <a:off x="95123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2" name="Rectangle 281">
            <a:extLst>
              <a:ext uri="{FF2B5EF4-FFF2-40B4-BE49-F238E27FC236}">
                <a16:creationId xmlns:a16="http://schemas.microsoft.com/office/drawing/2014/main" id="{E3E0945B-3EB6-445E-A759-D50B341C79DC}"/>
              </a:ext>
              <a:ext uri="{C183D7F6-B498-43B3-948B-1728B52AA6E4}">
                <adec:decorative xmlns:adec="http://schemas.microsoft.com/office/drawing/2017/decorative" val="1"/>
              </a:ext>
            </a:extLst>
          </p:cNvPr>
          <p:cNvSpPr/>
          <p:nvPr>
            <p:custDataLst>
              <p:tags r:id="rId282"/>
            </p:custDataLst>
          </p:nvPr>
        </p:nvSpPr>
        <p:spPr>
          <a:xfrm>
            <a:off x="96012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3" name="Rectangle 282">
            <a:extLst>
              <a:ext uri="{FF2B5EF4-FFF2-40B4-BE49-F238E27FC236}">
                <a16:creationId xmlns:a16="http://schemas.microsoft.com/office/drawing/2014/main" id="{84A43A5C-4445-4E81-854F-7D4DC57E8E25}"/>
              </a:ext>
              <a:ext uri="{C183D7F6-B498-43B3-948B-1728B52AA6E4}">
                <adec:decorative xmlns:adec="http://schemas.microsoft.com/office/drawing/2017/decorative" val="1"/>
              </a:ext>
            </a:extLst>
          </p:cNvPr>
          <p:cNvSpPr/>
          <p:nvPr>
            <p:custDataLst>
              <p:tags r:id="rId283"/>
            </p:custDataLst>
          </p:nvPr>
        </p:nvSpPr>
        <p:spPr>
          <a:xfrm>
            <a:off x="96901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4" name="Rectangle 283">
            <a:extLst>
              <a:ext uri="{FF2B5EF4-FFF2-40B4-BE49-F238E27FC236}">
                <a16:creationId xmlns:a16="http://schemas.microsoft.com/office/drawing/2014/main" id="{2311E87F-B91A-44D3-97F1-66387AF718FE}"/>
              </a:ext>
              <a:ext uri="{C183D7F6-B498-43B3-948B-1728B52AA6E4}">
                <adec:decorative xmlns:adec="http://schemas.microsoft.com/office/drawing/2017/decorative" val="1"/>
              </a:ext>
            </a:extLst>
          </p:cNvPr>
          <p:cNvSpPr/>
          <p:nvPr>
            <p:custDataLst>
              <p:tags r:id="rId284"/>
            </p:custDataLst>
          </p:nvPr>
        </p:nvSpPr>
        <p:spPr>
          <a:xfrm>
            <a:off x="97790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5" name="Rectangle 284">
            <a:extLst>
              <a:ext uri="{FF2B5EF4-FFF2-40B4-BE49-F238E27FC236}">
                <a16:creationId xmlns:a16="http://schemas.microsoft.com/office/drawing/2014/main" id="{20579D69-F6ED-4930-A9D9-99F37411BBD0}"/>
              </a:ext>
              <a:ext uri="{C183D7F6-B498-43B3-948B-1728B52AA6E4}">
                <adec:decorative xmlns:adec="http://schemas.microsoft.com/office/drawing/2017/decorative" val="1"/>
              </a:ext>
            </a:extLst>
          </p:cNvPr>
          <p:cNvSpPr/>
          <p:nvPr>
            <p:custDataLst>
              <p:tags r:id="rId285"/>
            </p:custDataLst>
          </p:nvPr>
        </p:nvSpPr>
        <p:spPr>
          <a:xfrm>
            <a:off x="98679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6" name="Rectangle 285">
            <a:extLst>
              <a:ext uri="{FF2B5EF4-FFF2-40B4-BE49-F238E27FC236}">
                <a16:creationId xmlns:a16="http://schemas.microsoft.com/office/drawing/2014/main" id="{30966545-1547-41AA-9581-75F4CAF0B871}"/>
              </a:ext>
              <a:ext uri="{C183D7F6-B498-43B3-948B-1728B52AA6E4}">
                <adec:decorative xmlns:adec="http://schemas.microsoft.com/office/drawing/2017/decorative" val="1"/>
              </a:ext>
            </a:extLst>
          </p:cNvPr>
          <p:cNvSpPr/>
          <p:nvPr>
            <p:custDataLst>
              <p:tags r:id="rId286"/>
            </p:custDataLst>
          </p:nvPr>
        </p:nvSpPr>
        <p:spPr>
          <a:xfrm>
            <a:off x="99568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7" name="Rectangle 286">
            <a:extLst>
              <a:ext uri="{FF2B5EF4-FFF2-40B4-BE49-F238E27FC236}">
                <a16:creationId xmlns:a16="http://schemas.microsoft.com/office/drawing/2014/main" id="{FD06220E-5884-4EF2-9F10-AB52610D1B71}"/>
              </a:ext>
              <a:ext uri="{C183D7F6-B498-43B3-948B-1728B52AA6E4}">
                <adec:decorative xmlns:adec="http://schemas.microsoft.com/office/drawing/2017/decorative" val="1"/>
              </a:ext>
            </a:extLst>
          </p:cNvPr>
          <p:cNvSpPr/>
          <p:nvPr>
            <p:custDataLst>
              <p:tags r:id="rId287"/>
            </p:custDataLst>
          </p:nvPr>
        </p:nvSpPr>
        <p:spPr>
          <a:xfrm>
            <a:off x="100457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8" name="Rectangle 287">
            <a:extLst>
              <a:ext uri="{FF2B5EF4-FFF2-40B4-BE49-F238E27FC236}">
                <a16:creationId xmlns:a16="http://schemas.microsoft.com/office/drawing/2014/main" id="{0551BBB3-C2AE-401C-91DF-44EFC87C11AC}"/>
              </a:ext>
              <a:ext uri="{C183D7F6-B498-43B3-948B-1728B52AA6E4}">
                <adec:decorative xmlns:adec="http://schemas.microsoft.com/office/drawing/2017/decorative" val="1"/>
              </a:ext>
            </a:extLst>
          </p:cNvPr>
          <p:cNvSpPr/>
          <p:nvPr>
            <p:custDataLst>
              <p:tags r:id="rId288"/>
            </p:custDataLst>
          </p:nvPr>
        </p:nvSpPr>
        <p:spPr>
          <a:xfrm>
            <a:off x="101346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9" name="Rectangle 288">
            <a:extLst>
              <a:ext uri="{FF2B5EF4-FFF2-40B4-BE49-F238E27FC236}">
                <a16:creationId xmlns:a16="http://schemas.microsoft.com/office/drawing/2014/main" id="{A75BD1CB-DAD4-4D6E-9AA6-120506695075}"/>
              </a:ext>
              <a:ext uri="{C183D7F6-B498-43B3-948B-1728B52AA6E4}">
                <adec:decorative xmlns:adec="http://schemas.microsoft.com/office/drawing/2017/decorative" val="1"/>
              </a:ext>
            </a:extLst>
          </p:cNvPr>
          <p:cNvSpPr/>
          <p:nvPr>
            <p:custDataLst>
              <p:tags r:id="rId289"/>
            </p:custDataLst>
          </p:nvPr>
        </p:nvSpPr>
        <p:spPr>
          <a:xfrm>
            <a:off x="102235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0" name="Rectangle 289">
            <a:extLst>
              <a:ext uri="{FF2B5EF4-FFF2-40B4-BE49-F238E27FC236}">
                <a16:creationId xmlns:a16="http://schemas.microsoft.com/office/drawing/2014/main" id="{750E054E-743E-49A1-B58E-BE40E560C2E9}"/>
              </a:ext>
              <a:ext uri="{C183D7F6-B498-43B3-948B-1728B52AA6E4}">
                <adec:decorative xmlns:adec="http://schemas.microsoft.com/office/drawing/2017/decorative" val="1"/>
              </a:ext>
            </a:extLst>
          </p:cNvPr>
          <p:cNvSpPr/>
          <p:nvPr>
            <p:custDataLst>
              <p:tags r:id="rId290"/>
            </p:custDataLst>
          </p:nvPr>
        </p:nvSpPr>
        <p:spPr>
          <a:xfrm>
            <a:off x="103124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1" name="Rectangle 290">
            <a:extLst>
              <a:ext uri="{FF2B5EF4-FFF2-40B4-BE49-F238E27FC236}">
                <a16:creationId xmlns:a16="http://schemas.microsoft.com/office/drawing/2014/main" id="{9C9AA382-FC4B-4268-A3FF-EBC26064DB80}"/>
              </a:ext>
              <a:ext uri="{C183D7F6-B498-43B3-948B-1728B52AA6E4}">
                <adec:decorative xmlns:adec="http://schemas.microsoft.com/office/drawing/2017/decorative" val="1"/>
              </a:ext>
            </a:extLst>
          </p:cNvPr>
          <p:cNvSpPr/>
          <p:nvPr>
            <p:custDataLst>
              <p:tags r:id="rId291"/>
            </p:custDataLst>
          </p:nvPr>
        </p:nvSpPr>
        <p:spPr>
          <a:xfrm>
            <a:off x="104013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2" name="Rectangle 291">
            <a:extLst>
              <a:ext uri="{FF2B5EF4-FFF2-40B4-BE49-F238E27FC236}">
                <a16:creationId xmlns:a16="http://schemas.microsoft.com/office/drawing/2014/main" id="{FB230110-DBD4-479D-B3E6-08308B089BB9}"/>
              </a:ext>
              <a:ext uri="{C183D7F6-B498-43B3-948B-1728B52AA6E4}">
                <adec:decorative xmlns:adec="http://schemas.microsoft.com/office/drawing/2017/decorative" val="1"/>
              </a:ext>
            </a:extLst>
          </p:cNvPr>
          <p:cNvSpPr/>
          <p:nvPr>
            <p:custDataLst>
              <p:tags r:id="rId292"/>
            </p:custDataLst>
          </p:nvPr>
        </p:nvSpPr>
        <p:spPr>
          <a:xfrm>
            <a:off x="104902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3" name="Rectangle 292">
            <a:extLst>
              <a:ext uri="{FF2B5EF4-FFF2-40B4-BE49-F238E27FC236}">
                <a16:creationId xmlns:a16="http://schemas.microsoft.com/office/drawing/2014/main" id="{4BE1529C-690C-4D9B-AD85-9356D32F8F8C}"/>
              </a:ext>
              <a:ext uri="{C183D7F6-B498-43B3-948B-1728B52AA6E4}">
                <adec:decorative xmlns:adec="http://schemas.microsoft.com/office/drawing/2017/decorative" val="1"/>
              </a:ext>
            </a:extLst>
          </p:cNvPr>
          <p:cNvSpPr/>
          <p:nvPr>
            <p:custDataLst>
              <p:tags r:id="rId293"/>
            </p:custDataLst>
          </p:nvPr>
        </p:nvSpPr>
        <p:spPr>
          <a:xfrm>
            <a:off x="105791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4" name="Rectangle 293">
            <a:extLst>
              <a:ext uri="{FF2B5EF4-FFF2-40B4-BE49-F238E27FC236}">
                <a16:creationId xmlns:a16="http://schemas.microsoft.com/office/drawing/2014/main" id="{B14E242D-CBF9-4390-BAD8-3EAAE96DC07B}"/>
              </a:ext>
              <a:ext uri="{C183D7F6-B498-43B3-948B-1728B52AA6E4}">
                <adec:decorative xmlns:adec="http://schemas.microsoft.com/office/drawing/2017/decorative" val="1"/>
              </a:ext>
            </a:extLst>
          </p:cNvPr>
          <p:cNvSpPr/>
          <p:nvPr>
            <p:custDataLst>
              <p:tags r:id="rId294"/>
            </p:custDataLst>
          </p:nvPr>
        </p:nvSpPr>
        <p:spPr>
          <a:xfrm>
            <a:off x="10668000" y="2837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5" name="Rectangle 294">
            <a:extLst>
              <a:ext uri="{FF2B5EF4-FFF2-40B4-BE49-F238E27FC236}">
                <a16:creationId xmlns:a16="http://schemas.microsoft.com/office/drawing/2014/main" id="{EC618CA0-F059-4C21-82BA-D2C253BD0BAA}"/>
              </a:ext>
              <a:ext uri="{C183D7F6-B498-43B3-948B-1728B52AA6E4}">
                <adec:decorative xmlns:adec="http://schemas.microsoft.com/office/drawing/2017/decorative" val="1"/>
              </a:ext>
            </a:extLst>
          </p:cNvPr>
          <p:cNvSpPr/>
          <p:nvPr>
            <p:custDataLst>
              <p:tags r:id="rId295"/>
            </p:custDataLst>
          </p:nvPr>
        </p:nvSpPr>
        <p:spPr>
          <a:xfrm>
            <a:off x="10756900" y="2837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6" name="Rectangle 295">
            <a:extLst>
              <a:ext uri="{FF2B5EF4-FFF2-40B4-BE49-F238E27FC236}">
                <a16:creationId xmlns:a16="http://schemas.microsoft.com/office/drawing/2014/main" id="{A2C368D6-22BA-4AFB-AA7C-ACF6D04D360F}"/>
              </a:ext>
              <a:ext uri="{C183D7F6-B498-43B3-948B-1728B52AA6E4}">
                <adec:decorative xmlns:adec="http://schemas.microsoft.com/office/drawing/2017/decorative" val="1"/>
              </a:ext>
            </a:extLst>
          </p:cNvPr>
          <p:cNvSpPr/>
          <p:nvPr>
            <p:custDataLst>
              <p:tags r:id="rId296"/>
            </p:custDataLst>
          </p:nvPr>
        </p:nvSpPr>
        <p:spPr>
          <a:xfrm>
            <a:off x="81788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7" name="Rectangle 296">
            <a:extLst>
              <a:ext uri="{FF2B5EF4-FFF2-40B4-BE49-F238E27FC236}">
                <a16:creationId xmlns:a16="http://schemas.microsoft.com/office/drawing/2014/main" id="{180F9E83-CB14-449B-8BE9-03265DB842C8}"/>
              </a:ext>
              <a:ext uri="{C183D7F6-B498-43B3-948B-1728B52AA6E4}">
                <adec:decorative xmlns:adec="http://schemas.microsoft.com/office/drawing/2017/decorative" val="1"/>
              </a:ext>
            </a:extLst>
          </p:cNvPr>
          <p:cNvSpPr/>
          <p:nvPr>
            <p:custDataLst>
              <p:tags r:id="rId297"/>
            </p:custDataLst>
          </p:nvPr>
        </p:nvSpPr>
        <p:spPr>
          <a:xfrm>
            <a:off x="82677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8" name="Rectangle 297">
            <a:extLst>
              <a:ext uri="{FF2B5EF4-FFF2-40B4-BE49-F238E27FC236}">
                <a16:creationId xmlns:a16="http://schemas.microsoft.com/office/drawing/2014/main" id="{85D82629-2A1D-40C4-83F9-8FA03E78D947}"/>
              </a:ext>
              <a:ext uri="{C183D7F6-B498-43B3-948B-1728B52AA6E4}">
                <adec:decorative xmlns:adec="http://schemas.microsoft.com/office/drawing/2017/decorative" val="1"/>
              </a:ext>
            </a:extLst>
          </p:cNvPr>
          <p:cNvSpPr/>
          <p:nvPr>
            <p:custDataLst>
              <p:tags r:id="rId298"/>
            </p:custDataLst>
          </p:nvPr>
        </p:nvSpPr>
        <p:spPr>
          <a:xfrm>
            <a:off x="83566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9" name="Rectangle 298">
            <a:extLst>
              <a:ext uri="{FF2B5EF4-FFF2-40B4-BE49-F238E27FC236}">
                <a16:creationId xmlns:a16="http://schemas.microsoft.com/office/drawing/2014/main" id="{10B241DC-544B-4A8B-8672-A7267CCA387C}"/>
              </a:ext>
              <a:ext uri="{C183D7F6-B498-43B3-948B-1728B52AA6E4}">
                <adec:decorative xmlns:adec="http://schemas.microsoft.com/office/drawing/2017/decorative" val="1"/>
              </a:ext>
            </a:extLst>
          </p:cNvPr>
          <p:cNvSpPr/>
          <p:nvPr>
            <p:custDataLst>
              <p:tags r:id="rId299"/>
            </p:custDataLst>
          </p:nvPr>
        </p:nvSpPr>
        <p:spPr>
          <a:xfrm>
            <a:off x="84455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0" name="Rectangle 299">
            <a:extLst>
              <a:ext uri="{FF2B5EF4-FFF2-40B4-BE49-F238E27FC236}">
                <a16:creationId xmlns:a16="http://schemas.microsoft.com/office/drawing/2014/main" id="{A644154C-C9D7-4B2E-8C74-FD626F8187BC}"/>
              </a:ext>
              <a:ext uri="{C183D7F6-B498-43B3-948B-1728B52AA6E4}">
                <adec:decorative xmlns:adec="http://schemas.microsoft.com/office/drawing/2017/decorative" val="1"/>
              </a:ext>
            </a:extLst>
          </p:cNvPr>
          <p:cNvSpPr/>
          <p:nvPr>
            <p:custDataLst>
              <p:tags r:id="rId300"/>
            </p:custDataLst>
          </p:nvPr>
        </p:nvSpPr>
        <p:spPr>
          <a:xfrm>
            <a:off x="85344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1" name="Rectangle 300">
            <a:extLst>
              <a:ext uri="{FF2B5EF4-FFF2-40B4-BE49-F238E27FC236}">
                <a16:creationId xmlns:a16="http://schemas.microsoft.com/office/drawing/2014/main" id="{4FB1E401-5B3B-4F30-9575-AC5CC8A7BB88}"/>
              </a:ext>
              <a:ext uri="{C183D7F6-B498-43B3-948B-1728B52AA6E4}">
                <adec:decorative xmlns:adec="http://schemas.microsoft.com/office/drawing/2017/decorative" val="1"/>
              </a:ext>
            </a:extLst>
          </p:cNvPr>
          <p:cNvSpPr/>
          <p:nvPr>
            <p:custDataLst>
              <p:tags r:id="rId301"/>
            </p:custDataLst>
          </p:nvPr>
        </p:nvSpPr>
        <p:spPr>
          <a:xfrm>
            <a:off x="86233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2" name="Rectangle 301">
            <a:extLst>
              <a:ext uri="{FF2B5EF4-FFF2-40B4-BE49-F238E27FC236}">
                <a16:creationId xmlns:a16="http://schemas.microsoft.com/office/drawing/2014/main" id="{5EBC696C-9763-4ADD-8DDD-E3D52C3A8D1C}"/>
              </a:ext>
              <a:ext uri="{C183D7F6-B498-43B3-948B-1728B52AA6E4}">
                <adec:decorative xmlns:adec="http://schemas.microsoft.com/office/drawing/2017/decorative" val="1"/>
              </a:ext>
            </a:extLst>
          </p:cNvPr>
          <p:cNvSpPr/>
          <p:nvPr>
            <p:custDataLst>
              <p:tags r:id="rId302"/>
            </p:custDataLst>
          </p:nvPr>
        </p:nvSpPr>
        <p:spPr>
          <a:xfrm>
            <a:off x="87122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3" name="Rectangle 302">
            <a:extLst>
              <a:ext uri="{FF2B5EF4-FFF2-40B4-BE49-F238E27FC236}">
                <a16:creationId xmlns:a16="http://schemas.microsoft.com/office/drawing/2014/main" id="{A7A69A6D-71B0-4F6C-A99A-C2DC76242FD2}"/>
              </a:ext>
              <a:ext uri="{C183D7F6-B498-43B3-948B-1728B52AA6E4}">
                <adec:decorative xmlns:adec="http://schemas.microsoft.com/office/drawing/2017/decorative" val="1"/>
              </a:ext>
            </a:extLst>
          </p:cNvPr>
          <p:cNvSpPr/>
          <p:nvPr>
            <p:custDataLst>
              <p:tags r:id="rId303"/>
            </p:custDataLst>
          </p:nvPr>
        </p:nvSpPr>
        <p:spPr>
          <a:xfrm>
            <a:off x="88011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4" name="Rectangle 303">
            <a:extLst>
              <a:ext uri="{FF2B5EF4-FFF2-40B4-BE49-F238E27FC236}">
                <a16:creationId xmlns:a16="http://schemas.microsoft.com/office/drawing/2014/main" id="{A6EC6005-1EB4-4562-8BA8-986F965498A2}"/>
              </a:ext>
              <a:ext uri="{C183D7F6-B498-43B3-948B-1728B52AA6E4}">
                <adec:decorative xmlns:adec="http://schemas.microsoft.com/office/drawing/2017/decorative" val="1"/>
              </a:ext>
            </a:extLst>
          </p:cNvPr>
          <p:cNvSpPr/>
          <p:nvPr>
            <p:custDataLst>
              <p:tags r:id="rId304"/>
            </p:custDataLst>
          </p:nvPr>
        </p:nvSpPr>
        <p:spPr>
          <a:xfrm>
            <a:off x="88900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5" name="Rectangle 304">
            <a:extLst>
              <a:ext uri="{FF2B5EF4-FFF2-40B4-BE49-F238E27FC236}">
                <a16:creationId xmlns:a16="http://schemas.microsoft.com/office/drawing/2014/main" id="{42F92EBA-BCAB-4A6D-9BCB-7E683E686F0C}"/>
              </a:ext>
              <a:ext uri="{C183D7F6-B498-43B3-948B-1728B52AA6E4}">
                <adec:decorative xmlns:adec="http://schemas.microsoft.com/office/drawing/2017/decorative" val="1"/>
              </a:ext>
            </a:extLst>
          </p:cNvPr>
          <p:cNvSpPr/>
          <p:nvPr>
            <p:custDataLst>
              <p:tags r:id="rId305"/>
            </p:custDataLst>
          </p:nvPr>
        </p:nvSpPr>
        <p:spPr>
          <a:xfrm>
            <a:off x="89789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6" name="Rectangle 305">
            <a:extLst>
              <a:ext uri="{FF2B5EF4-FFF2-40B4-BE49-F238E27FC236}">
                <a16:creationId xmlns:a16="http://schemas.microsoft.com/office/drawing/2014/main" id="{2DB3D738-419E-40F2-843B-597B84D789EC}"/>
              </a:ext>
              <a:ext uri="{C183D7F6-B498-43B3-948B-1728B52AA6E4}">
                <adec:decorative xmlns:adec="http://schemas.microsoft.com/office/drawing/2017/decorative" val="1"/>
              </a:ext>
            </a:extLst>
          </p:cNvPr>
          <p:cNvSpPr/>
          <p:nvPr>
            <p:custDataLst>
              <p:tags r:id="rId306"/>
            </p:custDataLst>
          </p:nvPr>
        </p:nvSpPr>
        <p:spPr>
          <a:xfrm>
            <a:off x="90678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7" name="Rectangle 306">
            <a:extLst>
              <a:ext uri="{FF2B5EF4-FFF2-40B4-BE49-F238E27FC236}">
                <a16:creationId xmlns:a16="http://schemas.microsoft.com/office/drawing/2014/main" id="{9BEBF0A9-0433-46EB-AE3A-D9CF04420877}"/>
              </a:ext>
              <a:ext uri="{C183D7F6-B498-43B3-948B-1728B52AA6E4}">
                <adec:decorative xmlns:adec="http://schemas.microsoft.com/office/drawing/2017/decorative" val="1"/>
              </a:ext>
            </a:extLst>
          </p:cNvPr>
          <p:cNvSpPr/>
          <p:nvPr>
            <p:custDataLst>
              <p:tags r:id="rId307"/>
            </p:custDataLst>
          </p:nvPr>
        </p:nvSpPr>
        <p:spPr>
          <a:xfrm>
            <a:off x="91567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8" name="Rectangle 307">
            <a:extLst>
              <a:ext uri="{FF2B5EF4-FFF2-40B4-BE49-F238E27FC236}">
                <a16:creationId xmlns:a16="http://schemas.microsoft.com/office/drawing/2014/main" id="{EFF4B777-523D-4C65-A0E0-307921224115}"/>
              </a:ext>
              <a:ext uri="{C183D7F6-B498-43B3-948B-1728B52AA6E4}">
                <adec:decorative xmlns:adec="http://schemas.microsoft.com/office/drawing/2017/decorative" val="1"/>
              </a:ext>
            </a:extLst>
          </p:cNvPr>
          <p:cNvSpPr/>
          <p:nvPr>
            <p:custDataLst>
              <p:tags r:id="rId308"/>
            </p:custDataLst>
          </p:nvPr>
        </p:nvSpPr>
        <p:spPr>
          <a:xfrm>
            <a:off x="92456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09" name="Rectangle 308">
            <a:extLst>
              <a:ext uri="{FF2B5EF4-FFF2-40B4-BE49-F238E27FC236}">
                <a16:creationId xmlns:a16="http://schemas.microsoft.com/office/drawing/2014/main" id="{F266233E-F514-414C-B633-5DA4FD3DAFAB}"/>
              </a:ext>
              <a:ext uri="{C183D7F6-B498-43B3-948B-1728B52AA6E4}">
                <adec:decorative xmlns:adec="http://schemas.microsoft.com/office/drawing/2017/decorative" val="1"/>
              </a:ext>
            </a:extLst>
          </p:cNvPr>
          <p:cNvSpPr/>
          <p:nvPr>
            <p:custDataLst>
              <p:tags r:id="rId309"/>
            </p:custDataLst>
          </p:nvPr>
        </p:nvSpPr>
        <p:spPr>
          <a:xfrm>
            <a:off x="93345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0" name="Rectangle 309">
            <a:extLst>
              <a:ext uri="{FF2B5EF4-FFF2-40B4-BE49-F238E27FC236}">
                <a16:creationId xmlns:a16="http://schemas.microsoft.com/office/drawing/2014/main" id="{4F8A896A-B60D-4C04-85A3-64DB5092C23C}"/>
              </a:ext>
              <a:ext uri="{C183D7F6-B498-43B3-948B-1728B52AA6E4}">
                <adec:decorative xmlns:adec="http://schemas.microsoft.com/office/drawing/2017/decorative" val="1"/>
              </a:ext>
            </a:extLst>
          </p:cNvPr>
          <p:cNvSpPr/>
          <p:nvPr>
            <p:custDataLst>
              <p:tags r:id="rId310"/>
            </p:custDataLst>
          </p:nvPr>
        </p:nvSpPr>
        <p:spPr>
          <a:xfrm>
            <a:off x="94234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1" name="Rectangle 310">
            <a:extLst>
              <a:ext uri="{FF2B5EF4-FFF2-40B4-BE49-F238E27FC236}">
                <a16:creationId xmlns:a16="http://schemas.microsoft.com/office/drawing/2014/main" id="{57C4451E-F882-414F-A905-D19E7E7C1DF8}"/>
              </a:ext>
              <a:ext uri="{C183D7F6-B498-43B3-948B-1728B52AA6E4}">
                <adec:decorative xmlns:adec="http://schemas.microsoft.com/office/drawing/2017/decorative" val="1"/>
              </a:ext>
            </a:extLst>
          </p:cNvPr>
          <p:cNvSpPr/>
          <p:nvPr>
            <p:custDataLst>
              <p:tags r:id="rId311"/>
            </p:custDataLst>
          </p:nvPr>
        </p:nvSpPr>
        <p:spPr>
          <a:xfrm>
            <a:off x="95123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2" name="Rectangle 311">
            <a:extLst>
              <a:ext uri="{FF2B5EF4-FFF2-40B4-BE49-F238E27FC236}">
                <a16:creationId xmlns:a16="http://schemas.microsoft.com/office/drawing/2014/main" id="{EE8652D6-3C6C-44AD-BB59-85CDEE43F5D0}"/>
              </a:ext>
              <a:ext uri="{C183D7F6-B498-43B3-948B-1728B52AA6E4}">
                <adec:decorative xmlns:adec="http://schemas.microsoft.com/office/drawing/2017/decorative" val="1"/>
              </a:ext>
            </a:extLst>
          </p:cNvPr>
          <p:cNvSpPr/>
          <p:nvPr>
            <p:custDataLst>
              <p:tags r:id="rId312"/>
            </p:custDataLst>
          </p:nvPr>
        </p:nvSpPr>
        <p:spPr>
          <a:xfrm>
            <a:off x="96012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3" name="Rectangle 312">
            <a:extLst>
              <a:ext uri="{FF2B5EF4-FFF2-40B4-BE49-F238E27FC236}">
                <a16:creationId xmlns:a16="http://schemas.microsoft.com/office/drawing/2014/main" id="{9220EEB1-36D4-4D40-9814-40FA6A74666B}"/>
              </a:ext>
              <a:ext uri="{C183D7F6-B498-43B3-948B-1728B52AA6E4}">
                <adec:decorative xmlns:adec="http://schemas.microsoft.com/office/drawing/2017/decorative" val="1"/>
              </a:ext>
            </a:extLst>
          </p:cNvPr>
          <p:cNvSpPr/>
          <p:nvPr>
            <p:custDataLst>
              <p:tags r:id="rId313"/>
            </p:custDataLst>
          </p:nvPr>
        </p:nvSpPr>
        <p:spPr>
          <a:xfrm>
            <a:off x="96901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4" name="Rectangle 313">
            <a:extLst>
              <a:ext uri="{FF2B5EF4-FFF2-40B4-BE49-F238E27FC236}">
                <a16:creationId xmlns:a16="http://schemas.microsoft.com/office/drawing/2014/main" id="{6FA14268-1199-429A-802F-F1B0FC595B90}"/>
              </a:ext>
              <a:ext uri="{C183D7F6-B498-43B3-948B-1728B52AA6E4}">
                <adec:decorative xmlns:adec="http://schemas.microsoft.com/office/drawing/2017/decorative" val="1"/>
              </a:ext>
            </a:extLst>
          </p:cNvPr>
          <p:cNvSpPr/>
          <p:nvPr>
            <p:custDataLst>
              <p:tags r:id="rId314"/>
            </p:custDataLst>
          </p:nvPr>
        </p:nvSpPr>
        <p:spPr>
          <a:xfrm>
            <a:off x="97790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5" name="Rectangle 314">
            <a:extLst>
              <a:ext uri="{FF2B5EF4-FFF2-40B4-BE49-F238E27FC236}">
                <a16:creationId xmlns:a16="http://schemas.microsoft.com/office/drawing/2014/main" id="{084C6E39-BEC8-4DD8-85C2-B4233456D422}"/>
              </a:ext>
              <a:ext uri="{C183D7F6-B498-43B3-948B-1728B52AA6E4}">
                <adec:decorative xmlns:adec="http://schemas.microsoft.com/office/drawing/2017/decorative" val="1"/>
              </a:ext>
            </a:extLst>
          </p:cNvPr>
          <p:cNvSpPr/>
          <p:nvPr>
            <p:custDataLst>
              <p:tags r:id="rId315"/>
            </p:custDataLst>
          </p:nvPr>
        </p:nvSpPr>
        <p:spPr>
          <a:xfrm>
            <a:off x="98679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6" name="Rectangle 315">
            <a:extLst>
              <a:ext uri="{FF2B5EF4-FFF2-40B4-BE49-F238E27FC236}">
                <a16:creationId xmlns:a16="http://schemas.microsoft.com/office/drawing/2014/main" id="{6C721CDE-31A3-41E5-ACC8-A2F16D1E87B8}"/>
              </a:ext>
              <a:ext uri="{C183D7F6-B498-43B3-948B-1728B52AA6E4}">
                <adec:decorative xmlns:adec="http://schemas.microsoft.com/office/drawing/2017/decorative" val="1"/>
              </a:ext>
            </a:extLst>
          </p:cNvPr>
          <p:cNvSpPr/>
          <p:nvPr>
            <p:custDataLst>
              <p:tags r:id="rId316"/>
            </p:custDataLst>
          </p:nvPr>
        </p:nvSpPr>
        <p:spPr>
          <a:xfrm>
            <a:off x="9956800" y="2926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7" name="Rectangle 316">
            <a:extLst>
              <a:ext uri="{FF2B5EF4-FFF2-40B4-BE49-F238E27FC236}">
                <a16:creationId xmlns:a16="http://schemas.microsoft.com/office/drawing/2014/main" id="{D7B9200B-38C2-45D2-A291-E76EC53CF9C3}"/>
              </a:ext>
              <a:ext uri="{C183D7F6-B498-43B3-948B-1728B52AA6E4}">
                <adec:decorative xmlns:adec="http://schemas.microsoft.com/office/drawing/2017/decorative" val="1"/>
              </a:ext>
            </a:extLst>
          </p:cNvPr>
          <p:cNvSpPr/>
          <p:nvPr>
            <p:custDataLst>
              <p:tags r:id="rId317"/>
            </p:custDataLst>
          </p:nvPr>
        </p:nvSpPr>
        <p:spPr>
          <a:xfrm>
            <a:off x="100457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8" name="Rectangle 317">
            <a:extLst>
              <a:ext uri="{FF2B5EF4-FFF2-40B4-BE49-F238E27FC236}">
                <a16:creationId xmlns:a16="http://schemas.microsoft.com/office/drawing/2014/main" id="{DBBD7370-4E94-41DA-8BAF-C9383B0FD687}"/>
              </a:ext>
              <a:ext uri="{C183D7F6-B498-43B3-948B-1728B52AA6E4}">
                <adec:decorative xmlns:adec="http://schemas.microsoft.com/office/drawing/2017/decorative" val="1"/>
              </a:ext>
            </a:extLst>
          </p:cNvPr>
          <p:cNvSpPr/>
          <p:nvPr>
            <p:custDataLst>
              <p:tags r:id="rId318"/>
            </p:custDataLst>
          </p:nvPr>
        </p:nvSpPr>
        <p:spPr>
          <a:xfrm>
            <a:off x="101346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19" name="Rectangle 318">
            <a:extLst>
              <a:ext uri="{FF2B5EF4-FFF2-40B4-BE49-F238E27FC236}">
                <a16:creationId xmlns:a16="http://schemas.microsoft.com/office/drawing/2014/main" id="{35B6C73C-2E3B-4BD3-8DA1-0CE68E157F6F}"/>
              </a:ext>
              <a:ext uri="{C183D7F6-B498-43B3-948B-1728B52AA6E4}">
                <adec:decorative xmlns:adec="http://schemas.microsoft.com/office/drawing/2017/decorative" val="1"/>
              </a:ext>
            </a:extLst>
          </p:cNvPr>
          <p:cNvSpPr/>
          <p:nvPr>
            <p:custDataLst>
              <p:tags r:id="rId319"/>
            </p:custDataLst>
          </p:nvPr>
        </p:nvSpPr>
        <p:spPr>
          <a:xfrm>
            <a:off x="102235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0" name="Rectangle 319">
            <a:extLst>
              <a:ext uri="{FF2B5EF4-FFF2-40B4-BE49-F238E27FC236}">
                <a16:creationId xmlns:a16="http://schemas.microsoft.com/office/drawing/2014/main" id="{A2C175ED-5B43-45FC-BA56-4C6331223230}"/>
              </a:ext>
              <a:ext uri="{C183D7F6-B498-43B3-948B-1728B52AA6E4}">
                <adec:decorative xmlns:adec="http://schemas.microsoft.com/office/drawing/2017/decorative" val="1"/>
              </a:ext>
            </a:extLst>
          </p:cNvPr>
          <p:cNvSpPr/>
          <p:nvPr>
            <p:custDataLst>
              <p:tags r:id="rId320"/>
            </p:custDataLst>
          </p:nvPr>
        </p:nvSpPr>
        <p:spPr>
          <a:xfrm>
            <a:off x="10312400" y="2926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1" name="Rectangle 320">
            <a:extLst>
              <a:ext uri="{FF2B5EF4-FFF2-40B4-BE49-F238E27FC236}">
                <a16:creationId xmlns:a16="http://schemas.microsoft.com/office/drawing/2014/main" id="{0911E82F-BEA5-4EB2-B4F2-7A24BC6BC937}"/>
              </a:ext>
              <a:ext uri="{C183D7F6-B498-43B3-948B-1728B52AA6E4}">
                <adec:decorative xmlns:adec="http://schemas.microsoft.com/office/drawing/2017/decorative" val="1"/>
              </a:ext>
            </a:extLst>
          </p:cNvPr>
          <p:cNvSpPr/>
          <p:nvPr>
            <p:custDataLst>
              <p:tags r:id="rId321"/>
            </p:custDataLst>
          </p:nvPr>
        </p:nvSpPr>
        <p:spPr>
          <a:xfrm>
            <a:off x="81788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2" name="Rectangle 321">
            <a:extLst>
              <a:ext uri="{FF2B5EF4-FFF2-40B4-BE49-F238E27FC236}">
                <a16:creationId xmlns:a16="http://schemas.microsoft.com/office/drawing/2014/main" id="{1C855EAC-955F-4A9C-8D6B-9813D3848DA0}"/>
              </a:ext>
              <a:ext uri="{C183D7F6-B498-43B3-948B-1728B52AA6E4}">
                <adec:decorative xmlns:adec="http://schemas.microsoft.com/office/drawing/2017/decorative" val="1"/>
              </a:ext>
            </a:extLst>
          </p:cNvPr>
          <p:cNvSpPr/>
          <p:nvPr>
            <p:custDataLst>
              <p:tags r:id="rId322"/>
            </p:custDataLst>
          </p:nvPr>
        </p:nvSpPr>
        <p:spPr>
          <a:xfrm>
            <a:off x="82677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3" name="Rectangle 322">
            <a:extLst>
              <a:ext uri="{FF2B5EF4-FFF2-40B4-BE49-F238E27FC236}">
                <a16:creationId xmlns:a16="http://schemas.microsoft.com/office/drawing/2014/main" id="{4EDA4492-130A-4D38-9A85-11AC911EFA99}"/>
              </a:ext>
              <a:ext uri="{C183D7F6-B498-43B3-948B-1728B52AA6E4}">
                <adec:decorative xmlns:adec="http://schemas.microsoft.com/office/drawing/2017/decorative" val="1"/>
              </a:ext>
            </a:extLst>
          </p:cNvPr>
          <p:cNvSpPr/>
          <p:nvPr>
            <p:custDataLst>
              <p:tags r:id="rId323"/>
            </p:custDataLst>
          </p:nvPr>
        </p:nvSpPr>
        <p:spPr>
          <a:xfrm>
            <a:off x="83566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4" name="Rectangle 323">
            <a:extLst>
              <a:ext uri="{FF2B5EF4-FFF2-40B4-BE49-F238E27FC236}">
                <a16:creationId xmlns:a16="http://schemas.microsoft.com/office/drawing/2014/main" id="{7B17E371-1640-485E-A857-41B47F2484E2}"/>
              </a:ext>
              <a:ext uri="{C183D7F6-B498-43B3-948B-1728B52AA6E4}">
                <adec:decorative xmlns:adec="http://schemas.microsoft.com/office/drawing/2017/decorative" val="1"/>
              </a:ext>
            </a:extLst>
          </p:cNvPr>
          <p:cNvSpPr/>
          <p:nvPr>
            <p:custDataLst>
              <p:tags r:id="rId324"/>
            </p:custDataLst>
          </p:nvPr>
        </p:nvSpPr>
        <p:spPr>
          <a:xfrm>
            <a:off x="84455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5" name="Rectangle 324">
            <a:extLst>
              <a:ext uri="{FF2B5EF4-FFF2-40B4-BE49-F238E27FC236}">
                <a16:creationId xmlns:a16="http://schemas.microsoft.com/office/drawing/2014/main" id="{95F98AED-1F90-429E-902B-14B1535C7D2D}"/>
              </a:ext>
              <a:ext uri="{C183D7F6-B498-43B3-948B-1728B52AA6E4}">
                <adec:decorative xmlns:adec="http://schemas.microsoft.com/office/drawing/2017/decorative" val="1"/>
              </a:ext>
            </a:extLst>
          </p:cNvPr>
          <p:cNvSpPr/>
          <p:nvPr>
            <p:custDataLst>
              <p:tags r:id="rId325"/>
            </p:custDataLst>
          </p:nvPr>
        </p:nvSpPr>
        <p:spPr>
          <a:xfrm>
            <a:off x="85344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6" name="Rectangle 325">
            <a:extLst>
              <a:ext uri="{FF2B5EF4-FFF2-40B4-BE49-F238E27FC236}">
                <a16:creationId xmlns:a16="http://schemas.microsoft.com/office/drawing/2014/main" id="{F1DD72B7-EED9-4635-89BC-D95F26D8818E}"/>
              </a:ext>
              <a:ext uri="{C183D7F6-B498-43B3-948B-1728B52AA6E4}">
                <adec:decorative xmlns:adec="http://schemas.microsoft.com/office/drawing/2017/decorative" val="1"/>
              </a:ext>
            </a:extLst>
          </p:cNvPr>
          <p:cNvSpPr/>
          <p:nvPr>
            <p:custDataLst>
              <p:tags r:id="rId326"/>
            </p:custDataLst>
          </p:nvPr>
        </p:nvSpPr>
        <p:spPr>
          <a:xfrm>
            <a:off x="86233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7" name="Rectangle 326">
            <a:extLst>
              <a:ext uri="{FF2B5EF4-FFF2-40B4-BE49-F238E27FC236}">
                <a16:creationId xmlns:a16="http://schemas.microsoft.com/office/drawing/2014/main" id="{4B9378D0-1748-4F38-B987-76B2B990A0E6}"/>
              </a:ext>
              <a:ext uri="{C183D7F6-B498-43B3-948B-1728B52AA6E4}">
                <adec:decorative xmlns:adec="http://schemas.microsoft.com/office/drawing/2017/decorative" val="1"/>
              </a:ext>
            </a:extLst>
          </p:cNvPr>
          <p:cNvSpPr/>
          <p:nvPr>
            <p:custDataLst>
              <p:tags r:id="rId327"/>
            </p:custDataLst>
          </p:nvPr>
        </p:nvSpPr>
        <p:spPr>
          <a:xfrm>
            <a:off x="87122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8" name="Rectangle 327">
            <a:extLst>
              <a:ext uri="{FF2B5EF4-FFF2-40B4-BE49-F238E27FC236}">
                <a16:creationId xmlns:a16="http://schemas.microsoft.com/office/drawing/2014/main" id="{F3722D81-86A5-411D-A504-15A5BD023BDC}"/>
              </a:ext>
              <a:ext uri="{C183D7F6-B498-43B3-948B-1728B52AA6E4}">
                <adec:decorative xmlns:adec="http://schemas.microsoft.com/office/drawing/2017/decorative" val="1"/>
              </a:ext>
            </a:extLst>
          </p:cNvPr>
          <p:cNvSpPr/>
          <p:nvPr>
            <p:custDataLst>
              <p:tags r:id="rId328"/>
            </p:custDataLst>
          </p:nvPr>
        </p:nvSpPr>
        <p:spPr>
          <a:xfrm>
            <a:off x="88011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29" name="Rectangle 328">
            <a:extLst>
              <a:ext uri="{FF2B5EF4-FFF2-40B4-BE49-F238E27FC236}">
                <a16:creationId xmlns:a16="http://schemas.microsoft.com/office/drawing/2014/main" id="{F41B46A5-71A5-4858-A196-22CB8248F6AB}"/>
              </a:ext>
              <a:ext uri="{C183D7F6-B498-43B3-948B-1728B52AA6E4}">
                <adec:decorative xmlns:adec="http://schemas.microsoft.com/office/drawing/2017/decorative" val="1"/>
              </a:ext>
            </a:extLst>
          </p:cNvPr>
          <p:cNvSpPr/>
          <p:nvPr>
            <p:custDataLst>
              <p:tags r:id="rId329"/>
            </p:custDataLst>
          </p:nvPr>
        </p:nvSpPr>
        <p:spPr>
          <a:xfrm>
            <a:off x="88900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0" name="Rectangle 329">
            <a:extLst>
              <a:ext uri="{FF2B5EF4-FFF2-40B4-BE49-F238E27FC236}">
                <a16:creationId xmlns:a16="http://schemas.microsoft.com/office/drawing/2014/main" id="{4316BE20-EF93-48ED-A17E-35D51E44B402}"/>
              </a:ext>
              <a:ext uri="{C183D7F6-B498-43B3-948B-1728B52AA6E4}">
                <adec:decorative xmlns:adec="http://schemas.microsoft.com/office/drawing/2017/decorative" val="1"/>
              </a:ext>
            </a:extLst>
          </p:cNvPr>
          <p:cNvSpPr/>
          <p:nvPr>
            <p:custDataLst>
              <p:tags r:id="rId330"/>
            </p:custDataLst>
          </p:nvPr>
        </p:nvSpPr>
        <p:spPr>
          <a:xfrm>
            <a:off x="89789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1" name="Rectangle 330">
            <a:extLst>
              <a:ext uri="{FF2B5EF4-FFF2-40B4-BE49-F238E27FC236}">
                <a16:creationId xmlns:a16="http://schemas.microsoft.com/office/drawing/2014/main" id="{D52BFD11-0037-4470-B57E-071BE0A6D5C6}"/>
              </a:ext>
              <a:ext uri="{C183D7F6-B498-43B3-948B-1728B52AA6E4}">
                <adec:decorative xmlns:adec="http://schemas.microsoft.com/office/drawing/2017/decorative" val="1"/>
              </a:ext>
            </a:extLst>
          </p:cNvPr>
          <p:cNvSpPr/>
          <p:nvPr>
            <p:custDataLst>
              <p:tags r:id="rId331"/>
            </p:custDataLst>
          </p:nvPr>
        </p:nvSpPr>
        <p:spPr>
          <a:xfrm>
            <a:off x="90678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2" name="Rectangle 331">
            <a:extLst>
              <a:ext uri="{FF2B5EF4-FFF2-40B4-BE49-F238E27FC236}">
                <a16:creationId xmlns:a16="http://schemas.microsoft.com/office/drawing/2014/main" id="{47A79DB3-0CAE-485A-88D0-C6FB1EE35392}"/>
              </a:ext>
              <a:ext uri="{C183D7F6-B498-43B3-948B-1728B52AA6E4}">
                <adec:decorative xmlns:adec="http://schemas.microsoft.com/office/drawing/2017/decorative" val="1"/>
              </a:ext>
            </a:extLst>
          </p:cNvPr>
          <p:cNvSpPr/>
          <p:nvPr>
            <p:custDataLst>
              <p:tags r:id="rId332"/>
            </p:custDataLst>
          </p:nvPr>
        </p:nvSpPr>
        <p:spPr>
          <a:xfrm>
            <a:off x="91567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3" name="Rectangle 332">
            <a:extLst>
              <a:ext uri="{FF2B5EF4-FFF2-40B4-BE49-F238E27FC236}">
                <a16:creationId xmlns:a16="http://schemas.microsoft.com/office/drawing/2014/main" id="{2A3973A9-5B0D-4FD9-AA3C-C2DBAC41F53C}"/>
              </a:ext>
              <a:ext uri="{C183D7F6-B498-43B3-948B-1728B52AA6E4}">
                <adec:decorative xmlns:adec="http://schemas.microsoft.com/office/drawing/2017/decorative" val="1"/>
              </a:ext>
            </a:extLst>
          </p:cNvPr>
          <p:cNvSpPr/>
          <p:nvPr>
            <p:custDataLst>
              <p:tags r:id="rId333"/>
            </p:custDataLst>
          </p:nvPr>
        </p:nvSpPr>
        <p:spPr>
          <a:xfrm>
            <a:off x="92456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4" name="Rectangle 333">
            <a:extLst>
              <a:ext uri="{FF2B5EF4-FFF2-40B4-BE49-F238E27FC236}">
                <a16:creationId xmlns:a16="http://schemas.microsoft.com/office/drawing/2014/main" id="{B42D013D-9705-424B-9E86-C9438A40C807}"/>
              </a:ext>
              <a:ext uri="{C183D7F6-B498-43B3-948B-1728B52AA6E4}">
                <adec:decorative xmlns:adec="http://schemas.microsoft.com/office/drawing/2017/decorative" val="1"/>
              </a:ext>
            </a:extLst>
          </p:cNvPr>
          <p:cNvSpPr/>
          <p:nvPr>
            <p:custDataLst>
              <p:tags r:id="rId334"/>
            </p:custDataLst>
          </p:nvPr>
        </p:nvSpPr>
        <p:spPr>
          <a:xfrm>
            <a:off x="93345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5" name="Rectangle 334">
            <a:extLst>
              <a:ext uri="{FF2B5EF4-FFF2-40B4-BE49-F238E27FC236}">
                <a16:creationId xmlns:a16="http://schemas.microsoft.com/office/drawing/2014/main" id="{55CE66FB-B56F-448F-84DE-DCA891F47FB2}"/>
              </a:ext>
              <a:ext uri="{C183D7F6-B498-43B3-948B-1728B52AA6E4}">
                <adec:decorative xmlns:adec="http://schemas.microsoft.com/office/drawing/2017/decorative" val="1"/>
              </a:ext>
            </a:extLst>
          </p:cNvPr>
          <p:cNvSpPr/>
          <p:nvPr>
            <p:custDataLst>
              <p:tags r:id="rId335"/>
            </p:custDataLst>
          </p:nvPr>
        </p:nvSpPr>
        <p:spPr>
          <a:xfrm>
            <a:off x="94234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6" name="Rectangle 335">
            <a:extLst>
              <a:ext uri="{FF2B5EF4-FFF2-40B4-BE49-F238E27FC236}">
                <a16:creationId xmlns:a16="http://schemas.microsoft.com/office/drawing/2014/main" id="{8725B6E9-BC16-4136-BCE8-7250A40F8789}"/>
              </a:ext>
              <a:ext uri="{C183D7F6-B498-43B3-948B-1728B52AA6E4}">
                <adec:decorative xmlns:adec="http://schemas.microsoft.com/office/drawing/2017/decorative" val="1"/>
              </a:ext>
            </a:extLst>
          </p:cNvPr>
          <p:cNvSpPr/>
          <p:nvPr>
            <p:custDataLst>
              <p:tags r:id="rId336"/>
            </p:custDataLst>
          </p:nvPr>
        </p:nvSpPr>
        <p:spPr>
          <a:xfrm>
            <a:off x="95123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7" name="Rectangle 336">
            <a:extLst>
              <a:ext uri="{FF2B5EF4-FFF2-40B4-BE49-F238E27FC236}">
                <a16:creationId xmlns:a16="http://schemas.microsoft.com/office/drawing/2014/main" id="{5439C91C-02F0-4558-9AC6-9454672FC50E}"/>
              </a:ext>
              <a:ext uri="{C183D7F6-B498-43B3-948B-1728B52AA6E4}">
                <adec:decorative xmlns:adec="http://schemas.microsoft.com/office/drawing/2017/decorative" val="1"/>
              </a:ext>
            </a:extLst>
          </p:cNvPr>
          <p:cNvSpPr/>
          <p:nvPr>
            <p:custDataLst>
              <p:tags r:id="rId337"/>
            </p:custDataLst>
          </p:nvPr>
        </p:nvSpPr>
        <p:spPr>
          <a:xfrm>
            <a:off x="96012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8" name="Rectangle 337">
            <a:extLst>
              <a:ext uri="{FF2B5EF4-FFF2-40B4-BE49-F238E27FC236}">
                <a16:creationId xmlns:a16="http://schemas.microsoft.com/office/drawing/2014/main" id="{F06F2E9D-0283-4398-B925-6D5EB1615D02}"/>
              </a:ext>
              <a:ext uri="{C183D7F6-B498-43B3-948B-1728B52AA6E4}">
                <adec:decorative xmlns:adec="http://schemas.microsoft.com/office/drawing/2017/decorative" val="1"/>
              </a:ext>
            </a:extLst>
          </p:cNvPr>
          <p:cNvSpPr/>
          <p:nvPr>
            <p:custDataLst>
              <p:tags r:id="rId338"/>
            </p:custDataLst>
          </p:nvPr>
        </p:nvSpPr>
        <p:spPr>
          <a:xfrm>
            <a:off x="96901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9" name="Rectangle 338">
            <a:extLst>
              <a:ext uri="{FF2B5EF4-FFF2-40B4-BE49-F238E27FC236}">
                <a16:creationId xmlns:a16="http://schemas.microsoft.com/office/drawing/2014/main" id="{2775305C-B9D0-4490-BCB7-5B5596FC7755}"/>
              </a:ext>
              <a:ext uri="{C183D7F6-B498-43B3-948B-1728B52AA6E4}">
                <adec:decorative xmlns:adec="http://schemas.microsoft.com/office/drawing/2017/decorative" val="1"/>
              </a:ext>
            </a:extLst>
          </p:cNvPr>
          <p:cNvSpPr/>
          <p:nvPr>
            <p:custDataLst>
              <p:tags r:id="rId339"/>
            </p:custDataLst>
          </p:nvPr>
        </p:nvSpPr>
        <p:spPr>
          <a:xfrm>
            <a:off x="97790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0" name="Rectangle 339">
            <a:extLst>
              <a:ext uri="{FF2B5EF4-FFF2-40B4-BE49-F238E27FC236}">
                <a16:creationId xmlns:a16="http://schemas.microsoft.com/office/drawing/2014/main" id="{2CDD7964-FF35-43C3-87FA-8DA7E7A2220F}"/>
              </a:ext>
              <a:ext uri="{C183D7F6-B498-43B3-948B-1728B52AA6E4}">
                <adec:decorative xmlns:adec="http://schemas.microsoft.com/office/drawing/2017/decorative" val="1"/>
              </a:ext>
            </a:extLst>
          </p:cNvPr>
          <p:cNvSpPr/>
          <p:nvPr>
            <p:custDataLst>
              <p:tags r:id="rId340"/>
            </p:custDataLst>
          </p:nvPr>
        </p:nvSpPr>
        <p:spPr>
          <a:xfrm>
            <a:off x="98679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1" name="Rectangle 340">
            <a:extLst>
              <a:ext uri="{FF2B5EF4-FFF2-40B4-BE49-F238E27FC236}">
                <a16:creationId xmlns:a16="http://schemas.microsoft.com/office/drawing/2014/main" id="{AB056613-2056-4B87-B547-BB3DC1467F6F}"/>
              </a:ext>
              <a:ext uri="{C183D7F6-B498-43B3-948B-1728B52AA6E4}">
                <adec:decorative xmlns:adec="http://schemas.microsoft.com/office/drawing/2017/decorative" val="1"/>
              </a:ext>
            </a:extLst>
          </p:cNvPr>
          <p:cNvSpPr/>
          <p:nvPr>
            <p:custDataLst>
              <p:tags r:id="rId341"/>
            </p:custDataLst>
          </p:nvPr>
        </p:nvSpPr>
        <p:spPr>
          <a:xfrm>
            <a:off x="99568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2" name="Rectangle 341">
            <a:extLst>
              <a:ext uri="{FF2B5EF4-FFF2-40B4-BE49-F238E27FC236}">
                <a16:creationId xmlns:a16="http://schemas.microsoft.com/office/drawing/2014/main" id="{73AF584F-1A5F-4020-B800-98F59A8408A9}"/>
              </a:ext>
              <a:ext uri="{C183D7F6-B498-43B3-948B-1728B52AA6E4}">
                <adec:decorative xmlns:adec="http://schemas.microsoft.com/office/drawing/2017/decorative" val="1"/>
              </a:ext>
            </a:extLst>
          </p:cNvPr>
          <p:cNvSpPr/>
          <p:nvPr>
            <p:custDataLst>
              <p:tags r:id="rId342"/>
            </p:custDataLst>
          </p:nvPr>
        </p:nvSpPr>
        <p:spPr>
          <a:xfrm>
            <a:off x="100457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3" name="Rectangle 342">
            <a:extLst>
              <a:ext uri="{FF2B5EF4-FFF2-40B4-BE49-F238E27FC236}">
                <a16:creationId xmlns:a16="http://schemas.microsoft.com/office/drawing/2014/main" id="{9EFAC8EA-A694-4383-A944-68061B41AB71}"/>
              </a:ext>
              <a:ext uri="{C183D7F6-B498-43B3-948B-1728B52AA6E4}">
                <adec:decorative xmlns:adec="http://schemas.microsoft.com/office/drawing/2017/decorative" val="1"/>
              </a:ext>
            </a:extLst>
          </p:cNvPr>
          <p:cNvSpPr/>
          <p:nvPr>
            <p:custDataLst>
              <p:tags r:id="rId343"/>
            </p:custDataLst>
          </p:nvPr>
        </p:nvSpPr>
        <p:spPr>
          <a:xfrm>
            <a:off x="101346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4" name="Rectangle 343">
            <a:extLst>
              <a:ext uri="{FF2B5EF4-FFF2-40B4-BE49-F238E27FC236}">
                <a16:creationId xmlns:a16="http://schemas.microsoft.com/office/drawing/2014/main" id="{82211AFF-C836-4ADA-90CF-FB7DE8383933}"/>
              </a:ext>
              <a:ext uri="{C183D7F6-B498-43B3-948B-1728B52AA6E4}">
                <adec:decorative xmlns:adec="http://schemas.microsoft.com/office/drawing/2017/decorative" val="1"/>
              </a:ext>
            </a:extLst>
          </p:cNvPr>
          <p:cNvSpPr/>
          <p:nvPr>
            <p:custDataLst>
              <p:tags r:id="rId344"/>
            </p:custDataLst>
          </p:nvPr>
        </p:nvSpPr>
        <p:spPr>
          <a:xfrm>
            <a:off x="102235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5" name="Rectangle 344">
            <a:extLst>
              <a:ext uri="{FF2B5EF4-FFF2-40B4-BE49-F238E27FC236}">
                <a16:creationId xmlns:a16="http://schemas.microsoft.com/office/drawing/2014/main" id="{3AF7CF1F-DDD4-449E-8820-61C0366AFB2A}"/>
              </a:ext>
              <a:ext uri="{C183D7F6-B498-43B3-948B-1728B52AA6E4}">
                <adec:decorative xmlns:adec="http://schemas.microsoft.com/office/drawing/2017/decorative" val="1"/>
              </a:ext>
            </a:extLst>
          </p:cNvPr>
          <p:cNvSpPr/>
          <p:nvPr>
            <p:custDataLst>
              <p:tags r:id="rId345"/>
            </p:custDataLst>
          </p:nvPr>
        </p:nvSpPr>
        <p:spPr>
          <a:xfrm>
            <a:off x="103124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6" name="Rectangle 345">
            <a:extLst>
              <a:ext uri="{FF2B5EF4-FFF2-40B4-BE49-F238E27FC236}">
                <a16:creationId xmlns:a16="http://schemas.microsoft.com/office/drawing/2014/main" id="{7CD4D85C-A96A-4098-B37C-1B225EB06085}"/>
              </a:ext>
              <a:ext uri="{C183D7F6-B498-43B3-948B-1728B52AA6E4}">
                <adec:decorative xmlns:adec="http://schemas.microsoft.com/office/drawing/2017/decorative" val="1"/>
              </a:ext>
            </a:extLst>
          </p:cNvPr>
          <p:cNvSpPr/>
          <p:nvPr>
            <p:custDataLst>
              <p:tags r:id="rId346"/>
            </p:custDataLst>
          </p:nvPr>
        </p:nvSpPr>
        <p:spPr>
          <a:xfrm>
            <a:off x="104013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7" name="Rectangle 346">
            <a:extLst>
              <a:ext uri="{FF2B5EF4-FFF2-40B4-BE49-F238E27FC236}">
                <a16:creationId xmlns:a16="http://schemas.microsoft.com/office/drawing/2014/main" id="{16DE2CD0-8147-4E1C-A15A-2909026549FB}"/>
              </a:ext>
              <a:ext uri="{C183D7F6-B498-43B3-948B-1728B52AA6E4}">
                <adec:decorative xmlns:adec="http://schemas.microsoft.com/office/drawing/2017/decorative" val="1"/>
              </a:ext>
            </a:extLst>
          </p:cNvPr>
          <p:cNvSpPr/>
          <p:nvPr>
            <p:custDataLst>
              <p:tags r:id="rId347"/>
            </p:custDataLst>
          </p:nvPr>
        </p:nvSpPr>
        <p:spPr>
          <a:xfrm>
            <a:off x="104902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8" name="Rectangle 347">
            <a:extLst>
              <a:ext uri="{FF2B5EF4-FFF2-40B4-BE49-F238E27FC236}">
                <a16:creationId xmlns:a16="http://schemas.microsoft.com/office/drawing/2014/main" id="{A7E27A35-523E-4085-AB7B-AFC0FB8FCA61}"/>
              </a:ext>
              <a:ext uri="{C183D7F6-B498-43B3-948B-1728B52AA6E4}">
                <adec:decorative xmlns:adec="http://schemas.microsoft.com/office/drawing/2017/decorative" val="1"/>
              </a:ext>
            </a:extLst>
          </p:cNvPr>
          <p:cNvSpPr/>
          <p:nvPr>
            <p:custDataLst>
              <p:tags r:id="rId348"/>
            </p:custDataLst>
          </p:nvPr>
        </p:nvSpPr>
        <p:spPr>
          <a:xfrm>
            <a:off x="10579100" y="3014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9" name="Rectangle 348">
            <a:extLst>
              <a:ext uri="{FF2B5EF4-FFF2-40B4-BE49-F238E27FC236}">
                <a16:creationId xmlns:a16="http://schemas.microsoft.com/office/drawing/2014/main" id="{5BCF2F34-4AC4-4EB3-ABE4-7A80B57B7336}"/>
              </a:ext>
              <a:ext uri="{C183D7F6-B498-43B3-948B-1728B52AA6E4}">
                <adec:decorative xmlns:adec="http://schemas.microsoft.com/office/drawing/2017/decorative" val="1"/>
              </a:ext>
            </a:extLst>
          </p:cNvPr>
          <p:cNvSpPr/>
          <p:nvPr>
            <p:custDataLst>
              <p:tags r:id="rId349"/>
            </p:custDataLst>
          </p:nvPr>
        </p:nvSpPr>
        <p:spPr>
          <a:xfrm>
            <a:off x="10668000" y="3014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0" name="Rectangle 349">
            <a:extLst>
              <a:ext uri="{FF2B5EF4-FFF2-40B4-BE49-F238E27FC236}">
                <a16:creationId xmlns:a16="http://schemas.microsoft.com/office/drawing/2014/main" id="{1374ED1F-D36F-4512-9146-400415C6994A}"/>
              </a:ext>
              <a:ext uri="{C183D7F6-B498-43B3-948B-1728B52AA6E4}">
                <adec:decorative xmlns:adec="http://schemas.microsoft.com/office/drawing/2017/decorative" val="1"/>
              </a:ext>
            </a:extLst>
          </p:cNvPr>
          <p:cNvSpPr/>
          <p:nvPr>
            <p:custDataLst>
              <p:tags r:id="rId350"/>
            </p:custDataLst>
          </p:nvPr>
        </p:nvSpPr>
        <p:spPr>
          <a:xfrm>
            <a:off x="81788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1" name="Rectangle 350">
            <a:extLst>
              <a:ext uri="{FF2B5EF4-FFF2-40B4-BE49-F238E27FC236}">
                <a16:creationId xmlns:a16="http://schemas.microsoft.com/office/drawing/2014/main" id="{95D71D62-4829-4C4F-A8DF-15626FF14870}"/>
              </a:ext>
              <a:ext uri="{C183D7F6-B498-43B3-948B-1728B52AA6E4}">
                <adec:decorative xmlns:adec="http://schemas.microsoft.com/office/drawing/2017/decorative" val="1"/>
              </a:ext>
            </a:extLst>
          </p:cNvPr>
          <p:cNvSpPr/>
          <p:nvPr>
            <p:custDataLst>
              <p:tags r:id="rId351"/>
            </p:custDataLst>
          </p:nvPr>
        </p:nvSpPr>
        <p:spPr>
          <a:xfrm>
            <a:off x="82677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2" name="Rectangle 351">
            <a:extLst>
              <a:ext uri="{FF2B5EF4-FFF2-40B4-BE49-F238E27FC236}">
                <a16:creationId xmlns:a16="http://schemas.microsoft.com/office/drawing/2014/main" id="{EDA385D0-A019-4F3E-870F-48153B873EE3}"/>
              </a:ext>
              <a:ext uri="{C183D7F6-B498-43B3-948B-1728B52AA6E4}">
                <adec:decorative xmlns:adec="http://schemas.microsoft.com/office/drawing/2017/decorative" val="1"/>
              </a:ext>
            </a:extLst>
          </p:cNvPr>
          <p:cNvSpPr/>
          <p:nvPr>
            <p:custDataLst>
              <p:tags r:id="rId352"/>
            </p:custDataLst>
          </p:nvPr>
        </p:nvSpPr>
        <p:spPr>
          <a:xfrm>
            <a:off x="83566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3" name="Rectangle 352">
            <a:extLst>
              <a:ext uri="{FF2B5EF4-FFF2-40B4-BE49-F238E27FC236}">
                <a16:creationId xmlns:a16="http://schemas.microsoft.com/office/drawing/2014/main" id="{2D15B2EF-5B99-48D3-A922-D7874D9FE022}"/>
              </a:ext>
              <a:ext uri="{C183D7F6-B498-43B3-948B-1728B52AA6E4}">
                <adec:decorative xmlns:adec="http://schemas.microsoft.com/office/drawing/2017/decorative" val="1"/>
              </a:ext>
            </a:extLst>
          </p:cNvPr>
          <p:cNvSpPr/>
          <p:nvPr>
            <p:custDataLst>
              <p:tags r:id="rId353"/>
            </p:custDataLst>
          </p:nvPr>
        </p:nvSpPr>
        <p:spPr>
          <a:xfrm>
            <a:off x="84455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4" name="Rectangle 353">
            <a:extLst>
              <a:ext uri="{FF2B5EF4-FFF2-40B4-BE49-F238E27FC236}">
                <a16:creationId xmlns:a16="http://schemas.microsoft.com/office/drawing/2014/main" id="{877A50FE-6427-48C6-8300-233F03A19C8C}"/>
              </a:ext>
              <a:ext uri="{C183D7F6-B498-43B3-948B-1728B52AA6E4}">
                <adec:decorative xmlns:adec="http://schemas.microsoft.com/office/drawing/2017/decorative" val="1"/>
              </a:ext>
            </a:extLst>
          </p:cNvPr>
          <p:cNvSpPr/>
          <p:nvPr>
            <p:custDataLst>
              <p:tags r:id="rId354"/>
            </p:custDataLst>
          </p:nvPr>
        </p:nvSpPr>
        <p:spPr>
          <a:xfrm>
            <a:off x="85344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5" name="Rectangle 354">
            <a:extLst>
              <a:ext uri="{FF2B5EF4-FFF2-40B4-BE49-F238E27FC236}">
                <a16:creationId xmlns:a16="http://schemas.microsoft.com/office/drawing/2014/main" id="{43540BCA-4485-43FD-9FC2-AAFD212C1240}"/>
              </a:ext>
              <a:ext uri="{C183D7F6-B498-43B3-948B-1728B52AA6E4}">
                <adec:decorative xmlns:adec="http://schemas.microsoft.com/office/drawing/2017/decorative" val="1"/>
              </a:ext>
            </a:extLst>
          </p:cNvPr>
          <p:cNvSpPr/>
          <p:nvPr>
            <p:custDataLst>
              <p:tags r:id="rId355"/>
            </p:custDataLst>
          </p:nvPr>
        </p:nvSpPr>
        <p:spPr>
          <a:xfrm>
            <a:off x="86233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6" name="Rectangle 355">
            <a:extLst>
              <a:ext uri="{FF2B5EF4-FFF2-40B4-BE49-F238E27FC236}">
                <a16:creationId xmlns:a16="http://schemas.microsoft.com/office/drawing/2014/main" id="{27160508-450A-4A83-9337-81316A7070AA}"/>
              </a:ext>
              <a:ext uri="{C183D7F6-B498-43B3-948B-1728B52AA6E4}">
                <adec:decorative xmlns:adec="http://schemas.microsoft.com/office/drawing/2017/decorative" val="1"/>
              </a:ext>
            </a:extLst>
          </p:cNvPr>
          <p:cNvSpPr/>
          <p:nvPr>
            <p:custDataLst>
              <p:tags r:id="rId356"/>
            </p:custDataLst>
          </p:nvPr>
        </p:nvSpPr>
        <p:spPr>
          <a:xfrm>
            <a:off x="87122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7" name="Rectangle 356">
            <a:extLst>
              <a:ext uri="{FF2B5EF4-FFF2-40B4-BE49-F238E27FC236}">
                <a16:creationId xmlns:a16="http://schemas.microsoft.com/office/drawing/2014/main" id="{A3C28134-0E97-4C42-9A53-8A2C7676125D}"/>
              </a:ext>
              <a:ext uri="{C183D7F6-B498-43B3-948B-1728B52AA6E4}">
                <adec:decorative xmlns:adec="http://schemas.microsoft.com/office/drawing/2017/decorative" val="1"/>
              </a:ext>
            </a:extLst>
          </p:cNvPr>
          <p:cNvSpPr/>
          <p:nvPr>
            <p:custDataLst>
              <p:tags r:id="rId357"/>
            </p:custDataLst>
          </p:nvPr>
        </p:nvSpPr>
        <p:spPr>
          <a:xfrm>
            <a:off x="88011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8" name="Rectangle 357">
            <a:extLst>
              <a:ext uri="{FF2B5EF4-FFF2-40B4-BE49-F238E27FC236}">
                <a16:creationId xmlns:a16="http://schemas.microsoft.com/office/drawing/2014/main" id="{500F743E-314E-467D-AA1A-0A4411EDC3C7}"/>
              </a:ext>
              <a:ext uri="{C183D7F6-B498-43B3-948B-1728B52AA6E4}">
                <adec:decorative xmlns:adec="http://schemas.microsoft.com/office/drawing/2017/decorative" val="1"/>
              </a:ext>
            </a:extLst>
          </p:cNvPr>
          <p:cNvSpPr/>
          <p:nvPr>
            <p:custDataLst>
              <p:tags r:id="rId358"/>
            </p:custDataLst>
          </p:nvPr>
        </p:nvSpPr>
        <p:spPr>
          <a:xfrm>
            <a:off x="88900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9" name="Rectangle 358">
            <a:extLst>
              <a:ext uri="{FF2B5EF4-FFF2-40B4-BE49-F238E27FC236}">
                <a16:creationId xmlns:a16="http://schemas.microsoft.com/office/drawing/2014/main" id="{996086AE-7EDB-4A04-B2DE-EDCEF8F84F44}"/>
              </a:ext>
              <a:ext uri="{C183D7F6-B498-43B3-948B-1728B52AA6E4}">
                <adec:decorative xmlns:adec="http://schemas.microsoft.com/office/drawing/2017/decorative" val="1"/>
              </a:ext>
            </a:extLst>
          </p:cNvPr>
          <p:cNvSpPr/>
          <p:nvPr>
            <p:custDataLst>
              <p:tags r:id="rId359"/>
            </p:custDataLst>
          </p:nvPr>
        </p:nvSpPr>
        <p:spPr>
          <a:xfrm>
            <a:off x="89789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0" name="Rectangle 359">
            <a:extLst>
              <a:ext uri="{FF2B5EF4-FFF2-40B4-BE49-F238E27FC236}">
                <a16:creationId xmlns:a16="http://schemas.microsoft.com/office/drawing/2014/main" id="{DD594FF2-5D51-4EB7-AB11-56ECEA9DEE4E}"/>
              </a:ext>
              <a:ext uri="{C183D7F6-B498-43B3-948B-1728B52AA6E4}">
                <adec:decorative xmlns:adec="http://schemas.microsoft.com/office/drawing/2017/decorative" val="1"/>
              </a:ext>
            </a:extLst>
          </p:cNvPr>
          <p:cNvSpPr/>
          <p:nvPr>
            <p:custDataLst>
              <p:tags r:id="rId360"/>
            </p:custDataLst>
          </p:nvPr>
        </p:nvSpPr>
        <p:spPr>
          <a:xfrm>
            <a:off x="90678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1" name="Rectangle 360">
            <a:extLst>
              <a:ext uri="{FF2B5EF4-FFF2-40B4-BE49-F238E27FC236}">
                <a16:creationId xmlns:a16="http://schemas.microsoft.com/office/drawing/2014/main" id="{5D8881D5-545B-45E2-8168-52575D6EF80C}"/>
              </a:ext>
              <a:ext uri="{C183D7F6-B498-43B3-948B-1728B52AA6E4}">
                <adec:decorative xmlns:adec="http://schemas.microsoft.com/office/drawing/2017/decorative" val="1"/>
              </a:ext>
            </a:extLst>
          </p:cNvPr>
          <p:cNvSpPr/>
          <p:nvPr>
            <p:custDataLst>
              <p:tags r:id="rId361"/>
            </p:custDataLst>
          </p:nvPr>
        </p:nvSpPr>
        <p:spPr>
          <a:xfrm>
            <a:off x="91567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2" name="Rectangle 361">
            <a:extLst>
              <a:ext uri="{FF2B5EF4-FFF2-40B4-BE49-F238E27FC236}">
                <a16:creationId xmlns:a16="http://schemas.microsoft.com/office/drawing/2014/main" id="{C2DB52A5-F3A8-455E-83C3-287918395A1D}"/>
              </a:ext>
              <a:ext uri="{C183D7F6-B498-43B3-948B-1728B52AA6E4}">
                <adec:decorative xmlns:adec="http://schemas.microsoft.com/office/drawing/2017/decorative" val="1"/>
              </a:ext>
            </a:extLst>
          </p:cNvPr>
          <p:cNvSpPr/>
          <p:nvPr>
            <p:custDataLst>
              <p:tags r:id="rId362"/>
            </p:custDataLst>
          </p:nvPr>
        </p:nvSpPr>
        <p:spPr>
          <a:xfrm>
            <a:off x="92456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3" name="Rectangle 362">
            <a:extLst>
              <a:ext uri="{FF2B5EF4-FFF2-40B4-BE49-F238E27FC236}">
                <a16:creationId xmlns:a16="http://schemas.microsoft.com/office/drawing/2014/main" id="{3F183254-E5A6-48F9-A0F8-51339D4E46C5}"/>
              </a:ext>
              <a:ext uri="{C183D7F6-B498-43B3-948B-1728B52AA6E4}">
                <adec:decorative xmlns:adec="http://schemas.microsoft.com/office/drawing/2017/decorative" val="1"/>
              </a:ext>
            </a:extLst>
          </p:cNvPr>
          <p:cNvSpPr/>
          <p:nvPr>
            <p:custDataLst>
              <p:tags r:id="rId363"/>
            </p:custDataLst>
          </p:nvPr>
        </p:nvSpPr>
        <p:spPr>
          <a:xfrm>
            <a:off x="93345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4" name="Rectangle 363">
            <a:extLst>
              <a:ext uri="{FF2B5EF4-FFF2-40B4-BE49-F238E27FC236}">
                <a16:creationId xmlns:a16="http://schemas.microsoft.com/office/drawing/2014/main" id="{4C06F962-E1A1-4DBD-A9FD-4377B8D4D09A}"/>
              </a:ext>
              <a:ext uri="{C183D7F6-B498-43B3-948B-1728B52AA6E4}">
                <adec:decorative xmlns:adec="http://schemas.microsoft.com/office/drawing/2017/decorative" val="1"/>
              </a:ext>
            </a:extLst>
          </p:cNvPr>
          <p:cNvSpPr/>
          <p:nvPr>
            <p:custDataLst>
              <p:tags r:id="rId364"/>
            </p:custDataLst>
          </p:nvPr>
        </p:nvSpPr>
        <p:spPr>
          <a:xfrm>
            <a:off x="94234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5" name="Rectangle 364">
            <a:extLst>
              <a:ext uri="{FF2B5EF4-FFF2-40B4-BE49-F238E27FC236}">
                <a16:creationId xmlns:a16="http://schemas.microsoft.com/office/drawing/2014/main" id="{34CDD33B-A903-4906-A7AF-68EBD06DB41C}"/>
              </a:ext>
              <a:ext uri="{C183D7F6-B498-43B3-948B-1728B52AA6E4}">
                <adec:decorative xmlns:adec="http://schemas.microsoft.com/office/drawing/2017/decorative" val="1"/>
              </a:ext>
            </a:extLst>
          </p:cNvPr>
          <p:cNvSpPr/>
          <p:nvPr>
            <p:custDataLst>
              <p:tags r:id="rId365"/>
            </p:custDataLst>
          </p:nvPr>
        </p:nvSpPr>
        <p:spPr>
          <a:xfrm>
            <a:off x="95123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6" name="Rectangle 365">
            <a:extLst>
              <a:ext uri="{FF2B5EF4-FFF2-40B4-BE49-F238E27FC236}">
                <a16:creationId xmlns:a16="http://schemas.microsoft.com/office/drawing/2014/main" id="{DF3DF03A-7597-4E81-B036-888246DB0B4A}"/>
              </a:ext>
              <a:ext uri="{C183D7F6-B498-43B3-948B-1728B52AA6E4}">
                <adec:decorative xmlns:adec="http://schemas.microsoft.com/office/drawing/2017/decorative" val="1"/>
              </a:ext>
            </a:extLst>
          </p:cNvPr>
          <p:cNvSpPr/>
          <p:nvPr>
            <p:custDataLst>
              <p:tags r:id="rId366"/>
            </p:custDataLst>
          </p:nvPr>
        </p:nvSpPr>
        <p:spPr>
          <a:xfrm>
            <a:off x="96012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7" name="Rectangle 366">
            <a:extLst>
              <a:ext uri="{FF2B5EF4-FFF2-40B4-BE49-F238E27FC236}">
                <a16:creationId xmlns:a16="http://schemas.microsoft.com/office/drawing/2014/main" id="{B6F75AE8-6DBC-4C67-A8BB-9532C11CA29D}"/>
              </a:ext>
              <a:ext uri="{C183D7F6-B498-43B3-948B-1728B52AA6E4}">
                <adec:decorative xmlns:adec="http://schemas.microsoft.com/office/drawing/2017/decorative" val="1"/>
              </a:ext>
            </a:extLst>
          </p:cNvPr>
          <p:cNvSpPr/>
          <p:nvPr>
            <p:custDataLst>
              <p:tags r:id="rId367"/>
            </p:custDataLst>
          </p:nvPr>
        </p:nvSpPr>
        <p:spPr>
          <a:xfrm>
            <a:off x="96901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8" name="Rectangle 367">
            <a:extLst>
              <a:ext uri="{FF2B5EF4-FFF2-40B4-BE49-F238E27FC236}">
                <a16:creationId xmlns:a16="http://schemas.microsoft.com/office/drawing/2014/main" id="{2AD7ECC1-6C90-4187-8C6B-0D4A3630149C}"/>
              </a:ext>
              <a:ext uri="{C183D7F6-B498-43B3-948B-1728B52AA6E4}">
                <adec:decorative xmlns:adec="http://schemas.microsoft.com/office/drawing/2017/decorative" val="1"/>
              </a:ext>
            </a:extLst>
          </p:cNvPr>
          <p:cNvSpPr/>
          <p:nvPr>
            <p:custDataLst>
              <p:tags r:id="rId368"/>
            </p:custDataLst>
          </p:nvPr>
        </p:nvSpPr>
        <p:spPr>
          <a:xfrm>
            <a:off x="97790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69" name="Rectangle 368">
            <a:extLst>
              <a:ext uri="{FF2B5EF4-FFF2-40B4-BE49-F238E27FC236}">
                <a16:creationId xmlns:a16="http://schemas.microsoft.com/office/drawing/2014/main" id="{5302D138-0D9E-47CC-95D6-757847179127}"/>
              </a:ext>
              <a:ext uri="{C183D7F6-B498-43B3-948B-1728B52AA6E4}">
                <adec:decorative xmlns:adec="http://schemas.microsoft.com/office/drawing/2017/decorative" val="1"/>
              </a:ext>
            </a:extLst>
          </p:cNvPr>
          <p:cNvSpPr/>
          <p:nvPr>
            <p:custDataLst>
              <p:tags r:id="rId369"/>
            </p:custDataLst>
          </p:nvPr>
        </p:nvSpPr>
        <p:spPr>
          <a:xfrm>
            <a:off x="98679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0" name="Rectangle 369">
            <a:extLst>
              <a:ext uri="{FF2B5EF4-FFF2-40B4-BE49-F238E27FC236}">
                <a16:creationId xmlns:a16="http://schemas.microsoft.com/office/drawing/2014/main" id="{3F2B37B5-05AA-422D-905A-9104231CCB95}"/>
              </a:ext>
              <a:ext uri="{C183D7F6-B498-43B3-948B-1728B52AA6E4}">
                <adec:decorative xmlns:adec="http://schemas.microsoft.com/office/drawing/2017/decorative" val="1"/>
              </a:ext>
            </a:extLst>
          </p:cNvPr>
          <p:cNvSpPr/>
          <p:nvPr>
            <p:custDataLst>
              <p:tags r:id="rId370"/>
            </p:custDataLst>
          </p:nvPr>
        </p:nvSpPr>
        <p:spPr>
          <a:xfrm>
            <a:off x="99568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1" name="Rectangle 370">
            <a:extLst>
              <a:ext uri="{FF2B5EF4-FFF2-40B4-BE49-F238E27FC236}">
                <a16:creationId xmlns:a16="http://schemas.microsoft.com/office/drawing/2014/main" id="{EE77D3B3-0CAF-4E4A-BD62-718EDA8BCC7C}"/>
              </a:ext>
              <a:ext uri="{C183D7F6-B498-43B3-948B-1728B52AA6E4}">
                <adec:decorative xmlns:adec="http://schemas.microsoft.com/office/drawing/2017/decorative" val="1"/>
              </a:ext>
            </a:extLst>
          </p:cNvPr>
          <p:cNvSpPr/>
          <p:nvPr>
            <p:custDataLst>
              <p:tags r:id="rId371"/>
            </p:custDataLst>
          </p:nvPr>
        </p:nvSpPr>
        <p:spPr>
          <a:xfrm>
            <a:off x="100457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2" name="Rectangle 371">
            <a:extLst>
              <a:ext uri="{FF2B5EF4-FFF2-40B4-BE49-F238E27FC236}">
                <a16:creationId xmlns:a16="http://schemas.microsoft.com/office/drawing/2014/main" id="{35152146-AD9D-485E-8C25-55689B2124B5}"/>
              </a:ext>
              <a:ext uri="{C183D7F6-B498-43B3-948B-1728B52AA6E4}">
                <adec:decorative xmlns:adec="http://schemas.microsoft.com/office/drawing/2017/decorative" val="1"/>
              </a:ext>
            </a:extLst>
          </p:cNvPr>
          <p:cNvSpPr/>
          <p:nvPr>
            <p:custDataLst>
              <p:tags r:id="rId372"/>
            </p:custDataLst>
          </p:nvPr>
        </p:nvSpPr>
        <p:spPr>
          <a:xfrm>
            <a:off x="101346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3" name="Rectangle 372">
            <a:extLst>
              <a:ext uri="{FF2B5EF4-FFF2-40B4-BE49-F238E27FC236}">
                <a16:creationId xmlns:a16="http://schemas.microsoft.com/office/drawing/2014/main" id="{C8BB867E-6BEE-4A1C-8071-61E630E8933C}"/>
              </a:ext>
              <a:ext uri="{C183D7F6-B498-43B3-948B-1728B52AA6E4}">
                <adec:decorative xmlns:adec="http://schemas.microsoft.com/office/drawing/2017/decorative" val="1"/>
              </a:ext>
            </a:extLst>
          </p:cNvPr>
          <p:cNvSpPr/>
          <p:nvPr>
            <p:custDataLst>
              <p:tags r:id="rId373"/>
            </p:custDataLst>
          </p:nvPr>
        </p:nvSpPr>
        <p:spPr>
          <a:xfrm>
            <a:off x="102235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4" name="Rectangle 373">
            <a:extLst>
              <a:ext uri="{FF2B5EF4-FFF2-40B4-BE49-F238E27FC236}">
                <a16:creationId xmlns:a16="http://schemas.microsoft.com/office/drawing/2014/main" id="{40767908-CDA5-4C20-A680-C6CB105556B2}"/>
              </a:ext>
              <a:ext uri="{C183D7F6-B498-43B3-948B-1728B52AA6E4}">
                <adec:decorative xmlns:adec="http://schemas.microsoft.com/office/drawing/2017/decorative" val="1"/>
              </a:ext>
            </a:extLst>
          </p:cNvPr>
          <p:cNvSpPr/>
          <p:nvPr>
            <p:custDataLst>
              <p:tags r:id="rId374"/>
            </p:custDataLst>
          </p:nvPr>
        </p:nvSpPr>
        <p:spPr>
          <a:xfrm>
            <a:off x="103124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5" name="Rectangle 374">
            <a:extLst>
              <a:ext uri="{FF2B5EF4-FFF2-40B4-BE49-F238E27FC236}">
                <a16:creationId xmlns:a16="http://schemas.microsoft.com/office/drawing/2014/main" id="{4D890F50-4CA9-4380-A476-81FA41965F7C}"/>
              </a:ext>
              <a:ext uri="{C183D7F6-B498-43B3-948B-1728B52AA6E4}">
                <adec:decorative xmlns:adec="http://schemas.microsoft.com/office/drawing/2017/decorative" val="1"/>
              </a:ext>
            </a:extLst>
          </p:cNvPr>
          <p:cNvSpPr/>
          <p:nvPr>
            <p:custDataLst>
              <p:tags r:id="rId375"/>
            </p:custDataLst>
          </p:nvPr>
        </p:nvSpPr>
        <p:spPr>
          <a:xfrm>
            <a:off x="10401300" y="3103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6" name="Rectangle 375">
            <a:extLst>
              <a:ext uri="{FF2B5EF4-FFF2-40B4-BE49-F238E27FC236}">
                <a16:creationId xmlns:a16="http://schemas.microsoft.com/office/drawing/2014/main" id="{A2F36E93-A080-4CEA-8039-DD0F8C5FF34F}"/>
              </a:ext>
              <a:ext uri="{C183D7F6-B498-43B3-948B-1728B52AA6E4}">
                <adec:decorative xmlns:adec="http://schemas.microsoft.com/office/drawing/2017/decorative" val="1"/>
              </a:ext>
            </a:extLst>
          </p:cNvPr>
          <p:cNvSpPr/>
          <p:nvPr>
            <p:custDataLst>
              <p:tags r:id="rId376"/>
            </p:custDataLst>
          </p:nvPr>
        </p:nvSpPr>
        <p:spPr>
          <a:xfrm>
            <a:off x="104902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7" name="Rectangle 376">
            <a:extLst>
              <a:ext uri="{FF2B5EF4-FFF2-40B4-BE49-F238E27FC236}">
                <a16:creationId xmlns:a16="http://schemas.microsoft.com/office/drawing/2014/main" id="{3F1D6537-C6C6-453F-B05A-4DE0E65B873D}"/>
              </a:ext>
              <a:ext uri="{C183D7F6-B498-43B3-948B-1728B52AA6E4}">
                <adec:decorative xmlns:adec="http://schemas.microsoft.com/office/drawing/2017/decorative" val="1"/>
              </a:ext>
            </a:extLst>
          </p:cNvPr>
          <p:cNvSpPr/>
          <p:nvPr>
            <p:custDataLst>
              <p:tags r:id="rId377"/>
            </p:custDataLst>
          </p:nvPr>
        </p:nvSpPr>
        <p:spPr>
          <a:xfrm>
            <a:off x="10579100" y="3103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8" name="Rectangle 377">
            <a:extLst>
              <a:ext uri="{FF2B5EF4-FFF2-40B4-BE49-F238E27FC236}">
                <a16:creationId xmlns:a16="http://schemas.microsoft.com/office/drawing/2014/main" id="{47BDB74D-D864-4E9D-8F05-B1D0A7D0B2A6}"/>
              </a:ext>
              <a:ext uri="{C183D7F6-B498-43B3-948B-1728B52AA6E4}">
                <adec:decorative xmlns:adec="http://schemas.microsoft.com/office/drawing/2017/decorative" val="1"/>
              </a:ext>
            </a:extLst>
          </p:cNvPr>
          <p:cNvSpPr/>
          <p:nvPr>
            <p:custDataLst>
              <p:tags r:id="rId378"/>
            </p:custDataLst>
          </p:nvPr>
        </p:nvSpPr>
        <p:spPr>
          <a:xfrm>
            <a:off x="81788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79" name="Rectangle 378">
            <a:extLst>
              <a:ext uri="{FF2B5EF4-FFF2-40B4-BE49-F238E27FC236}">
                <a16:creationId xmlns:a16="http://schemas.microsoft.com/office/drawing/2014/main" id="{2CCA70E4-DA1D-45D0-A485-2B282BB4411A}"/>
              </a:ext>
              <a:ext uri="{C183D7F6-B498-43B3-948B-1728B52AA6E4}">
                <adec:decorative xmlns:adec="http://schemas.microsoft.com/office/drawing/2017/decorative" val="1"/>
              </a:ext>
            </a:extLst>
          </p:cNvPr>
          <p:cNvSpPr/>
          <p:nvPr>
            <p:custDataLst>
              <p:tags r:id="rId379"/>
            </p:custDataLst>
          </p:nvPr>
        </p:nvSpPr>
        <p:spPr>
          <a:xfrm>
            <a:off x="82677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0" name="Rectangle 379">
            <a:extLst>
              <a:ext uri="{FF2B5EF4-FFF2-40B4-BE49-F238E27FC236}">
                <a16:creationId xmlns:a16="http://schemas.microsoft.com/office/drawing/2014/main" id="{FC7393D1-5F40-4D1E-91FC-63B2D7A72FAC}"/>
              </a:ext>
              <a:ext uri="{C183D7F6-B498-43B3-948B-1728B52AA6E4}">
                <adec:decorative xmlns:adec="http://schemas.microsoft.com/office/drawing/2017/decorative" val="1"/>
              </a:ext>
            </a:extLst>
          </p:cNvPr>
          <p:cNvSpPr/>
          <p:nvPr>
            <p:custDataLst>
              <p:tags r:id="rId380"/>
            </p:custDataLst>
          </p:nvPr>
        </p:nvSpPr>
        <p:spPr>
          <a:xfrm>
            <a:off x="83566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1" name="Rectangle 380">
            <a:extLst>
              <a:ext uri="{FF2B5EF4-FFF2-40B4-BE49-F238E27FC236}">
                <a16:creationId xmlns:a16="http://schemas.microsoft.com/office/drawing/2014/main" id="{CE166FCC-A0F7-4E9C-A656-33095CE9BA6E}"/>
              </a:ext>
              <a:ext uri="{C183D7F6-B498-43B3-948B-1728B52AA6E4}">
                <adec:decorative xmlns:adec="http://schemas.microsoft.com/office/drawing/2017/decorative" val="1"/>
              </a:ext>
            </a:extLst>
          </p:cNvPr>
          <p:cNvSpPr/>
          <p:nvPr>
            <p:custDataLst>
              <p:tags r:id="rId381"/>
            </p:custDataLst>
          </p:nvPr>
        </p:nvSpPr>
        <p:spPr>
          <a:xfrm>
            <a:off x="84455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2" name="Rectangle 381">
            <a:extLst>
              <a:ext uri="{FF2B5EF4-FFF2-40B4-BE49-F238E27FC236}">
                <a16:creationId xmlns:a16="http://schemas.microsoft.com/office/drawing/2014/main" id="{98FB68D2-F98D-4D14-B354-59A476ADB152}"/>
              </a:ext>
              <a:ext uri="{C183D7F6-B498-43B3-948B-1728B52AA6E4}">
                <adec:decorative xmlns:adec="http://schemas.microsoft.com/office/drawing/2017/decorative" val="1"/>
              </a:ext>
            </a:extLst>
          </p:cNvPr>
          <p:cNvSpPr/>
          <p:nvPr>
            <p:custDataLst>
              <p:tags r:id="rId382"/>
            </p:custDataLst>
          </p:nvPr>
        </p:nvSpPr>
        <p:spPr>
          <a:xfrm>
            <a:off x="85344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3" name="Rectangle 382">
            <a:extLst>
              <a:ext uri="{FF2B5EF4-FFF2-40B4-BE49-F238E27FC236}">
                <a16:creationId xmlns:a16="http://schemas.microsoft.com/office/drawing/2014/main" id="{9FB7F5AC-32D9-4356-B4E4-543B53BF0790}"/>
              </a:ext>
              <a:ext uri="{C183D7F6-B498-43B3-948B-1728B52AA6E4}">
                <adec:decorative xmlns:adec="http://schemas.microsoft.com/office/drawing/2017/decorative" val="1"/>
              </a:ext>
            </a:extLst>
          </p:cNvPr>
          <p:cNvSpPr/>
          <p:nvPr>
            <p:custDataLst>
              <p:tags r:id="rId383"/>
            </p:custDataLst>
          </p:nvPr>
        </p:nvSpPr>
        <p:spPr>
          <a:xfrm>
            <a:off x="86233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4" name="Rectangle 383">
            <a:extLst>
              <a:ext uri="{FF2B5EF4-FFF2-40B4-BE49-F238E27FC236}">
                <a16:creationId xmlns:a16="http://schemas.microsoft.com/office/drawing/2014/main" id="{24256B37-26FB-4A10-A442-04BB2229ADE5}"/>
              </a:ext>
              <a:ext uri="{C183D7F6-B498-43B3-948B-1728B52AA6E4}">
                <adec:decorative xmlns:adec="http://schemas.microsoft.com/office/drawing/2017/decorative" val="1"/>
              </a:ext>
            </a:extLst>
          </p:cNvPr>
          <p:cNvSpPr/>
          <p:nvPr>
            <p:custDataLst>
              <p:tags r:id="rId384"/>
            </p:custDataLst>
          </p:nvPr>
        </p:nvSpPr>
        <p:spPr>
          <a:xfrm>
            <a:off x="87122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5" name="Rectangle 384">
            <a:extLst>
              <a:ext uri="{FF2B5EF4-FFF2-40B4-BE49-F238E27FC236}">
                <a16:creationId xmlns:a16="http://schemas.microsoft.com/office/drawing/2014/main" id="{F78C66B4-F86B-4C95-88DC-EC5A5995BD0E}"/>
              </a:ext>
              <a:ext uri="{C183D7F6-B498-43B3-948B-1728B52AA6E4}">
                <adec:decorative xmlns:adec="http://schemas.microsoft.com/office/drawing/2017/decorative" val="1"/>
              </a:ext>
            </a:extLst>
          </p:cNvPr>
          <p:cNvSpPr/>
          <p:nvPr>
            <p:custDataLst>
              <p:tags r:id="rId385"/>
            </p:custDataLst>
          </p:nvPr>
        </p:nvSpPr>
        <p:spPr>
          <a:xfrm>
            <a:off x="88011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6" name="Rectangle 385">
            <a:extLst>
              <a:ext uri="{FF2B5EF4-FFF2-40B4-BE49-F238E27FC236}">
                <a16:creationId xmlns:a16="http://schemas.microsoft.com/office/drawing/2014/main" id="{E678A515-8AB4-452A-8DA1-A7991EDEF19C}"/>
              </a:ext>
              <a:ext uri="{C183D7F6-B498-43B3-948B-1728B52AA6E4}">
                <adec:decorative xmlns:adec="http://schemas.microsoft.com/office/drawing/2017/decorative" val="1"/>
              </a:ext>
            </a:extLst>
          </p:cNvPr>
          <p:cNvSpPr/>
          <p:nvPr>
            <p:custDataLst>
              <p:tags r:id="rId386"/>
            </p:custDataLst>
          </p:nvPr>
        </p:nvSpPr>
        <p:spPr>
          <a:xfrm>
            <a:off x="88900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7" name="Rectangle 386">
            <a:extLst>
              <a:ext uri="{FF2B5EF4-FFF2-40B4-BE49-F238E27FC236}">
                <a16:creationId xmlns:a16="http://schemas.microsoft.com/office/drawing/2014/main" id="{9CF4F056-C141-41B4-B21A-AB1F00218A62}"/>
              </a:ext>
              <a:ext uri="{C183D7F6-B498-43B3-948B-1728B52AA6E4}">
                <adec:decorative xmlns:adec="http://schemas.microsoft.com/office/drawing/2017/decorative" val="1"/>
              </a:ext>
            </a:extLst>
          </p:cNvPr>
          <p:cNvSpPr/>
          <p:nvPr>
            <p:custDataLst>
              <p:tags r:id="rId387"/>
            </p:custDataLst>
          </p:nvPr>
        </p:nvSpPr>
        <p:spPr>
          <a:xfrm>
            <a:off x="89789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8" name="Rectangle 387">
            <a:extLst>
              <a:ext uri="{FF2B5EF4-FFF2-40B4-BE49-F238E27FC236}">
                <a16:creationId xmlns:a16="http://schemas.microsoft.com/office/drawing/2014/main" id="{78A58755-7CEF-40CD-AD30-BF8C5654AE6E}"/>
              </a:ext>
              <a:ext uri="{C183D7F6-B498-43B3-948B-1728B52AA6E4}">
                <adec:decorative xmlns:adec="http://schemas.microsoft.com/office/drawing/2017/decorative" val="1"/>
              </a:ext>
            </a:extLst>
          </p:cNvPr>
          <p:cNvSpPr/>
          <p:nvPr>
            <p:custDataLst>
              <p:tags r:id="rId388"/>
            </p:custDataLst>
          </p:nvPr>
        </p:nvSpPr>
        <p:spPr>
          <a:xfrm>
            <a:off x="90678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9" name="Rectangle 388">
            <a:extLst>
              <a:ext uri="{FF2B5EF4-FFF2-40B4-BE49-F238E27FC236}">
                <a16:creationId xmlns:a16="http://schemas.microsoft.com/office/drawing/2014/main" id="{F6FB28E0-6390-4C20-B24C-A9A6D90F773D}"/>
              </a:ext>
              <a:ext uri="{C183D7F6-B498-43B3-948B-1728B52AA6E4}">
                <adec:decorative xmlns:adec="http://schemas.microsoft.com/office/drawing/2017/decorative" val="1"/>
              </a:ext>
            </a:extLst>
          </p:cNvPr>
          <p:cNvSpPr/>
          <p:nvPr>
            <p:custDataLst>
              <p:tags r:id="rId389"/>
            </p:custDataLst>
          </p:nvPr>
        </p:nvSpPr>
        <p:spPr>
          <a:xfrm>
            <a:off x="91567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0" name="Rectangle 389">
            <a:extLst>
              <a:ext uri="{FF2B5EF4-FFF2-40B4-BE49-F238E27FC236}">
                <a16:creationId xmlns:a16="http://schemas.microsoft.com/office/drawing/2014/main" id="{BDC21AC9-070D-4F07-A74D-C86A6D71F06C}"/>
              </a:ext>
              <a:ext uri="{C183D7F6-B498-43B3-948B-1728B52AA6E4}">
                <adec:decorative xmlns:adec="http://schemas.microsoft.com/office/drawing/2017/decorative" val="1"/>
              </a:ext>
            </a:extLst>
          </p:cNvPr>
          <p:cNvSpPr/>
          <p:nvPr>
            <p:custDataLst>
              <p:tags r:id="rId390"/>
            </p:custDataLst>
          </p:nvPr>
        </p:nvSpPr>
        <p:spPr>
          <a:xfrm>
            <a:off x="92456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1" name="Rectangle 390">
            <a:extLst>
              <a:ext uri="{FF2B5EF4-FFF2-40B4-BE49-F238E27FC236}">
                <a16:creationId xmlns:a16="http://schemas.microsoft.com/office/drawing/2014/main" id="{C4FE1D04-35DF-459C-9EAA-AF4C6717ADC9}"/>
              </a:ext>
              <a:ext uri="{C183D7F6-B498-43B3-948B-1728B52AA6E4}">
                <adec:decorative xmlns:adec="http://schemas.microsoft.com/office/drawing/2017/decorative" val="1"/>
              </a:ext>
            </a:extLst>
          </p:cNvPr>
          <p:cNvSpPr/>
          <p:nvPr>
            <p:custDataLst>
              <p:tags r:id="rId391"/>
            </p:custDataLst>
          </p:nvPr>
        </p:nvSpPr>
        <p:spPr>
          <a:xfrm>
            <a:off x="93345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2" name="Rectangle 391">
            <a:extLst>
              <a:ext uri="{FF2B5EF4-FFF2-40B4-BE49-F238E27FC236}">
                <a16:creationId xmlns:a16="http://schemas.microsoft.com/office/drawing/2014/main" id="{50998292-E167-4722-9FF6-023410781F43}"/>
              </a:ext>
              <a:ext uri="{C183D7F6-B498-43B3-948B-1728B52AA6E4}">
                <adec:decorative xmlns:adec="http://schemas.microsoft.com/office/drawing/2017/decorative" val="1"/>
              </a:ext>
            </a:extLst>
          </p:cNvPr>
          <p:cNvSpPr/>
          <p:nvPr>
            <p:custDataLst>
              <p:tags r:id="rId392"/>
            </p:custDataLst>
          </p:nvPr>
        </p:nvSpPr>
        <p:spPr>
          <a:xfrm>
            <a:off x="94234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3" name="Rectangle 392">
            <a:extLst>
              <a:ext uri="{FF2B5EF4-FFF2-40B4-BE49-F238E27FC236}">
                <a16:creationId xmlns:a16="http://schemas.microsoft.com/office/drawing/2014/main" id="{2B2FE2A1-0590-4C99-A7CD-C3713003F5E6}"/>
              </a:ext>
              <a:ext uri="{C183D7F6-B498-43B3-948B-1728B52AA6E4}">
                <adec:decorative xmlns:adec="http://schemas.microsoft.com/office/drawing/2017/decorative" val="1"/>
              </a:ext>
            </a:extLst>
          </p:cNvPr>
          <p:cNvSpPr/>
          <p:nvPr>
            <p:custDataLst>
              <p:tags r:id="rId393"/>
            </p:custDataLst>
          </p:nvPr>
        </p:nvSpPr>
        <p:spPr>
          <a:xfrm>
            <a:off x="95123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4" name="Rectangle 393">
            <a:extLst>
              <a:ext uri="{FF2B5EF4-FFF2-40B4-BE49-F238E27FC236}">
                <a16:creationId xmlns:a16="http://schemas.microsoft.com/office/drawing/2014/main" id="{7D7A4CDD-58E8-4552-806B-6D38D8D2F5D9}"/>
              </a:ext>
              <a:ext uri="{C183D7F6-B498-43B3-948B-1728B52AA6E4}">
                <adec:decorative xmlns:adec="http://schemas.microsoft.com/office/drawing/2017/decorative" val="1"/>
              </a:ext>
            </a:extLst>
          </p:cNvPr>
          <p:cNvSpPr/>
          <p:nvPr>
            <p:custDataLst>
              <p:tags r:id="rId394"/>
            </p:custDataLst>
          </p:nvPr>
        </p:nvSpPr>
        <p:spPr>
          <a:xfrm>
            <a:off x="96012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5" name="Rectangle 394">
            <a:extLst>
              <a:ext uri="{FF2B5EF4-FFF2-40B4-BE49-F238E27FC236}">
                <a16:creationId xmlns:a16="http://schemas.microsoft.com/office/drawing/2014/main" id="{4F1D7D14-FE5B-4A09-B531-CC9953E8D107}"/>
              </a:ext>
              <a:ext uri="{C183D7F6-B498-43B3-948B-1728B52AA6E4}">
                <adec:decorative xmlns:adec="http://schemas.microsoft.com/office/drawing/2017/decorative" val="1"/>
              </a:ext>
            </a:extLst>
          </p:cNvPr>
          <p:cNvSpPr/>
          <p:nvPr>
            <p:custDataLst>
              <p:tags r:id="rId395"/>
            </p:custDataLst>
          </p:nvPr>
        </p:nvSpPr>
        <p:spPr>
          <a:xfrm>
            <a:off x="96901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6" name="Rectangle 395">
            <a:extLst>
              <a:ext uri="{FF2B5EF4-FFF2-40B4-BE49-F238E27FC236}">
                <a16:creationId xmlns:a16="http://schemas.microsoft.com/office/drawing/2014/main" id="{2615B14E-EE3A-458F-A863-89355FDD9291}"/>
              </a:ext>
              <a:ext uri="{C183D7F6-B498-43B3-948B-1728B52AA6E4}">
                <adec:decorative xmlns:adec="http://schemas.microsoft.com/office/drawing/2017/decorative" val="1"/>
              </a:ext>
            </a:extLst>
          </p:cNvPr>
          <p:cNvSpPr/>
          <p:nvPr>
            <p:custDataLst>
              <p:tags r:id="rId396"/>
            </p:custDataLst>
          </p:nvPr>
        </p:nvSpPr>
        <p:spPr>
          <a:xfrm>
            <a:off x="97790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7" name="Rectangle 396">
            <a:extLst>
              <a:ext uri="{FF2B5EF4-FFF2-40B4-BE49-F238E27FC236}">
                <a16:creationId xmlns:a16="http://schemas.microsoft.com/office/drawing/2014/main" id="{36F3972A-F368-4AED-82EC-045DD0F82811}"/>
              </a:ext>
              <a:ext uri="{C183D7F6-B498-43B3-948B-1728B52AA6E4}">
                <adec:decorative xmlns:adec="http://schemas.microsoft.com/office/drawing/2017/decorative" val="1"/>
              </a:ext>
            </a:extLst>
          </p:cNvPr>
          <p:cNvSpPr/>
          <p:nvPr>
            <p:custDataLst>
              <p:tags r:id="rId397"/>
            </p:custDataLst>
          </p:nvPr>
        </p:nvSpPr>
        <p:spPr>
          <a:xfrm>
            <a:off x="98679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8" name="Rectangle 397">
            <a:extLst>
              <a:ext uri="{FF2B5EF4-FFF2-40B4-BE49-F238E27FC236}">
                <a16:creationId xmlns:a16="http://schemas.microsoft.com/office/drawing/2014/main" id="{1EAB961F-4D89-4FBC-9F1A-3689BB363377}"/>
              </a:ext>
              <a:ext uri="{C183D7F6-B498-43B3-948B-1728B52AA6E4}">
                <adec:decorative xmlns:adec="http://schemas.microsoft.com/office/drawing/2017/decorative" val="1"/>
              </a:ext>
            </a:extLst>
          </p:cNvPr>
          <p:cNvSpPr/>
          <p:nvPr>
            <p:custDataLst>
              <p:tags r:id="rId398"/>
            </p:custDataLst>
          </p:nvPr>
        </p:nvSpPr>
        <p:spPr>
          <a:xfrm>
            <a:off x="99568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9" name="Rectangle 398">
            <a:extLst>
              <a:ext uri="{FF2B5EF4-FFF2-40B4-BE49-F238E27FC236}">
                <a16:creationId xmlns:a16="http://schemas.microsoft.com/office/drawing/2014/main" id="{70F2FB43-B3F4-4372-AA0E-BD351B1D4C6E}"/>
              </a:ext>
              <a:ext uri="{C183D7F6-B498-43B3-948B-1728B52AA6E4}">
                <adec:decorative xmlns:adec="http://schemas.microsoft.com/office/drawing/2017/decorative" val="1"/>
              </a:ext>
            </a:extLst>
          </p:cNvPr>
          <p:cNvSpPr/>
          <p:nvPr>
            <p:custDataLst>
              <p:tags r:id="rId399"/>
            </p:custDataLst>
          </p:nvPr>
        </p:nvSpPr>
        <p:spPr>
          <a:xfrm>
            <a:off x="100457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0" name="Rectangle 399">
            <a:extLst>
              <a:ext uri="{FF2B5EF4-FFF2-40B4-BE49-F238E27FC236}">
                <a16:creationId xmlns:a16="http://schemas.microsoft.com/office/drawing/2014/main" id="{2235A4A5-BDCD-43AA-9DD4-7D06AAA1F9CC}"/>
              </a:ext>
              <a:ext uri="{C183D7F6-B498-43B3-948B-1728B52AA6E4}">
                <adec:decorative xmlns:adec="http://schemas.microsoft.com/office/drawing/2017/decorative" val="1"/>
              </a:ext>
            </a:extLst>
          </p:cNvPr>
          <p:cNvSpPr/>
          <p:nvPr>
            <p:custDataLst>
              <p:tags r:id="rId400"/>
            </p:custDataLst>
          </p:nvPr>
        </p:nvSpPr>
        <p:spPr>
          <a:xfrm>
            <a:off x="101346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1" name="Rectangle 400">
            <a:extLst>
              <a:ext uri="{FF2B5EF4-FFF2-40B4-BE49-F238E27FC236}">
                <a16:creationId xmlns:a16="http://schemas.microsoft.com/office/drawing/2014/main" id="{53B21BA2-FFD6-47AA-90FA-D68453E9D0C8}"/>
              </a:ext>
              <a:ext uri="{C183D7F6-B498-43B3-948B-1728B52AA6E4}">
                <adec:decorative xmlns:adec="http://schemas.microsoft.com/office/drawing/2017/decorative" val="1"/>
              </a:ext>
            </a:extLst>
          </p:cNvPr>
          <p:cNvSpPr/>
          <p:nvPr>
            <p:custDataLst>
              <p:tags r:id="rId401"/>
            </p:custDataLst>
          </p:nvPr>
        </p:nvSpPr>
        <p:spPr>
          <a:xfrm>
            <a:off x="102235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2" name="Rectangle 401">
            <a:extLst>
              <a:ext uri="{FF2B5EF4-FFF2-40B4-BE49-F238E27FC236}">
                <a16:creationId xmlns:a16="http://schemas.microsoft.com/office/drawing/2014/main" id="{4FC267C2-2089-4D32-9B1B-9F5C093D5543}"/>
              </a:ext>
              <a:ext uri="{C183D7F6-B498-43B3-948B-1728B52AA6E4}">
                <adec:decorative xmlns:adec="http://schemas.microsoft.com/office/drawing/2017/decorative" val="1"/>
              </a:ext>
            </a:extLst>
          </p:cNvPr>
          <p:cNvSpPr/>
          <p:nvPr>
            <p:custDataLst>
              <p:tags r:id="rId402"/>
            </p:custDataLst>
          </p:nvPr>
        </p:nvSpPr>
        <p:spPr>
          <a:xfrm>
            <a:off x="103124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3" name="Rectangle 402">
            <a:extLst>
              <a:ext uri="{FF2B5EF4-FFF2-40B4-BE49-F238E27FC236}">
                <a16:creationId xmlns:a16="http://schemas.microsoft.com/office/drawing/2014/main" id="{2290FCE7-871F-4854-AA6F-6EF768F4C7D8}"/>
              </a:ext>
              <a:ext uri="{C183D7F6-B498-43B3-948B-1728B52AA6E4}">
                <adec:decorative xmlns:adec="http://schemas.microsoft.com/office/drawing/2017/decorative" val="1"/>
              </a:ext>
            </a:extLst>
          </p:cNvPr>
          <p:cNvSpPr/>
          <p:nvPr>
            <p:custDataLst>
              <p:tags r:id="rId403"/>
            </p:custDataLst>
          </p:nvPr>
        </p:nvSpPr>
        <p:spPr>
          <a:xfrm>
            <a:off x="104013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4" name="Rectangle 403">
            <a:extLst>
              <a:ext uri="{FF2B5EF4-FFF2-40B4-BE49-F238E27FC236}">
                <a16:creationId xmlns:a16="http://schemas.microsoft.com/office/drawing/2014/main" id="{6C0B6739-ABCA-4F96-9DDC-E7F9919E8448}"/>
              </a:ext>
              <a:ext uri="{C183D7F6-B498-43B3-948B-1728B52AA6E4}">
                <adec:decorative xmlns:adec="http://schemas.microsoft.com/office/drawing/2017/decorative" val="1"/>
              </a:ext>
            </a:extLst>
          </p:cNvPr>
          <p:cNvSpPr/>
          <p:nvPr>
            <p:custDataLst>
              <p:tags r:id="rId404"/>
            </p:custDataLst>
          </p:nvPr>
        </p:nvSpPr>
        <p:spPr>
          <a:xfrm>
            <a:off x="104902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5" name="Rectangle 404">
            <a:extLst>
              <a:ext uri="{FF2B5EF4-FFF2-40B4-BE49-F238E27FC236}">
                <a16:creationId xmlns:a16="http://schemas.microsoft.com/office/drawing/2014/main" id="{E06F6DDA-DBE7-4700-852A-8CECCE105D4E}"/>
              </a:ext>
              <a:ext uri="{C183D7F6-B498-43B3-948B-1728B52AA6E4}">
                <adec:decorative xmlns:adec="http://schemas.microsoft.com/office/drawing/2017/decorative" val="1"/>
              </a:ext>
            </a:extLst>
          </p:cNvPr>
          <p:cNvSpPr/>
          <p:nvPr>
            <p:custDataLst>
              <p:tags r:id="rId405"/>
            </p:custDataLst>
          </p:nvPr>
        </p:nvSpPr>
        <p:spPr>
          <a:xfrm>
            <a:off x="105791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6" name="Rectangle 405">
            <a:extLst>
              <a:ext uri="{FF2B5EF4-FFF2-40B4-BE49-F238E27FC236}">
                <a16:creationId xmlns:a16="http://schemas.microsoft.com/office/drawing/2014/main" id="{8F58142A-998D-401B-A6BF-95FC69CF0631}"/>
              </a:ext>
              <a:ext uri="{C183D7F6-B498-43B3-948B-1728B52AA6E4}">
                <adec:decorative xmlns:adec="http://schemas.microsoft.com/office/drawing/2017/decorative" val="1"/>
              </a:ext>
            </a:extLst>
          </p:cNvPr>
          <p:cNvSpPr/>
          <p:nvPr>
            <p:custDataLst>
              <p:tags r:id="rId406"/>
            </p:custDataLst>
          </p:nvPr>
        </p:nvSpPr>
        <p:spPr>
          <a:xfrm>
            <a:off x="10668000" y="3192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7" name="Rectangle 406">
            <a:extLst>
              <a:ext uri="{FF2B5EF4-FFF2-40B4-BE49-F238E27FC236}">
                <a16:creationId xmlns:a16="http://schemas.microsoft.com/office/drawing/2014/main" id="{8BFF4E5B-2E01-4819-B94C-FE3FD8B28F83}"/>
              </a:ext>
              <a:ext uri="{C183D7F6-B498-43B3-948B-1728B52AA6E4}">
                <adec:decorative xmlns:adec="http://schemas.microsoft.com/office/drawing/2017/decorative" val="1"/>
              </a:ext>
            </a:extLst>
          </p:cNvPr>
          <p:cNvSpPr/>
          <p:nvPr>
            <p:custDataLst>
              <p:tags r:id="rId407"/>
            </p:custDataLst>
          </p:nvPr>
        </p:nvSpPr>
        <p:spPr>
          <a:xfrm>
            <a:off x="10756900" y="3192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8" name="Rectangle 407">
            <a:extLst>
              <a:ext uri="{FF2B5EF4-FFF2-40B4-BE49-F238E27FC236}">
                <a16:creationId xmlns:a16="http://schemas.microsoft.com/office/drawing/2014/main" id="{507B2783-DD4C-4B01-89D2-AA2B7AB04455}"/>
              </a:ext>
              <a:ext uri="{C183D7F6-B498-43B3-948B-1728B52AA6E4}">
                <adec:decorative xmlns:adec="http://schemas.microsoft.com/office/drawing/2017/decorative" val="1"/>
              </a:ext>
            </a:extLst>
          </p:cNvPr>
          <p:cNvSpPr/>
          <p:nvPr>
            <p:custDataLst>
              <p:tags r:id="rId408"/>
            </p:custDataLst>
          </p:nvPr>
        </p:nvSpPr>
        <p:spPr>
          <a:xfrm>
            <a:off x="81788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9" name="Rectangle 408">
            <a:extLst>
              <a:ext uri="{FF2B5EF4-FFF2-40B4-BE49-F238E27FC236}">
                <a16:creationId xmlns:a16="http://schemas.microsoft.com/office/drawing/2014/main" id="{BB7C16C8-9962-4395-A23F-475CE4C743C4}"/>
              </a:ext>
              <a:ext uri="{C183D7F6-B498-43B3-948B-1728B52AA6E4}">
                <adec:decorative xmlns:adec="http://schemas.microsoft.com/office/drawing/2017/decorative" val="1"/>
              </a:ext>
            </a:extLst>
          </p:cNvPr>
          <p:cNvSpPr/>
          <p:nvPr>
            <p:custDataLst>
              <p:tags r:id="rId409"/>
            </p:custDataLst>
          </p:nvPr>
        </p:nvSpPr>
        <p:spPr>
          <a:xfrm>
            <a:off x="82677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0" name="Rectangle 409">
            <a:extLst>
              <a:ext uri="{FF2B5EF4-FFF2-40B4-BE49-F238E27FC236}">
                <a16:creationId xmlns:a16="http://schemas.microsoft.com/office/drawing/2014/main" id="{2140E598-ADEA-4779-AAE5-CDA6800FEB7D}"/>
              </a:ext>
              <a:ext uri="{C183D7F6-B498-43B3-948B-1728B52AA6E4}">
                <adec:decorative xmlns:adec="http://schemas.microsoft.com/office/drawing/2017/decorative" val="1"/>
              </a:ext>
            </a:extLst>
          </p:cNvPr>
          <p:cNvSpPr/>
          <p:nvPr>
            <p:custDataLst>
              <p:tags r:id="rId410"/>
            </p:custDataLst>
          </p:nvPr>
        </p:nvSpPr>
        <p:spPr>
          <a:xfrm>
            <a:off x="83566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1" name="Rectangle 410">
            <a:extLst>
              <a:ext uri="{FF2B5EF4-FFF2-40B4-BE49-F238E27FC236}">
                <a16:creationId xmlns:a16="http://schemas.microsoft.com/office/drawing/2014/main" id="{D8AB5F0C-8AE0-4F37-B9FB-1477943CC640}"/>
              </a:ext>
              <a:ext uri="{C183D7F6-B498-43B3-948B-1728B52AA6E4}">
                <adec:decorative xmlns:adec="http://schemas.microsoft.com/office/drawing/2017/decorative" val="1"/>
              </a:ext>
            </a:extLst>
          </p:cNvPr>
          <p:cNvSpPr/>
          <p:nvPr>
            <p:custDataLst>
              <p:tags r:id="rId411"/>
            </p:custDataLst>
          </p:nvPr>
        </p:nvSpPr>
        <p:spPr>
          <a:xfrm>
            <a:off x="84455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2" name="Rectangle 411">
            <a:extLst>
              <a:ext uri="{FF2B5EF4-FFF2-40B4-BE49-F238E27FC236}">
                <a16:creationId xmlns:a16="http://schemas.microsoft.com/office/drawing/2014/main" id="{54FC5018-6FDD-4A77-B517-02D106EB873D}"/>
              </a:ext>
              <a:ext uri="{C183D7F6-B498-43B3-948B-1728B52AA6E4}">
                <adec:decorative xmlns:adec="http://schemas.microsoft.com/office/drawing/2017/decorative" val="1"/>
              </a:ext>
            </a:extLst>
          </p:cNvPr>
          <p:cNvSpPr/>
          <p:nvPr>
            <p:custDataLst>
              <p:tags r:id="rId412"/>
            </p:custDataLst>
          </p:nvPr>
        </p:nvSpPr>
        <p:spPr>
          <a:xfrm>
            <a:off x="85344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3" name="Rectangle 412">
            <a:extLst>
              <a:ext uri="{FF2B5EF4-FFF2-40B4-BE49-F238E27FC236}">
                <a16:creationId xmlns:a16="http://schemas.microsoft.com/office/drawing/2014/main" id="{99AD4B92-F2B7-48AF-9185-CF700E0E6A67}"/>
              </a:ext>
              <a:ext uri="{C183D7F6-B498-43B3-948B-1728B52AA6E4}">
                <adec:decorative xmlns:adec="http://schemas.microsoft.com/office/drawing/2017/decorative" val="1"/>
              </a:ext>
            </a:extLst>
          </p:cNvPr>
          <p:cNvSpPr/>
          <p:nvPr>
            <p:custDataLst>
              <p:tags r:id="rId413"/>
            </p:custDataLst>
          </p:nvPr>
        </p:nvSpPr>
        <p:spPr>
          <a:xfrm>
            <a:off x="86233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4" name="Rectangle 413">
            <a:extLst>
              <a:ext uri="{FF2B5EF4-FFF2-40B4-BE49-F238E27FC236}">
                <a16:creationId xmlns:a16="http://schemas.microsoft.com/office/drawing/2014/main" id="{C3850C54-1EF1-44E3-B419-415DE8565EB1}"/>
              </a:ext>
              <a:ext uri="{C183D7F6-B498-43B3-948B-1728B52AA6E4}">
                <adec:decorative xmlns:adec="http://schemas.microsoft.com/office/drawing/2017/decorative" val="1"/>
              </a:ext>
            </a:extLst>
          </p:cNvPr>
          <p:cNvSpPr/>
          <p:nvPr>
            <p:custDataLst>
              <p:tags r:id="rId414"/>
            </p:custDataLst>
          </p:nvPr>
        </p:nvSpPr>
        <p:spPr>
          <a:xfrm>
            <a:off x="87122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5" name="Rectangle 414">
            <a:extLst>
              <a:ext uri="{FF2B5EF4-FFF2-40B4-BE49-F238E27FC236}">
                <a16:creationId xmlns:a16="http://schemas.microsoft.com/office/drawing/2014/main" id="{23791180-0656-4247-84EF-E9B9E12067BA}"/>
              </a:ext>
              <a:ext uri="{C183D7F6-B498-43B3-948B-1728B52AA6E4}">
                <adec:decorative xmlns:adec="http://schemas.microsoft.com/office/drawing/2017/decorative" val="1"/>
              </a:ext>
            </a:extLst>
          </p:cNvPr>
          <p:cNvSpPr/>
          <p:nvPr>
            <p:custDataLst>
              <p:tags r:id="rId415"/>
            </p:custDataLst>
          </p:nvPr>
        </p:nvSpPr>
        <p:spPr>
          <a:xfrm>
            <a:off x="88011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6" name="Rectangle 415">
            <a:extLst>
              <a:ext uri="{FF2B5EF4-FFF2-40B4-BE49-F238E27FC236}">
                <a16:creationId xmlns:a16="http://schemas.microsoft.com/office/drawing/2014/main" id="{591ABF7D-554A-46C1-A4E5-6E9CE125B318}"/>
              </a:ext>
              <a:ext uri="{C183D7F6-B498-43B3-948B-1728B52AA6E4}">
                <adec:decorative xmlns:adec="http://schemas.microsoft.com/office/drawing/2017/decorative" val="1"/>
              </a:ext>
            </a:extLst>
          </p:cNvPr>
          <p:cNvSpPr/>
          <p:nvPr>
            <p:custDataLst>
              <p:tags r:id="rId416"/>
            </p:custDataLst>
          </p:nvPr>
        </p:nvSpPr>
        <p:spPr>
          <a:xfrm>
            <a:off x="88900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7" name="Rectangle 416">
            <a:extLst>
              <a:ext uri="{FF2B5EF4-FFF2-40B4-BE49-F238E27FC236}">
                <a16:creationId xmlns:a16="http://schemas.microsoft.com/office/drawing/2014/main" id="{FE1D1969-F922-4524-B715-C64BA78FF376}"/>
              </a:ext>
              <a:ext uri="{C183D7F6-B498-43B3-948B-1728B52AA6E4}">
                <adec:decorative xmlns:adec="http://schemas.microsoft.com/office/drawing/2017/decorative" val="1"/>
              </a:ext>
            </a:extLst>
          </p:cNvPr>
          <p:cNvSpPr/>
          <p:nvPr>
            <p:custDataLst>
              <p:tags r:id="rId417"/>
            </p:custDataLst>
          </p:nvPr>
        </p:nvSpPr>
        <p:spPr>
          <a:xfrm>
            <a:off x="89789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8" name="Rectangle 417">
            <a:extLst>
              <a:ext uri="{FF2B5EF4-FFF2-40B4-BE49-F238E27FC236}">
                <a16:creationId xmlns:a16="http://schemas.microsoft.com/office/drawing/2014/main" id="{725E30BB-1540-4090-9B88-29D84FCCA508}"/>
              </a:ext>
              <a:ext uri="{C183D7F6-B498-43B3-948B-1728B52AA6E4}">
                <adec:decorative xmlns:adec="http://schemas.microsoft.com/office/drawing/2017/decorative" val="1"/>
              </a:ext>
            </a:extLst>
          </p:cNvPr>
          <p:cNvSpPr/>
          <p:nvPr>
            <p:custDataLst>
              <p:tags r:id="rId418"/>
            </p:custDataLst>
          </p:nvPr>
        </p:nvSpPr>
        <p:spPr>
          <a:xfrm>
            <a:off x="90678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9" name="Rectangle 418">
            <a:extLst>
              <a:ext uri="{FF2B5EF4-FFF2-40B4-BE49-F238E27FC236}">
                <a16:creationId xmlns:a16="http://schemas.microsoft.com/office/drawing/2014/main" id="{3B9387DD-D88B-408F-82CD-FCBEFB0BA76D}"/>
              </a:ext>
              <a:ext uri="{C183D7F6-B498-43B3-948B-1728B52AA6E4}">
                <adec:decorative xmlns:adec="http://schemas.microsoft.com/office/drawing/2017/decorative" val="1"/>
              </a:ext>
            </a:extLst>
          </p:cNvPr>
          <p:cNvSpPr/>
          <p:nvPr>
            <p:custDataLst>
              <p:tags r:id="rId419"/>
            </p:custDataLst>
          </p:nvPr>
        </p:nvSpPr>
        <p:spPr>
          <a:xfrm>
            <a:off x="91567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0" name="Rectangle 419">
            <a:extLst>
              <a:ext uri="{FF2B5EF4-FFF2-40B4-BE49-F238E27FC236}">
                <a16:creationId xmlns:a16="http://schemas.microsoft.com/office/drawing/2014/main" id="{A9643224-2F61-45BB-9084-0BE0842D7767}"/>
              </a:ext>
              <a:ext uri="{C183D7F6-B498-43B3-948B-1728B52AA6E4}">
                <adec:decorative xmlns:adec="http://schemas.microsoft.com/office/drawing/2017/decorative" val="1"/>
              </a:ext>
            </a:extLst>
          </p:cNvPr>
          <p:cNvSpPr/>
          <p:nvPr>
            <p:custDataLst>
              <p:tags r:id="rId420"/>
            </p:custDataLst>
          </p:nvPr>
        </p:nvSpPr>
        <p:spPr>
          <a:xfrm>
            <a:off x="92456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1" name="Rectangle 420">
            <a:extLst>
              <a:ext uri="{FF2B5EF4-FFF2-40B4-BE49-F238E27FC236}">
                <a16:creationId xmlns:a16="http://schemas.microsoft.com/office/drawing/2014/main" id="{892050F2-FCD9-4D8A-87F7-A3FA2FDF6F58}"/>
              </a:ext>
              <a:ext uri="{C183D7F6-B498-43B3-948B-1728B52AA6E4}">
                <adec:decorative xmlns:adec="http://schemas.microsoft.com/office/drawing/2017/decorative" val="1"/>
              </a:ext>
            </a:extLst>
          </p:cNvPr>
          <p:cNvSpPr/>
          <p:nvPr>
            <p:custDataLst>
              <p:tags r:id="rId421"/>
            </p:custDataLst>
          </p:nvPr>
        </p:nvSpPr>
        <p:spPr>
          <a:xfrm>
            <a:off x="93345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2" name="Rectangle 421">
            <a:extLst>
              <a:ext uri="{FF2B5EF4-FFF2-40B4-BE49-F238E27FC236}">
                <a16:creationId xmlns:a16="http://schemas.microsoft.com/office/drawing/2014/main" id="{4135AA5D-F3C0-4AB0-8CDF-EE0822DB0223}"/>
              </a:ext>
              <a:ext uri="{C183D7F6-B498-43B3-948B-1728B52AA6E4}">
                <adec:decorative xmlns:adec="http://schemas.microsoft.com/office/drawing/2017/decorative" val="1"/>
              </a:ext>
            </a:extLst>
          </p:cNvPr>
          <p:cNvSpPr/>
          <p:nvPr>
            <p:custDataLst>
              <p:tags r:id="rId422"/>
            </p:custDataLst>
          </p:nvPr>
        </p:nvSpPr>
        <p:spPr>
          <a:xfrm>
            <a:off x="94234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3" name="Rectangle 422">
            <a:extLst>
              <a:ext uri="{FF2B5EF4-FFF2-40B4-BE49-F238E27FC236}">
                <a16:creationId xmlns:a16="http://schemas.microsoft.com/office/drawing/2014/main" id="{ACFE9AF0-827E-4213-B0EC-95F32BD8AB50}"/>
              </a:ext>
              <a:ext uri="{C183D7F6-B498-43B3-948B-1728B52AA6E4}">
                <adec:decorative xmlns:adec="http://schemas.microsoft.com/office/drawing/2017/decorative" val="1"/>
              </a:ext>
            </a:extLst>
          </p:cNvPr>
          <p:cNvSpPr/>
          <p:nvPr>
            <p:custDataLst>
              <p:tags r:id="rId423"/>
            </p:custDataLst>
          </p:nvPr>
        </p:nvSpPr>
        <p:spPr>
          <a:xfrm>
            <a:off x="95123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4" name="Rectangle 423">
            <a:extLst>
              <a:ext uri="{FF2B5EF4-FFF2-40B4-BE49-F238E27FC236}">
                <a16:creationId xmlns:a16="http://schemas.microsoft.com/office/drawing/2014/main" id="{C2DDB668-61F5-4EFB-B750-5D3F4FE0DF93}"/>
              </a:ext>
              <a:ext uri="{C183D7F6-B498-43B3-948B-1728B52AA6E4}">
                <adec:decorative xmlns:adec="http://schemas.microsoft.com/office/drawing/2017/decorative" val="1"/>
              </a:ext>
            </a:extLst>
          </p:cNvPr>
          <p:cNvSpPr/>
          <p:nvPr>
            <p:custDataLst>
              <p:tags r:id="rId424"/>
            </p:custDataLst>
          </p:nvPr>
        </p:nvSpPr>
        <p:spPr>
          <a:xfrm>
            <a:off x="96012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5" name="Rectangle 424">
            <a:extLst>
              <a:ext uri="{FF2B5EF4-FFF2-40B4-BE49-F238E27FC236}">
                <a16:creationId xmlns:a16="http://schemas.microsoft.com/office/drawing/2014/main" id="{C0DFA0FD-22E1-460A-B5E5-F2E56439CCEA}"/>
              </a:ext>
              <a:ext uri="{C183D7F6-B498-43B3-948B-1728B52AA6E4}">
                <adec:decorative xmlns:adec="http://schemas.microsoft.com/office/drawing/2017/decorative" val="1"/>
              </a:ext>
            </a:extLst>
          </p:cNvPr>
          <p:cNvSpPr/>
          <p:nvPr>
            <p:custDataLst>
              <p:tags r:id="rId425"/>
            </p:custDataLst>
          </p:nvPr>
        </p:nvSpPr>
        <p:spPr>
          <a:xfrm>
            <a:off x="96901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6" name="Rectangle 425">
            <a:extLst>
              <a:ext uri="{FF2B5EF4-FFF2-40B4-BE49-F238E27FC236}">
                <a16:creationId xmlns:a16="http://schemas.microsoft.com/office/drawing/2014/main" id="{4039B715-C94B-4BF7-9270-2BD08F5BCEBC}"/>
              </a:ext>
              <a:ext uri="{C183D7F6-B498-43B3-948B-1728B52AA6E4}">
                <adec:decorative xmlns:adec="http://schemas.microsoft.com/office/drawing/2017/decorative" val="1"/>
              </a:ext>
            </a:extLst>
          </p:cNvPr>
          <p:cNvSpPr/>
          <p:nvPr>
            <p:custDataLst>
              <p:tags r:id="rId426"/>
            </p:custDataLst>
          </p:nvPr>
        </p:nvSpPr>
        <p:spPr>
          <a:xfrm>
            <a:off x="97790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7" name="Rectangle 426">
            <a:extLst>
              <a:ext uri="{FF2B5EF4-FFF2-40B4-BE49-F238E27FC236}">
                <a16:creationId xmlns:a16="http://schemas.microsoft.com/office/drawing/2014/main" id="{AF899E53-D3FD-47B1-95A3-AC20EA941C55}"/>
              </a:ext>
              <a:ext uri="{C183D7F6-B498-43B3-948B-1728B52AA6E4}">
                <adec:decorative xmlns:adec="http://schemas.microsoft.com/office/drawing/2017/decorative" val="1"/>
              </a:ext>
            </a:extLst>
          </p:cNvPr>
          <p:cNvSpPr/>
          <p:nvPr>
            <p:custDataLst>
              <p:tags r:id="rId427"/>
            </p:custDataLst>
          </p:nvPr>
        </p:nvSpPr>
        <p:spPr>
          <a:xfrm>
            <a:off x="98679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8" name="Rectangle 427">
            <a:extLst>
              <a:ext uri="{FF2B5EF4-FFF2-40B4-BE49-F238E27FC236}">
                <a16:creationId xmlns:a16="http://schemas.microsoft.com/office/drawing/2014/main" id="{6B244C18-D0F2-4D4C-8CE8-C9A337ECE68E}"/>
              </a:ext>
              <a:ext uri="{C183D7F6-B498-43B3-948B-1728B52AA6E4}">
                <adec:decorative xmlns:adec="http://schemas.microsoft.com/office/drawing/2017/decorative" val="1"/>
              </a:ext>
            </a:extLst>
          </p:cNvPr>
          <p:cNvSpPr/>
          <p:nvPr>
            <p:custDataLst>
              <p:tags r:id="rId428"/>
            </p:custDataLst>
          </p:nvPr>
        </p:nvSpPr>
        <p:spPr>
          <a:xfrm>
            <a:off x="99568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9" name="Rectangle 428">
            <a:extLst>
              <a:ext uri="{FF2B5EF4-FFF2-40B4-BE49-F238E27FC236}">
                <a16:creationId xmlns:a16="http://schemas.microsoft.com/office/drawing/2014/main" id="{AB6E6C27-FC81-45D1-9557-56022FDB1AF5}"/>
              </a:ext>
              <a:ext uri="{C183D7F6-B498-43B3-948B-1728B52AA6E4}">
                <adec:decorative xmlns:adec="http://schemas.microsoft.com/office/drawing/2017/decorative" val="1"/>
              </a:ext>
            </a:extLst>
          </p:cNvPr>
          <p:cNvSpPr/>
          <p:nvPr>
            <p:custDataLst>
              <p:tags r:id="rId429"/>
            </p:custDataLst>
          </p:nvPr>
        </p:nvSpPr>
        <p:spPr>
          <a:xfrm>
            <a:off x="100457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0" name="Rectangle 429">
            <a:extLst>
              <a:ext uri="{FF2B5EF4-FFF2-40B4-BE49-F238E27FC236}">
                <a16:creationId xmlns:a16="http://schemas.microsoft.com/office/drawing/2014/main" id="{DAC0B955-9DA4-4D2E-8142-6EEDBE3209FE}"/>
              </a:ext>
              <a:ext uri="{C183D7F6-B498-43B3-948B-1728B52AA6E4}">
                <adec:decorative xmlns:adec="http://schemas.microsoft.com/office/drawing/2017/decorative" val="1"/>
              </a:ext>
            </a:extLst>
          </p:cNvPr>
          <p:cNvSpPr/>
          <p:nvPr>
            <p:custDataLst>
              <p:tags r:id="rId430"/>
            </p:custDataLst>
          </p:nvPr>
        </p:nvSpPr>
        <p:spPr>
          <a:xfrm>
            <a:off x="101346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1" name="Rectangle 430">
            <a:extLst>
              <a:ext uri="{FF2B5EF4-FFF2-40B4-BE49-F238E27FC236}">
                <a16:creationId xmlns:a16="http://schemas.microsoft.com/office/drawing/2014/main" id="{0723FF32-5878-4E94-AE45-16B33D297466}"/>
              </a:ext>
              <a:ext uri="{C183D7F6-B498-43B3-948B-1728B52AA6E4}">
                <adec:decorative xmlns:adec="http://schemas.microsoft.com/office/drawing/2017/decorative" val="1"/>
              </a:ext>
            </a:extLst>
          </p:cNvPr>
          <p:cNvSpPr/>
          <p:nvPr>
            <p:custDataLst>
              <p:tags r:id="rId431"/>
            </p:custDataLst>
          </p:nvPr>
        </p:nvSpPr>
        <p:spPr>
          <a:xfrm>
            <a:off x="102235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2" name="Rectangle 431">
            <a:extLst>
              <a:ext uri="{FF2B5EF4-FFF2-40B4-BE49-F238E27FC236}">
                <a16:creationId xmlns:a16="http://schemas.microsoft.com/office/drawing/2014/main" id="{B92C2516-EC5A-45D6-9C77-733E9C132C1A}"/>
              </a:ext>
              <a:ext uri="{C183D7F6-B498-43B3-948B-1728B52AA6E4}">
                <adec:decorative xmlns:adec="http://schemas.microsoft.com/office/drawing/2017/decorative" val="1"/>
              </a:ext>
            </a:extLst>
          </p:cNvPr>
          <p:cNvSpPr/>
          <p:nvPr>
            <p:custDataLst>
              <p:tags r:id="rId432"/>
            </p:custDataLst>
          </p:nvPr>
        </p:nvSpPr>
        <p:spPr>
          <a:xfrm>
            <a:off x="103124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3" name="Rectangle 432">
            <a:extLst>
              <a:ext uri="{FF2B5EF4-FFF2-40B4-BE49-F238E27FC236}">
                <a16:creationId xmlns:a16="http://schemas.microsoft.com/office/drawing/2014/main" id="{D428D8CE-122D-4FEE-9628-6DFB94074246}"/>
              </a:ext>
              <a:ext uri="{C183D7F6-B498-43B3-948B-1728B52AA6E4}">
                <adec:decorative xmlns:adec="http://schemas.microsoft.com/office/drawing/2017/decorative" val="1"/>
              </a:ext>
            </a:extLst>
          </p:cNvPr>
          <p:cNvSpPr/>
          <p:nvPr>
            <p:custDataLst>
              <p:tags r:id="rId433"/>
            </p:custDataLst>
          </p:nvPr>
        </p:nvSpPr>
        <p:spPr>
          <a:xfrm>
            <a:off x="10401300" y="3281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4" name="Rectangle 433">
            <a:extLst>
              <a:ext uri="{FF2B5EF4-FFF2-40B4-BE49-F238E27FC236}">
                <a16:creationId xmlns:a16="http://schemas.microsoft.com/office/drawing/2014/main" id="{9547A8C0-D0A5-499C-9B50-411174BF6EE2}"/>
              </a:ext>
              <a:ext uri="{C183D7F6-B498-43B3-948B-1728B52AA6E4}">
                <adec:decorative xmlns:adec="http://schemas.microsoft.com/office/drawing/2017/decorative" val="1"/>
              </a:ext>
            </a:extLst>
          </p:cNvPr>
          <p:cNvSpPr/>
          <p:nvPr>
            <p:custDataLst>
              <p:tags r:id="rId434"/>
            </p:custDataLst>
          </p:nvPr>
        </p:nvSpPr>
        <p:spPr>
          <a:xfrm>
            <a:off x="104902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5" name="Rectangle 434">
            <a:extLst>
              <a:ext uri="{FF2B5EF4-FFF2-40B4-BE49-F238E27FC236}">
                <a16:creationId xmlns:a16="http://schemas.microsoft.com/office/drawing/2014/main" id="{44F2516D-B6E9-4823-A96F-7C481CFE47B8}"/>
              </a:ext>
              <a:ext uri="{C183D7F6-B498-43B3-948B-1728B52AA6E4}">
                <adec:decorative xmlns:adec="http://schemas.microsoft.com/office/drawing/2017/decorative" val="1"/>
              </a:ext>
            </a:extLst>
          </p:cNvPr>
          <p:cNvSpPr/>
          <p:nvPr>
            <p:custDataLst>
              <p:tags r:id="rId435"/>
            </p:custDataLst>
          </p:nvPr>
        </p:nvSpPr>
        <p:spPr>
          <a:xfrm>
            <a:off x="10579100" y="3281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6" name="Rectangle 435">
            <a:extLst>
              <a:ext uri="{FF2B5EF4-FFF2-40B4-BE49-F238E27FC236}">
                <a16:creationId xmlns:a16="http://schemas.microsoft.com/office/drawing/2014/main" id="{6D07AE62-0829-46C4-B77D-79138ED495C9}"/>
              </a:ext>
              <a:ext uri="{C183D7F6-B498-43B3-948B-1728B52AA6E4}">
                <adec:decorative xmlns:adec="http://schemas.microsoft.com/office/drawing/2017/decorative" val="1"/>
              </a:ext>
            </a:extLst>
          </p:cNvPr>
          <p:cNvSpPr/>
          <p:nvPr>
            <p:custDataLst>
              <p:tags r:id="rId436"/>
            </p:custDataLst>
          </p:nvPr>
        </p:nvSpPr>
        <p:spPr>
          <a:xfrm>
            <a:off x="81788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7" name="Rectangle 436">
            <a:extLst>
              <a:ext uri="{FF2B5EF4-FFF2-40B4-BE49-F238E27FC236}">
                <a16:creationId xmlns:a16="http://schemas.microsoft.com/office/drawing/2014/main" id="{CA23774A-352B-4943-BFA8-505F559C1584}"/>
              </a:ext>
              <a:ext uri="{C183D7F6-B498-43B3-948B-1728B52AA6E4}">
                <adec:decorative xmlns:adec="http://schemas.microsoft.com/office/drawing/2017/decorative" val="1"/>
              </a:ext>
            </a:extLst>
          </p:cNvPr>
          <p:cNvSpPr/>
          <p:nvPr>
            <p:custDataLst>
              <p:tags r:id="rId437"/>
            </p:custDataLst>
          </p:nvPr>
        </p:nvSpPr>
        <p:spPr>
          <a:xfrm>
            <a:off x="82677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8" name="Rectangle 437">
            <a:extLst>
              <a:ext uri="{FF2B5EF4-FFF2-40B4-BE49-F238E27FC236}">
                <a16:creationId xmlns:a16="http://schemas.microsoft.com/office/drawing/2014/main" id="{708059A5-3A10-4529-BE37-AA25A7BCB6F6}"/>
              </a:ext>
              <a:ext uri="{C183D7F6-B498-43B3-948B-1728B52AA6E4}">
                <adec:decorative xmlns:adec="http://schemas.microsoft.com/office/drawing/2017/decorative" val="1"/>
              </a:ext>
            </a:extLst>
          </p:cNvPr>
          <p:cNvSpPr/>
          <p:nvPr>
            <p:custDataLst>
              <p:tags r:id="rId438"/>
            </p:custDataLst>
          </p:nvPr>
        </p:nvSpPr>
        <p:spPr>
          <a:xfrm>
            <a:off x="83566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9" name="Rectangle 438">
            <a:extLst>
              <a:ext uri="{FF2B5EF4-FFF2-40B4-BE49-F238E27FC236}">
                <a16:creationId xmlns:a16="http://schemas.microsoft.com/office/drawing/2014/main" id="{344D3FB8-3197-4745-A6F6-4B7E4105C70D}"/>
              </a:ext>
              <a:ext uri="{C183D7F6-B498-43B3-948B-1728B52AA6E4}">
                <adec:decorative xmlns:adec="http://schemas.microsoft.com/office/drawing/2017/decorative" val="1"/>
              </a:ext>
            </a:extLst>
          </p:cNvPr>
          <p:cNvSpPr/>
          <p:nvPr>
            <p:custDataLst>
              <p:tags r:id="rId439"/>
            </p:custDataLst>
          </p:nvPr>
        </p:nvSpPr>
        <p:spPr>
          <a:xfrm>
            <a:off x="84455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0" name="Rectangle 439">
            <a:extLst>
              <a:ext uri="{FF2B5EF4-FFF2-40B4-BE49-F238E27FC236}">
                <a16:creationId xmlns:a16="http://schemas.microsoft.com/office/drawing/2014/main" id="{ED12B569-04A2-481A-A91C-464D9E6B08FF}"/>
              </a:ext>
              <a:ext uri="{C183D7F6-B498-43B3-948B-1728B52AA6E4}">
                <adec:decorative xmlns:adec="http://schemas.microsoft.com/office/drawing/2017/decorative" val="1"/>
              </a:ext>
            </a:extLst>
          </p:cNvPr>
          <p:cNvSpPr/>
          <p:nvPr>
            <p:custDataLst>
              <p:tags r:id="rId440"/>
            </p:custDataLst>
          </p:nvPr>
        </p:nvSpPr>
        <p:spPr>
          <a:xfrm>
            <a:off x="85344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1" name="Rectangle 440">
            <a:extLst>
              <a:ext uri="{FF2B5EF4-FFF2-40B4-BE49-F238E27FC236}">
                <a16:creationId xmlns:a16="http://schemas.microsoft.com/office/drawing/2014/main" id="{8EDA0AB7-5E28-4C8B-BBEF-EF43AEDE2255}"/>
              </a:ext>
              <a:ext uri="{C183D7F6-B498-43B3-948B-1728B52AA6E4}">
                <adec:decorative xmlns:adec="http://schemas.microsoft.com/office/drawing/2017/decorative" val="1"/>
              </a:ext>
            </a:extLst>
          </p:cNvPr>
          <p:cNvSpPr/>
          <p:nvPr>
            <p:custDataLst>
              <p:tags r:id="rId441"/>
            </p:custDataLst>
          </p:nvPr>
        </p:nvSpPr>
        <p:spPr>
          <a:xfrm>
            <a:off x="86233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2" name="Rectangle 441">
            <a:extLst>
              <a:ext uri="{FF2B5EF4-FFF2-40B4-BE49-F238E27FC236}">
                <a16:creationId xmlns:a16="http://schemas.microsoft.com/office/drawing/2014/main" id="{0D2A2C6A-8D43-420E-AEE8-51E2607EB52D}"/>
              </a:ext>
              <a:ext uri="{C183D7F6-B498-43B3-948B-1728B52AA6E4}">
                <adec:decorative xmlns:adec="http://schemas.microsoft.com/office/drawing/2017/decorative" val="1"/>
              </a:ext>
            </a:extLst>
          </p:cNvPr>
          <p:cNvSpPr/>
          <p:nvPr>
            <p:custDataLst>
              <p:tags r:id="rId442"/>
            </p:custDataLst>
          </p:nvPr>
        </p:nvSpPr>
        <p:spPr>
          <a:xfrm>
            <a:off x="87122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3" name="Rectangle 442">
            <a:extLst>
              <a:ext uri="{FF2B5EF4-FFF2-40B4-BE49-F238E27FC236}">
                <a16:creationId xmlns:a16="http://schemas.microsoft.com/office/drawing/2014/main" id="{D3B8C973-6C41-4974-902D-6998107279BC}"/>
              </a:ext>
              <a:ext uri="{C183D7F6-B498-43B3-948B-1728B52AA6E4}">
                <adec:decorative xmlns:adec="http://schemas.microsoft.com/office/drawing/2017/decorative" val="1"/>
              </a:ext>
            </a:extLst>
          </p:cNvPr>
          <p:cNvSpPr/>
          <p:nvPr>
            <p:custDataLst>
              <p:tags r:id="rId443"/>
            </p:custDataLst>
          </p:nvPr>
        </p:nvSpPr>
        <p:spPr>
          <a:xfrm>
            <a:off x="88011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4" name="Rectangle 443">
            <a:extLst>
              <a:ext uri="{FF2B5EF4-FFF2-40B4-BE49-F238E27FC236}">
                <a16:creationId xmlns:a16="http://schemas.microsoft.com/office/drawing/2014/main" id="{198CDEB6-9A0A-4FA3-A6C2-D56EDF8FE5AC}"/>
              </a:ext>
              <a:ext uri="{C183D7F6-B498-43B3-948B-1728B52AA6E4}">
                <adec:decorative xmlns:adec="http://schemas.microsoft.com/office/drawing/2017/decorative" val="1"/>
              </a:ext>
            </a:extLst>
          </p:cNvPr>
          <p:cNvSpPr/>
          <p:nvPr>
            <p:custDataLst>
              <p:tags r:id="rId444"/>
            </p:custDataLst>
          </p:nvPr>
        </p:nvSpPr>
        <p:spPr>
          <a:xfrm>
            <a:off x="88900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5" name="Rectangle 444">
            <a:extLst>
              <a:ext uri="{FF2B5EF4-FFF2-40B4-BE49-F238E27FC236}">
                <a16:creationId xmlns:a16="http://schemas.microsoft.com/office/drawing/2014/main" id="{94413A85-7633-47B0-8A55-E00A7E726908}"/>
              </a:ext>
              <a:ext uri="{C183D7F6-B498-43B3-948B-1728B52AA6E4}">
                <adec:decorative xmlns:adec="http://schemas.microsoft.com/office/drawing/2017/decorative" val="1"/>
              </a:ext>
            </a:extLst>
          </p:cNvPr>
          <p:cNvSpPr/>
          <p:nvPr>
            <p:custDataLst>
              <p:tags r:id="rId445"/>
            </p:custDataLst>
          </p:nvPr>
        </p:nvSpPr>
        <p:spPr>
          <a:xfrm>
            <a:off x="89789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6" name="Rectangle 445">
            <a:extLst>
              <a:ext uri="{FF2B5EF4-FFF2-40B4-BE49-F238E27FC236}">
                <a16:creationId xmlns:a16="http://schemas.microsoft.com/office/drawing/2014/main" id="{B565235F-52F5-4951-9B7C-05DCB25EEC43}"/>
              </a:ext>
              <a:ext uri="{C183D7F6-B498-43B3-948B-1728B52AA6E4}">
                <adec:decorative xmlns:adec="http://schemas.microsoft.com/office/drawing/2017/decorative" val="1"/>
              </a:ext>
            </a:extLst>
          </p:cNvPr>
          <p:cNvSpPr/>
          <p:nvPr>
            <p:custDataLst>
              <p:tags r:id="rId446"/>
            </p:custDataLst>
          </p:nvPr>
        </p:nvSpPr>
        <p:spPr>
          <a:xfrm>
            <a:off x="90678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7" name="Rectangle 446">
            <a:extLst>
              <a:ext uri="{FF2B5EF4-FFF2-40B4-BE49-F238E27FC236}">
                <a16:creationId xmlns:a16="http://schemas.microsoft.com/office/drawing/2014/main" id="{69FCDC9B-F175-4A27-A0FE-0CA40BB9284C}"/>
              </a:ext>
              <a:ext uri="{C183D7F6-B498-43B3-948B-1728B52AA6E4}">
                <adec:decorative xmlns:adec="http://schemas.microsoft.com/office/drawing/2017/decorative" val="1"/>
              </a:ext>
            </a:extLst>
          </p:cNvPr>
          <p:cNvSpPr/>
          <p:nvPr>
            <p:custDataLst>
              <p:tags r:id="rId447"/>
            </p:custDataLst>
          </p:nvPr>
        </p:nvSpPr>
        <p:spPr>
          <a:xfrm>
            <a:off x="91567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8" name="Rectangle 447">
            <a:extLst>
              <a:ext uri="{FF2B5EF4-FFF2-40B4-BE49-F238E27FC236}">
                <a16:creationId xmlns:a16="http://schemas.microsoft.com/office/drawing/2014/main" id="{2C014861-AF4E-48C4-A8DB-1EECB3AF4042}"/>
              </a:ext>
              <a:ext uri="{C183D7F6-B498-43B3-948B-1728B52AA6E4}">
                <adec:decorative xmlns:adec="http://schemas.microsoft.com/office/drawing/2017/decorative" val="1"/>
              </a:ext>
            </a:extLst>
          </p:cNvPr>
          <p:cNvSpPr/>
          <p:nvPr>
            <p:custDataLst>
              <p:tags r:id="rId448"/>
            </p:custDataLst>
          </p:nvPr>
        </p:nvSpPr>
        <p:spPr>
          <a:xfrm>
            <a:off x="92456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49" name="Rectangle 448">
            <a:extLst>
              <a:ext uri="{FF2B5EF4-FFF2-40B4-BE49-F238E27FC236}">
                <a16:creationId xmlns:a16="http://schemas.microsoft.com/office/drawing/2014/main" id="{904054D5-CBD1-468D-8EDF-388499BEE935}"/>
              </a:ext>
              <a:ext uri="{C183D7F6-B498-43B3-948B-1728B52AA6E4}">
                <adec:decorative xmlns:adec="http://schemas.microsoft.com/office/drawing/2017/decorative" val="1"/>
              </a:ext>
            </a:extLst>
          </p:cNvPr>
          <p:cNvSpPr/>
          <p:nvPr>
            <p:custDataLst>
              <p:tags r:id="rId449"/>
            </p:custDataLst>
          </p:nvPr>
        </p:nvSpPr>
        <p:spPr>
          <a:xfrm>
            <a:off x="93345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0" name="Rectangle 449">
            <a:extLst>
              <a:ext uri="{FF2B5EF4-FFF2-40B4-BE49-F238E27FC236}">
                <a16:creationId xmlns:a16="http://schemas.microsoft.com/office/drawing/2014/main" id="{D7945695-C066-4341-8A81-D47B43B7745B}"/>
              </a:ext>
              <a:ext uri="{C183D7F6-B498-43B3-948B-1728B52AA6E4}">
                <adec:decorative xmlns:adec="http://schemas.microsoft.com/office/drawing/2017/decorative" val="1"/>
              </a:ext>
            </a:extLst>
          </p:cNvPr>
          <p:cNvSpPr/>
          <p:nvPr>
            <p:custDataLst>
              <p:tags r:id="rId450"/>
            </p:custDataLst>
          </p:nvPr>
        </p:nvSpPr>
        <p:spPr>
          <a:xfrm>
            <a:off x="94234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1" name="Rectangle 450">
            <a:extLst>
              <a:ext uri="{FF2B5EF4-FFF2-40B4-BE49-F238E27FC236}">
                <a16:creationId xmlns:a16="http://schemas.microsoft.com/office/drawing/2014/main" id="{7B8A9B27-7637-43E6-9025-EA54F17CF172}"/>
              </a:ext>
              <a:ext uri="{C183D7F6-B498-43B3-948B-1728B52AA6E4}">
                <adec:decorative xmlns:adec="http://schemas.microsoft.com/office/drawing/2017/decorative" val="1"/>
              </a:ext>
            </a:extLst>
          </p:cNvPr>
          <p:cNvSpPr/>
          <p:nvPr>
            <p:custDataLst>
              <p:tags r:id="rId451"/>
            </p:custDataLst>
          </p:nvPr>
        </p:nvSpPr>
        <p:spPr>
          <a:xfrm>
            <a:off x="95123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2" name="Rectangle 451">
            <a:extLst>
              <a:ext uri="{FF2B5EF4-FFF2-40B4-BE49-F238E27FC236}">
                <a16:creationId xmlns:a16="http://schemas.microsoft.com/office/drawing/2014/main" id="{A9F14675-1555-4D0E-817D-4F2FB2DC7AB6}"/>
              </a:ext>
              <a:ext uri="{C183D7F6-B498-43B3-948B-1728B52AA6E4}">
                <adec:decorative xmlns:adec="http://schemas.microsoft.com/office/drawing/2017/decorative" val="1"/>
              </a:ext>
            </a:extLst>
          </p:cNvPr>
          <p:cNvSpPr/>
          <p:nvPr>
            <p:custDataLst>
              <p:tags r:id="rId452"/>
            </p:custDataLst>
          </p:nvPr>
        </p:nvSpPr>
        <p:spPr>
          <a:xfrm>
            <a:off x="96012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3" name="Rectangle 452">
            <a:extLst>
              <a:ext uri="{FF2B5EF4-FFF2-40B4-BE49-F238E27FC236}">
                <a16:creationId xmlns:a16="http://schemas.microsoft.com/office/drawing/2014/main" id="{967DBFF2-423E-495B-99ED-30C748439F59}"/>
              </a:ext>
              <a:ext uri="{C183D7F6-B498-43B3-948B-1728B52AA6E4}">
                <adec:decorative xmlns:adec="http://schemas.microsoft.com/office/drawing/2017/decorative" val="1"/>
              </a:ext>
            </a:extLst>
          </p:cNvPr>
          <p:cNvSpPr/>
          <p:nvPr>
            <p:custDataLst>
              <p:tags r:id="rId453"/>
            </p:custDataLst>
          </p:nvPr>
        </p:nvSpPr>
        <p:spPr>
          <a:xfrm>
            <a:off x="96901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4" name="Rectangle 453">
            <a:extLst>
              <a:ext uri="{FF2B5EF4-FFF2-40B4-BE49-F238E27FC236}">
                <a16:creationId xmlns:a16="http://schemas.microsoft.com/office/drawing/2014/main" id="{90D1A748-59D1-4E77-B60E-B303857308CC}"/>
              </a:ext>
              <a:ext uri="{C183D7F6-B498-43B3-948B-1728B52AA6E4}">
                <adec:decorative xmlns:adec="http://schemas.microsoft.com/office/drawing/2017/decorative" val="1"/>
              </a:ext>
            </a:extLst>
          </p:cNvPr>
          <p:cNvSpPr/>
          <p:nvPr>
            <p:custDataLst>
              <p:tags r:id="rId454"/>
            </p:custDataLst>
          </p:nvPr>
        </p:nvSpPr>
        <p:spPr>
          <a:xfrm>
            <a:off x="97790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5" name="Rectangle 454">
            <a:extLst>
              <a:ext uri="{FF2B5EF4-FFF2-40B4-BE49-F238E27FC236}">
                <a16:creationId xmlns:a16="http://schemas.microsoft.com/office/drawing/2014/main" id="{4E60A186-DFF1-43E3-85E0-DE53AA4AA110}"/>
              </a:ext>
              <a:ext uri="{C183D7F6-B498-43B3-948B-1728B52AA6E4}">
                <adec:decorative xmlns:adec="http://schemas.microsoft.com/office/drawing/2017/decorative" val="1"/>
              </a:ext>
            </a:extLst>
          </p:cNvPr>
          <p:cNvSpPr/>
          <p:nvPr>
            <p:custDataLst>
              <p:tags r:id="rId455"/>
            </p:custDataLst>
          </p:nvPr>
        </p:nvSpPr>
        <p:spPr>
          <a:xfrm>
            <a:off x="98679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6" name="Rectangle 455">
            <a:extLst>
              <a:ext uri="{FF2B5EF4-FFF2-40B4-BE49-F238E27FC236}">
                <a16:creationId xmlns:a16="http://schemas.microsoft.com/office/drawing/2014/main" id="{3B865890-37DF-4AB3-AE6F-6D0ADDACFD28}"/>
              </a:ext>
              <a:ext uri="{C183D7F6-B498-43B3-948B-1728B52AA6E4}">
                <adec:decorative xmlns:adec="http://schemas.microsoft.com/office/drawing/2017/decorative" val="1"/>
              </a:ext>
            </a:extLst>
          </p:cNvPr>
          <p:cNvSpPr/>
          <p:nvPr>
            <p:custDataLst>
              <p:tags r:id="rId456"/>
            </p:custDataLst>
          </p:nvPr>
        </p:nvSpPr>
        <p:spPr>
          <a:xfrm>
            <a:off x="99568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7" name="Rectangle 456">
            <a:extLst>
              <a:ext uri="{FF2B5EF4-FFF2-40B4-BE49-F238E27FC236}">
                <a16:creationId xmlns:a16="http://schemas.microsoft.com/office/drawing/2014/main" id="{4B0A291B-D0C2-4545-BC15-08B3830B1585}"/>
              </a:ext>
              <a:ext uri="{C183D7F6-B498-43B3-948B-1728B52AA6E4}">
                <adec:decorative xmlns:adec="http://schemas.microsoft.com/office/drawing/2017/decorative" val="1"/>
              </a:ext>
            </a:extLst>
          </p:cNvPr>
          <p:cNvSpPr/>
          <p:nvPr>
            <p:custDataLst>
              <p:tags r:id="rId457"/>
            </p:custDataLst>
          </p:nvPr>
        </p:nvSpPr>
        <p:spPr>
          <a:xfrm>
            <a:off x="100457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8" name="Rectangle 457">
            <a:extLst>
              <a:ext uri="{FF2B5EF4-FFF2-40B4-BE49-F238E27FC236}">
                <a16:creationId xmlns:a16="http://schemas.microsoft.com/office/drawing/2014/main" id="{843AA878-3834-4FC2-B752-73477E42312E}"/>
              </a:ext>
              <a:ext uri="{C183D7F6-B498-43B3-948B-1728B52AA6E4}">
                <adec:decorative xmlns:adec="http://schemas.microsoft.com/office/drawing/2017/decorative" val="1"/>
              </a:ext>
            </a:extLst>
          </p:cNvPr>
          <p:cNvSpPr/>
          <p:nvPr>
            <p:custDataLst>
              <p:tags r:id="rId458"/>
            </p:custDataLst>
          </p:nvPr>
        </p:nvSpPr>
        <p:spPr>
          <a:xfrm>
            <a:off x="101346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59" name="Rectangle 458">
            <a:extLst>
              <a:ext uri="{FF2B5EF4-FFF2-40B4-BE49-F238E27FC236}">
                <a16:creationId xmlns:a16="http://schemas.microsoft.com/office/drawing/2014/main" id="{B953C47D-10FC-49FF-8E4B-9F628E326DAA}"/>
              </a:ext>
              <a:ext uri="{C183D7F6-B498-43B3-948B-1728B52AA6E4}">
                <adec:decorative xmlns:adec="http://schemas.microsoft.com/office/drawing/2017/decorative" val="1"/>
              </a:ext>
            </a:extLst>
          </p:cNvPr>
          <p:cNvSpPr/>
          <p:nvPr>
            <p:custDataLst>
              <p:tags r:id="rId459"/>
            </p:custDataLst>
          </p:nvPr>
        </p:nvSpPr>
        <p:spPr>
          <a:xfrm>
            <a:off x="102235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0" name="Rectangle 459">
            <a:extLst>
              <a:ext uri="{FF2B5EF4-FFF2-40B4-BE49-F238E27FC236}">
                <a16:creationId xmlns:a16="http://schemas.microsoft.com/office/drawing/2014/main" id="{F7802ECA-D583-4AB0-9486-992D8A880753}"/>
              </a:ext>
              <a:ext uri="{C183D7F6-B498-43B3-948B-1728B52AA6E4}">
                <adec:decorative xmlns:adec="http://schemas.microsoft.com/office/drawing/2017/decorative" val="1"/>
              </a:ext>
            </a:extLst>
          </p:cNvPr>
          <p:cNvSpPr/>
          <p:nvPr>
            <p:custDataLst>
              <p:tags r:id="rId460"/>
            </p:custDataLst>
          </p:nvPr>
        </p:nvSpPr>
        <p:spPr>
          <a:xfrm>
            <a:off x="103124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1" name="Rectangle 460">
            <a:extLst>
              <a:ext uri="{FF2B5EF4-FFF2-40B4-BE49-F238E27FC236}">
                <a16:creationId xmlns:a16="http://schemas.microsoft.com/office/drawing/2014/main" id="{26598921-0612-495E-9A1C-E72E22C97A06}"/>
              </a:ext>
              <a:ext uri="{C183D7F6-B498-43B3-948B-1728B52AA6E4}">
                <adec:decorative xmlns:adec="http://schemas.microsoft.com/office/drawing/2017/decorative" val="1"/>
              </a:ext>
            </a:extLst>
          </p:cNvPr>
          <p:cNvSpPr/>
          <p:nvPr>
            <p:custDataLst>
              <p:tags r:id="rId461"/>
            </p:custDataLst>
          </p:nvPr>
        </p:nvSpPr>
        <p:spPr>
          <a:xfrm>
            <a:off x="104013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2" name="Rectangle 461">
            <a:extLst>
              <a:ext uri="{FF2B5EF4-FFF2-40B4-BE49-F238E27FC236}">
                <a16:creationId xmlns:a16="http://schemas.microsoft.com/office/drawing/2014/main" id="{1F1775A3-EB94-459D-94CA-4B8EF2CD60D7}"/>
              </a:ext>
              <a:ext uri="{C183D7F6-B498-43B3-948B-1728B52AA6E4}">
                <adec:decorative xmlns:adec="http://schemas.microsoft.com/office/drawing/2017/decorative" val="1"/>
              </a:ext>
            </a:extLst>
          </p:cNvPr>
          <p:cNvSpPr/>
          <p:nvPr>
            <p:custDataLst>
              <p:tags r:id="rId462"/>
            </p:custDataLst>
          </p:nvPr>
        </p:nvSpPr>
        <p:spPr>
          <a:xfrm>
            <a:off x="104902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3" name="Rectangle 462">
            <a:extLst>
              <a:ext uri="{FF2B5EF4-FFF2-40B4-BE49-F238E27FC236}">
                <a16:creationId xmlns:a16="http://schemas.microsoft.com/office/drawing/2014/main" id="{AA208278-D0AA-4310-A903-FE8E01606A29}"/>
              </a:ext>
              <a:ext uri="{C183D7F6-B498-43B3-948B-1728B52AA6E4}">
                <adec:decorative xmlns:adec="http://schemas.microsoft.com/office/drawing/2017/decorative" val="1"/>
              </a:ext>
            </a:extLst>
          </p:cNvPr>
          <p:cNvSpPr/>
          <p:nvPr>
            <p:custDataLst>
              <p:tags r:id="rId463"/>
            </p:custDataLst>
          </p:nvPr>
        </p:nvSpPr>
        <p:spPr>
          <a:xfrm>
            <a:off x="10579100" y="33705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4" name="Rectangle 463">
            <a:extLst>
              <a:ext uri="{FF2B5EF4-FFF2-40B4-BE49-F238E27FC236}">
                <a16:creationId xmlns:a16="http://schemas.microsoft.com/office/drawing/2014/main" id="{E050C860-8E91-40E8-B535-5A547EF68E5E}"/>
              </a:ext>
              <a:ext uri="{C183D7F6-B498-43B3-948B-1728B52AA6E4}">
                <adec:decorative xmlns:adec="http://schemas.microsoft.com/office/drawing/2017/decorative" val="1"/>
              </a:ext>
            </a:extLst>
          </p:cNvPr>
          <p:cNvSpPr/>
          <p:nvPr>
            <p:custDataLst>
              <p:tags r:id="rId464"/>
            </p:custDataLst>
          </p:nvPr>
        </p:nvSpPr>
        <p:spPr>
          <a:xfrm>
            <a:off x="10668000" y="33705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5" name="Rectangle 464">
            <a:extLst>
              <a:ext uri="{FF2B5EF4-FFF2-40B4-BE49-F238E27FC236}">
                <a16:creationId xmlns:a16="http://schemas.microsoft.com/office/drawing/2014/main" id="{664B09D8-B8FD-4DE9-9282-070BABF5207E}"/>
              </a:ext>
              <a:ext uri="{C183D7F6-B498-43B3-948B-1728B52AA6E4}">
                <adec:decorative xmlns:adec="http://schemas.microsoft.com/office/drawing/2017/decorative" val="1"/>
              </a:ext>
            </a:extLst>
          </p:cNvPr>
          <p:cNvSpPr/>
          <p:nvPr>
            <p:custDataLst>
              <p:tags r:id="rId465"/>
            </p:custDataLst>
          </p:nvPr>
        </p:nvSpPr>
        <p:spPr>
          <a:xfrm>
            <a:off x="81788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6" name="Rectangle 465">
            <a:extLst>
              <a:ext uri="{FF2B5EF4-FFF2-40B4-BE49-F238E27FC236}">
                <a16:creationId xmlns:a16="http://schemas.microsoft.com/office/drawing/2014/main" id="{9746B03D-F3A8-4EC8-B2EE-E16BE6938E82}"/>
              </a:ext>
              <a:ext uri="{C183D7F6-B498-43B3-948B-1728B52AA6E4}">
                <adec:decorative xmlns:adec="http://schemas.microsoft.com/office/drawing/2017/decorative" val="1"/>
              </a:ext>
            </a:extLst>
          </p:cNvPr>
          <p:cNvSpPr/>
          <p:nvPr>
            <p:custDataLst>
              <p:tags r:id="rId466"/>
            </p:custDataLst>
          </p:nvPr>
        </p:nvSpPr>
        <p:spPr>
          <a:xfrm>
            <a:off x="82677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7" name="Rectangle 466">
            <a:extLst>
              <a:ext uri="{FF2B5EF4-FFF2-40B4-BE49-F238E27FC236}">
                <a16:creationId xmlns:a16="http://schemas.microsoft.com/office/drawing/2014/main" id="{9986667F-4BAA-43A3-B394-E4F68C6AB767}"/>
              </a:ext>
              <a:ext uri="{C183D7F6-B498-43B3-948B-1728B52AA6E4}">
                <adec:decorative xmlns:adec="http://schemas.microsoft.com/office/drawing/2017/decorative" val="1"/>
              </a:ext>
            </a:extLst>
          </p:cNvPr>
          <p:cNvSpPr/>
          <p:nvPr>
            <p:custDataLst>
              <p:tags r:id="rId467"/>
            </p:custDataLst>
          </p:nvPr>
        </p:nvSpPr>
        <p:spPr>
          <a:xfrm>
            <a:off x="83566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8" name="Rectangle 467">
            <a:extLst>
              <a:ext uri="{FF2B5EF4-FFF2-40B4-BE49-F238E27FC236}">
                <a16:creationId xmlns:a16="http://schemas.microsoft.com/office/drawing/2014/main" id="{5A6B53D2-A5AC-48C7-B678-9A239D045024}"/>
              </a:ext>
              <a:ext uri="{C183D7F6-B498-43B3-948B-1728B52AA6E4}">
                <adec:decorative xmlns:adec="http://schemas.microsoft.com/office/drawing/2017/decorative" val="1"/>
              </a:ext>
            </a:extLst>
          </p:cNvPr>
          <p:cNvSpPr/>
          <p:nvPr>
            <p:custDataLst>
              <p:tags r:id="rId468"/>
            </p:custDataLst>
          </p:nvPr>
        </p:nvSpPr>
        <p:spPr>
          <a:xfrm>
            <a:off x="84455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9" name="Rectangle 468">
            <a:extLst>
              <a:ext uri="{FF2B5EF4-FFF2-40B4-BE49-F238E27FC236}">
                <a16:creationId xmlns:a16="http://schemas.microsoft.com/office/drawing/2014/main" id="{0B77C4BA-35CA-4D02-B268-B1695DF4E058}"/>
              </a:ext>
              <a:ext uri="{C183D7F6-B498-43B3-948B-1728B52AA6E4}">
                <adec:decorative xmlns:adec="http://schemas.microsoft.com/office/drawing/2017/decorative" val="1"/>
              </a:ext>
            </a:extLst>
          </p:cNvPr>
          <p:cNvSpPr/>
          <p:nvPr>
            <p:custDataLst>
              <p:tags r:id="rId469"/>
            </p:custDataLst>
          </p:nvPr>
        </p:nvSpPr>
        <p:spPr>
          <a:xfrm>
            <a:off x="85344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0" name="Rectangle 469">
            <a:extLst>
              <a:ext uri="{FF2B5EF4-FFF2-40B4-BE49-F238E27FC236}">
                <a16:creationId xmlns:a16="http://schemas.microsoft.com/office/drawing/2014/main" id="{27E29EA1-B567-44D7-8CA8-EA2BD99C0B02}"/>
              </a:ext>
              <a:ext uri="{C183D7F6-B498-43B3-948B-1728B52AA6E4}">
                <adec:decorative xmlns:adec="http://schemas.microsoft.com/office/drawing/2017/decorative" val="1"/>
              </a:ext>
            </a:extLst>
          </p:cNvPr>
          <p:cNvSpPr/>
          <p:nvPr>
            <p:custDataLst>
              <p:tags r:id="rId470"/>
            </p:custDataLst>
          </p:nvPr>
        </p:nvSpPr>
        <p:spPr>
          <a:xfrm>
            <a:off x="86233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1" name="Rectangle 470">
            <a:extLst>
              <a:ext uri="{FF2B5EF4-FFF2-40B4-BE49-F238E27FC236}">
                <a16:creationId xmlns:a16="http://schemas.microsoft.com/office/drawing/2014/main" id="{73C95215-5EDB-4E91-8BD8-BE6C9B22EAF4}"/>
              </a:ext>
              <a:ext uri="{C183D7F6-B498-43B3-948B-1728B52AA6E4}">
                <adec:decorative xmlns:adec="http://schemas.microsoft.com/office/drawing/2017/decorative" val="1"/>
              </a:ext>
            </a:extLst>
          </p:cNvPr>
          <p:cNvSpPr/>
          <p:nvPr>
            <p:custDataLst>
              <p:tags r:id="rId471"/>
            </p:custDataLst>
          </p:nvPr>
        </p:nvSpPr>
        <p:spPr>
          <a:xfrm>
            <a:off x="87122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2" name="Rectangle 471">
            <a:extLst>
              <a:ext uri="{FF2B5EF4-FFF2-40B4-BE49-F238E27FC236}">
                <a16:creationId xmlns:a16="http://schemas.microsoft.com/office/drawing/2014/main" id="{06C49A48-613B-4BC5-B00D-3D723F2060CD}"/>
              </a:ext>
              <a:ext uri="{C183D7F6-B498-43B3-948B-1728B52AA6E4}">
                <adec:decorative xmlns:adec="http://schemas.microsoft.com/office/drawing/2017/decorative" val="1"/>
              </a:ext>
            </a:extLst>
          </p:cNvPr>
          <p:cNvSpPr/>
          <p:nvPr>
            <p:custDataLst>
              <p:tags r:id="rId472"/>
            </p:custDataLst>
          </p:nvPr>
        </p:nvSpPr>
        <p:spPr>
          <a:xfrm>
            <a:off x="88011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3" name="Rectangle 472">
            <a:extLst>
              <a:ext uri="{FF2B5EF4-FFF2-40B4-BE49-F238E27FC236}">
                <a16:creationId xmlns:a16="http://schemas.microsoft.com/office/drawing/2014/main" id="{36E5A72D-0494-473D-A618-65EC4C7C9AD2}"/>
              </a:ext>
              <a:ext uri="{C183D7F6-B498-43B3-948B-1728B52AA6E4}">
                <adec:decorative xmlns:adec="http://schemas.microsoft.com/office/drawing/2017/decorative" val="1"/>
              </a:ext>
            </a:extLst>
          </p:cNvPr>
          <p:cNvSpPr/>
          <p:nvPr>
            <p:custDataLst>
              <p:tags r:id="rId473"/>
            </p:custDataLst>
          </p:nvPr>
        </p:nvSpPr>
        <p:spPr>
          <a:xfrm>
            <a:off x="88900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4" name="Rectangle 473">
            <a:extLst>
              <a:ext uri="{FF2B5EF4-FFF2-40B4-BE49-F238E27FC236}">
                <a16:creationId xmlns:a16="http://schemas.microsoft.com/office/drawing/2014/main" id="{B8D207BC-DED9-4438-8096-7A4D0CF0CA42}"/>
              </a:ext>
              <a:ext uri="{C183D7F6-B498-43B3-948B-1728B52AA6E4}">
                <adec:decorative xmlns:adec="http://schemas.microsoft.com/office/drawing/2017/decorative" val="1"/>
              </a:ext>
            </a:extLst>
          </p:cNvPr>
          <p:cNvSpPr/>
          <p:nvPr>
            <p:custDataLst>
              <p:tags r:id="rId474"/>
            </p:custDataLst>
          </p:nvPr>
        </p:nvSpPr>
        <p:spPr>
          <a:xfrm>
            <a:off x="89789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5" name="Rectangle 474">
            <a:extLst>
              <a:ext uri="{FF2B5EF4-FFF2-40B4-BE49-F238E27FC236}">
                <a16:creationId xmlns:a16="http://schemas.microsoft.com/office/drawing/2014/main" id="{3EDD74FC-0F93-4F90-8D9E-474C7BC4D8DD}"/>
              </a:ext>
              <a:ext uri="{C183D7F6-B498-43B3-948B-1728B52AA6E4}">
                <adec:decorative xmlns:adec="http://schemas.microsoft.com/office/drawing/2017/decorative" val="1"/>
              </a:ext>
            </a:extLst>
          </p:cNvPr>
          <p:cNvSpPr/>
          <p:nvPr>
            <p:custDataLst>
              <p:tags r:id="rId475"/>
            </p:custDataLst>
          </p:nvPr>
        </p:nvSpPr>
        <p:spPr>
          <a:xfrm>
            <a:off x="90678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6" name="Rectangle 475">
            <a:extLst>
              <a:ext uri="{FF2B5EF4-FFF2-40B4-BE49-F238E27FC236}">
                <a16:creationId xmlns:a16="http://schemas.microsoft.com/office/drawing/2014/main" id="{8A2A0C90-E3B8-46FF-B12E-DD88A850A9C2}"/>
              </a:ext>
              <a:ext uri="{C183D7F6-B498-43B3-948B-1728B52AA6E4}">
                <adec:decorative xmlns:adec="http://schemas.microsoft.com/office/drawing/2017/decorative" val="1"/>
              </a:ext>
            </a:extLst>
          </p:cNvPr>
          <p:cNvSpPr/>
          <p:nvPr>
            <p:custDataLst>
              <p:tags r:id="rId476"/>
            </p:custDataLst>
          </p:nvPr>
        </p:nvSpPr>
        <p:spPr>
          <a:xfrm>
            <a:off x="91567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7" name="Rectangle 476">
            <a:extLst>
              <a:ext uri="{FF2B5EF4-FFF2-40B4-BE49-F238E27FC236}">
                <a16:creationId xmlns:a16="http://schemas.microsoft.com/office/drawing/2014/main" id="{FE14FCBC-D6BC-489D-B561-B58E53CA7F54}"/>
              </a:ext>
              <a:ext uri="{C183D7F6-B498-43B3-948B-1728B52AA6E4}">
                <adec:decorative xmlns:adec="http://schemas.microsoft.com/office/drawing/2017/decorative" val="1"/>
              </a:ext>
            </a:extLst>
          </p:cNvPr>
          <p:cNvSpPr/>
          <p:nvPr>
            <p:custDataLst>
              <p:tags r:id="rId477"/>
            </p:custDataLst>
          </p:nvPr>
        </p:nvSpPr>
        <p:spPr>
          <a:xfrm>
            <a:off x="92456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8" name="Rectangle 477">
            <a:extLst>
              <a:ext uri="{FF2B5EF4-FFF2-40B4-BE49-F238E27FC236}">
                <a16:creationId xmlns:a16="http://schemas.microsoft.com/office/drawing/2014/main" id="{46EAFF3F-FFC0-4D8C-B317-18906D9E07EA}"/>
              </a:ext>
              <a:ext uri="{C183D7F6-B498-43B3-948B-1728B52AA6E4}">
                <adec:decorative xmlns:adec="http://schemas.microsoft.com/office/drawing/2017/decorative" val="1"/>
              </a:ext>
            </a:extLst>
          </p:cNvPr>
          <p:cNvSpPr/>
          <p:nvPr>
            <p:custDataLst>
              <p:tags r:id="rId478"/>
            </p:custDataLst>
          </p:nvPr>
        </p:nvSpPr>
        <p:spPr>
          <a:xfrm>
            <a:off x="93345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9" name="Rectangle 478">
            <a:extLst>
              <a:ext uri="{FF2B5EF4-FFF2-40B4-BE49-F238E27FC236}">
                <a16:creationId xmlns:a16="http://schemas.microsoft.com/office/drawing/2014/main" id="{C1E26E5B-D4EB-4A4E-9160-C255D7228580}"/>
              </a:ext>
              <a:ext uri="{C183D7F6-B498-43B3-948B-1728B52AA6E4}">
                <adec:decorative xmlns:adec="http://schemas.microsoft.com/office/drawing/2017/decorative" val="1"/>
              </a:ext>
            </a:extLst>
          </p:cNvPr>
          <p:cNvSpPr/>
          <p:nvPr>
            <p:custDataLst>
              <p:tags r:id="rId479"/>
            </p:custDataLst>
          </p:nvPr>
        </p:nvSpPr>
        <p:spPr>
          <a:xfrm>
            <a:off x="94234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0" name="Rectangle 479">
            <a:extLst>
              <a:ext uri="{FF2B5EF4-FFF2-40B4-BE49-F238E27FC236}">
                <a16:creationId xmlns:a16="http://schemas.microsoft.com/office/drawing/2014/main" id="{8D1F9613-AA8F-4C66-AF09-44DF66596E16}"/>
              </a:ext>
              <a:ext uri="{C183D7F6-B498-43B3-948B-1728B52AA6E4}">
                <adec:decorative xmlns:adec="http://schemas.microsoft.com/office/drawing/2017/decorative" val="1"/>
              </a:ext>
            </a:extLst>
          </p:cNvPr>
          <p:cNvSpPr/>
          <p:nvPr>
            <p:custDataLst>
              <p:tags r:id="rId480"/>
            </p:custDataLst>
          </p:nvPr>
        </p:nvSpPr>
        <p:spPr>
          <a:xfrm>
            <a:off x="95123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1" name="Rectangle 480">
            <a:extLst>
              <a:ext uri="{FF2B5EF4-FFF2-40B4-BE49-F238E27FC236}">
                <a16:creationId xmlns:a16="http://schemas.microsoft.com/office/drawing/2014/main" id="{5F96729A-E6E9-4EE8-B88C-B12FB3370A5B}"/>
              </a:ext>
              <a:ext uri="{C183D7F6-B498-43B3-948B-1728B52AA6E4}">
                <adec:decorative xmlns:adec="http://schemas.microsoft.com/office/drawing/2017/decorative" val="1"/>
              </a:ext>
            </a:extLst>
          </p:cNvPr>
          <p:cNvSpPr/>
          <p:nvPr>
            <p:custDataLst>
              <p:tags r:id="rId481"/>
            </p:custDataLst>
          </p:nvPr>
        </p:nvSpPr>
        <p:spPr>
          <a:xfrm>
            <a:off x="96012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2" name="Rectangle 481">
            <a:extLst>
              <a:ext uri="{FF2B5EF4-FFF2-40B4-BE49-F238E27FC236}">
                <a16:creationId xmlns:a16="http://schemas.microsoft.com/office/drawing/2014/main" id="{D25D3785-12C3-4565-A135-8992F4903B3B}"/>
              </a:ext>
              <a:ext uri="{C183D7F6-B498-43B3-948B-1728B52AA6E4}">
                <adec:decorative xmlns:adec="http://schemas.microsoft.com/office/drawing/2017/decorative" val="1"/>
              </a:ext>
            </a:extLst>
          </p:cNvPr>
          <p:cNvSpPr/>
          <p:nvPr>
            <p:custDataLst>
              <p:tags r:id="rId482"/>
            </p:custDataLst>
          </p:nvPr>
        </p:nvSpPr>
        <p:spPr>
          <a:xfrm>
            <a:off x="96901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3" name="Rectangle 482">
            <a:extLst>
              <a:ext uri="{FF2B5EF4-FFF2-40B4-BE49-F238E27FC236}">
                <a16:creationId xmlns:a16="http://schemas.microsoft.com/office/drawing/2014/main" id="{04003A99-1E10-4A6F-86A8-F1B7B16E3E7A}"/>
              </a:ext>
              <a:ext uri="{C183D7F6-B498-43B3-948B-1728B52AA6E4}">
                <adec:decorative xmlns:adec="http://schemas.microsoft.com/office/drawing/2017/decorative" val="1"/>
              </a:ext>
            </a:extLst>
          </p:cNvPr>
          <p:cNvSpPr/>
          <p:nvPr>
            <p:custDataLst>
              <p:tags r:id="rId483"/>
            </p:custDataLst>
          </p:nvPr>
        </p:nvSpPr>
        <p:spPr>
          <a:xfrm>
            <a:off x="97790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4" name="Rectangle 483">
            <a:extLst>
              <a:ext uri="{FF2B5EF4-FFF2-40B4-BE49-F238E27FC236}">
                <a16:creationId xmlns:a16="http://schemas.microsoft.com/office/drawing/2014/main" id="{EE8177DF-894C-4905-BF1E-72E950CB4D3A}"/>
              </a:ext>
              <a:ext uri="{C183D7F6-B498-43B3-948B-1728B52AA6E4}">
                <adec:decorative xmlns:adec="http://schemas.microsoft.com/office/drawing/2017/decorative" val="1"/>
              </a:ext>
            </a:extLst>
          </p:cNvPr>
          <p:cNvSpPr/>
          <p:nvPr>
            <p:custDataLst>
              <p:tags r:id="rId484"/>
            </p:custDataLst>
          </p:nvPr>
        </p:nvSpPr>
        <p:spPr>
          <a:xfrm>
            <a:off x="98679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5" name="Rectangle 484">
            <a:extLst>
              <a:ext uri="{FF2B5EF4-FFF2-40B4-BE49-F238E27FC236}">
                <a16:creationId xmlns:a16="http://schemas.microsoft.com/office/drawing/2014/main" id="{567C95AE-2E2B-4E47-9A0D-FDE86811F363}"/>
              </a:ext>
              <a:ext uri="{C183D7F6-B498-43B3-948B-1728B52AA6E4}">
                <adec:decorative xmlns:adec="http://schemas.microsoft.com/office/drawing/2017/decorative" val="1"/>
              </a:ext>
            </a:extLst>
          </p:cNvPr>
          <p:cNvSpPr/>
          <p:nvPr>
            <p:custDataLst>
              <p:tags r:id="rId485"/>
            </p:custDataLst>
          </p:nvPr>
        </p:nvSpPr>
        <p:spPr>
          <a:xfrm>
            <a:off x="99568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6" name="Rectangle 485">
            <a:extLst>
              <a:ext uri="{FF2B5EF4-FFF2-40B4-BE49-F238E27FC236}">
                <a16:creationId xmlns:a16="http://schemas.microsoft.com/office/drawing/2014/main" id="{7462F9BB-5EF2-41CE-89F8-77163BF7EF59}"/>
              </a:ext>
              <a:ext uri="{C183D7F6-B498-43B3-948B-1728B52AA6E4}">
                <adec:decorative xmlns:adec="http://schemas.microsoft.com/office/drawing/2017/decorative" val="1"/>
              </a:ext>
            </a:extLst>
          </p:cNvPr>
          <p:cNvSpPr/>
          <p:nvPr>
            <p:custDataLst>
              <p:tags r:id="rId486"/>
            </p:custDataLst>
          </p:nvPr>
        </p:nvSpPr>
        <p:spPr>
          <a:xfrm>
            <a:off x="100457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7" name="Rectangle 486">
            <a:extLst>
              <a:ext uri="{FF2B5EF4-FFF2-40B4-BE49-F238E27FC236}">
                <a16:creationId xmlns:a16="http://schemas.microsoft.com/office/drawing/2014/main" id="{E3935232-FBCD-4FE6-8822-B1C6B26CDE01}"/>
              </a:ext>
              <a:ext uri="{C183D7F6-B498-43B3-948B-1728B52AA6E4}">
                <adec:decorative xmlns:adec="http://schemas.microsoft.com/office/drawing/2017/decorative" val="1"/>
              </a:ext>
            </a:extLst>
          </p:cNvPr>
          <p:cNvSpPr/>
          <p:nvPr>
            <p:custDataLst>
              <p:tags r:id="rId487"/>
            </p:custDataLst>
          </p:nvPr>
        </p:nvSpPr>
        <p:spPr>
          <a:xfrm>
            <a:off x="101346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8" name="Rectangle 487">
            <a:extLst>
              <a:ext uri="{FF2B5EF4-FFF2-40B4-BE49-F238E27FC236}">
                <a16:creationId xmlns:a16="http://schemas.microsoft.com/office/drawing/2014/main" id="{82D94D59-EF42-4AD8-A7D0-F9DB6C3B7260}"/>
              </a:ext>
              <a:ext uri="{C183D7F6-B498-43B3-948B-1728B52AA6E4}">
                <adec:decorative xmlns:adec="http://schemas.microsoft.com/office/drawing/2017/decorative" val="1"/>
              </a:ext>
            </a:extLst>
          </p:cNvPr>
          <p:cNvSpPr/>
          <p:nvPr>
            <p:custDataLst>
              <p:tags r:id="rId488"/>
            </p:custDataLst>
          </p:nvPr>
        </p:nvSpPr>
        <p:spPr>
          <a:xfrm>
            <a:off x="102235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89" name="Rectangle 488">
            <a:extLst>
              <a:ext uri="{FF2B5EF4-FFF2-40B4-BE49-F238E27FC236}">
                <a16:creationId xmlns:a16="http://schemas.microsoft.com/office/drawing/2014/main" id="{94E1D4E9-C7FA-4D21-9862-39BF4F87E805}"/>
              </a:ext>
              <a:ext uri="{C183D7F6-B498-43B3-948B-1728B52AA6E4}">
                <adec:decorative xmlns:adec="http://schemas.microsoft.com/office/drawing/2017/decorative" val="1"/>
              </a:ext>
            </a:extLst>
          </p:cNvPr>
          <p:cNvSpPr/>
          <p:nvPr>
            <p:custDataLst>
              <p:tags r:id="rId489"/>
            </p:custDataLst>
          </p:nvPr>
        </p:nvSpPr>
        <p:spPr>
          <a:xfrm>
            <a:off x="103124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0" name="Rectangle 489">
            <a:extLst>
              <a:ext uri="{FF2B5EF4-FFF2-40B4-BE49-F238E27FC236}">
                <a16:creationId xmlns:a16="http://schemas.microsoft.com/office/drawing/2014/main" id="{DE306FF4-8099-40A9-A27E-D3D8503DBDB1}"/>
              </a:ext>
              <a:ext uri="{C183D7F6-B498-43B3-948B-1728B52AA6E4}">
                <adec:decorative xmlns:adec="http://schemas.microsoft.com/office/drawing/2017/decorative" val="1"/>
              </a:ext>
            </a:extLst>
          </p:cNvPr>
          <p:cNvSpPr/>
          <p:nvPr>
            <p:custDataLst>
              <p:tags r:id="rId490"/>
            </p:custDataLst>
          </p:nvPr>
        </p:nvSpPr>
        <p:spPr>
          <a:xfrm>
            <a:off x="10401300" y="34594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1" name="Rectangle 490">
            <a:extLst>
              <a:ext uri="{FF2B5EF4-FFF2-40B4-BE49-F238E27FC236}">
                <a16:creationId xmlns:a16="http://schemas.microsoft.com/office/drawing/2014/main" id="{4A80FEB1-9B57-4529-8F11-3FBC4B2F56D8}"/>
              </a:ext>
              <a:ext uri="{C183D7F6-B498-43B3-948B-1728B52AA6E4}">
                <adec:decorative xmlns:adec="http://schemas.microsoft.com/office/drawing/2017/decorative" val="1"/>
              </a:ext>
            </a:extLst>
          </p:cNvPr>
          <p:cNvSpPr/>
          <p:nvPr>
            <p:custDataLst>
              <p:tags r:id="rId491"/>
            </p:custDataLst>
          </p:nvPr>
        </p:nvSpPr>
        <p:spPr>
          <a:xfrm>
            <a:off x="104902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2" name="Rectangle 491">
            <a:extLst>
              <a:ext uri="{FF2B5EF4-FFF2-40B4-BE49-F238E27FC236}">
                <a16:creationId xmlns:a16="http://schemas.microsoft.com/office/drawing/2014/main" id="{06198D83-1257-42A4-897B-339DC7798B5E}"/>
              </a:ext>
              <a:ext uri="{C183D7F6-B498-43B3-948B-1728B52AA6E4}">
                <adec:decorative xmlns:adec="http://schemas.microsoft.com/office/drawing/2017/decorative" val="1"/>
              </a:ext>
            </a:extLst>
          </p:cNvPr>
          <p:cNvSpPr/>
          <p:nvPr>
            <p:custDataLst>
              <p:tags r:id="rId492"/>
            </p:custDataLst>
          </p:nvPr>
        </p:nvSpPr>
        <p:spPr>
          <a:xfrm>
            <a:off x="10579100" y="34594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3" name="Rectangle 492">
            <a:extLst>
              <a:ext uri="{FF2B5EF4-FFF2-40B4-BE49-F238E27FC236}">
                <a16:creationId xmlns:a16="http://schemas.microsoft.com/office/drawing/2014/main" id="{36558222-2BB1-4772-9E4B-F20433EE8777}"/>
              </a:ext>
              <a:ext uri="{C183D7F6-B498-43B3-948B-1728B52AA6E4}">
                <adec:decorative xmlns:adec="http://schemas.microsoft.com/office/drawing/2017/decorative" val="1"/>
              </a:ext>
            </a:extLst>
          </p:cNvPr>
          <p:cNvSpPr/>
          <p:nvPr>
            <p:custDataLst>
              <p:tags r:id="rId493"/>
            </p:custDataLst>
          </p:nvPr>
        </p:nvSpPr>
        <p:spPr>
          <a:xfrm>
            <a:off x="81788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4" name="Rectangle 493">
            <a:extLst>
              <a:ext uri="{FF2B5EF4-FFF2-40B4-BE49-F238E27FC236}">
                <a16:creationId xmlns:a16="http://schemas.microsoft.com/office/drawing/2014/main" id="{A9A69FBA-5664-4C97-B1A7-8A679933066E}"/>
              </a:ext>
              <a:ext uri="{C183D7F6-B498-43B3-948B-1728B52AA6E4}">
                <adec:decorative xmlns:adec="http://schemas.microsoft.com/office/drawing/2017/decorative" val="1"/>
              </a:ext>
            </a:extLst>
          </p:cNvPr>
          <p:cNvSpPr/>
          <p:nvPr>
            <p:custDataLst>
              <p:tags r:id="rId494"/>
            </p:custDataLst>
          </p:nvPr>
        </p:nvSpPr>
        <p:spPr>
          <a:xfrm>
            <a:off x="82677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5" name="Rectangle 494">
            <a:extLst>
              <a:ext uri="{FF2B5EF4-FFF2-40B4-BE49-F238E27FC236}">
                <a16:creationId xmlns:a16="http://schemas.microsoft.com/office/drawing/2014/main" id="{61624979-E51B-4281-ACD3-EE78429DAB38}"/>
              </a:ext>
              <a:ext uri="{C183D7F6-B498-43B3-948B-1728B52AA6E4}">
                <adec:decorative xmlns:adec="http://schemas.microsoft.com/office/drawing/2017/decorative" val="1"/>
              </a:ext>
            </a:extLst>
          </p:cNvPr>
          <p:cNvSpPr/>
          <p:nvPr>
            <p:custDataLst>
              <p:tags r:id="rId495"/>
            </p:custDataLst>
          </p:nvPr>
        </p:nvSpPr>
        <p:spPr>
          <a:xfrm>
            <a:off x="83566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6" name="Rectangle 495">
            <a:extLst>
              <a:ext uri="{FF2B5EF4-FFF2-40B4-BE49-F238E27FC236}">
                <a16:creationId xmlns:a16="http://schemas.microsoft.com/office/drawing/2014/main" id="{73FA9FA4-112F-401F-BDCD-B42F8174B29E}"/>
              </a:ext>
              <a:ext uri="{C183D7F6-B498-43B3-948B-1728B52AA6E4}">
                <adec:decorative xmlns:adec="http://schemas.microsoft.com/office/drawing/2017/decorative" val="1"/>
              </a:ext>
            </a:extLst>
          </p:cNvPr>
          <p:cNvSpPr/>
          <p:nvPr>
            <p:custDataLst>
              <p:tags r:id="rId496"/>
            </p:custDataLst>
          </p:nvPr>
        </p:nvSpPr>
        <p:spPr>
          <a:xfrm>
            <a:off x="84455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7" name="Rectangle 496">
            <a:extLst>
              <a:ext uri="{FF2B5EF4-FFF2-40B4-BE49-F238E27FC236}">
                <a16:creationId xmlns:a16="http://schemas.microsoft.com/office/drawing/2014/main" id="{81D2134F-D8CC-4765-A4AE-A2F39F9A06B3}"/>
              </a:ext>
              <a:ext uri="{C183D7F6-B498-43B3-948B-1728B52AA6E4}">
                <adec:decorative xmlns:adec="http://schemas.microsoft.com/office/drawing/2017/decorative" val="1"/>
              </a:ext>
            </a:extLst>
          </p:cNvPr>
          <p:cNvSpPr/>
          <p:nvPr>
            <p:custDataLst>
              <p:tags r:id="rId497"/>
            </p:custDataLst>
          </p:nvPr>
        </p:nvSpPr>
        <p:spPr>
          <a:xfrm>
            <a:off x="85344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8" name="Rectangle 497">
            <a:extLst>
              <a:ext uri="{FF2B5EF4-FFF2-40B4-BE49-F238E27FC236}">
                <a16:creationId xmlns:a16="http://schemas.microsoft.com/office/drawing/2014/main" id="{B36CF270-823E-436A-AF39-E20C55A7DE6C}"/>
              </a:ext>
              <a:ext uri="{C183D7F6-B498-43B3-948B-1728B52AA6E4}">
                <adec:decorative xmlns:adec="http://schemas.microsoft.com/office/drawing/2017/decorative" val="1"/>
              </a:ext>
            </a:extLst>
          </p:cNvPr>
          <p:cNvSpPr/>
          <p:nvPr>
            <p:custDataLst>
              <p:tags r:id="rId498"/>
            </p:custDataLst>
          </p:nvPr>
        </p:nvSpPr>
        <p:spPr>
          <a:xfrm>
            <a:off x="86233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9" name="Rectangle 498">
            <a:extLst>
              <a:ext uri="{FF2B5EF4-FFF2-40B4-BE49-F238E27FC236}">
                <a16:creationId xmlns:a16="http://schemas.microsoft.com/office/drawing/2014/main" id="{2C5FA324-1E8F-4DB3-B0D2-D9ECF2D1E36B}"/>
              </a:ext>
              <a:ext uri="{C183D7F6-B498-43B3-948B-1728B52AA6E4}">
                <adec:decorative xmlns:adec="http://schemas.microsoft.com/office/drawing/2017/decorative" val="1"/>
              </a:ext>
            </a:extLst>
          </p:cNvPr>
          <p:cNvSpPr/>
          <p:nvPr>
            <p:custDataLst>
              <p:tags r:id="rId499"/>
            </p:custDataLst>
          </p:nvPr>
        </p:nvSpPr>
        <p:spPr>
          <a:xfrm>
            <a:off x="87122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0" name="Rectangle 499">
            <a:extLst>
              <a:ext uri="{FF2B5EF4-FFF2-40B4-BE49-F238E27FC236}">
                <a16:creationId xmlns:a16="http://schemas.microsoft.com/office/drawing/2014/main" id="{AAA94617-98F6-4DC8-9D7E-1AB81F908949}"/>
              </a:ext>
              <a:ext uri="{C183D7F6-B498-43B3-948B-1728B52AA6E4}">
                <adec:decorative xmlns:adec="http://schemas.microsoft.com/office/drawing/2017/decorative" val="1"/>
              </a:ext>
            </a:extLst>
          </p:cNvPr>
          <p:cNvSpPr/>
          <p:nvPr>
            <p:custDataLst>
              <p:tags r:id="rId500"/>
            </p:custDataLst>
          </p:nvPr>
        </p:nvSpPr>
        <p:spPr>
          <a:xfrm>
            <a:off x="88011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1" name="Rectangle 500">
            <a:extLst>
              <a:ext uri="{FF2B5EF4-FFF2-40B4-BE49-F238E27FC236}">
                <a16:creationId xmlns:a16="http://schemas.microsoft.com/office/drawing/2014/main" id="{DD73C324-4BD5-4F64-A3EA-3D187906C1FC}"/>
              </a:ext>
              <a:ext uri="{C183D7F6-B498-43B3-948B-1728B52AA6E4}">
                <adec:decorative xmlns:adec="http://schemas.microsoft.com/office/drawing/2017/decorative" val="1"/>
              </a:ext>
            </a:extLst>
          </p:cNvPr>
          <p:cNvSpPr/>
          <p:nvPr>
            <p:custDataLst>
              <p:tags r:id="rId501"/>
            </p:custDataLst>
          </p:nvPr>
        </p:nvSpPr>
        <p:spPr>
          <a:xfrm>
            <a:off x="88900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2" name="Rectangle 501">
            <a:extLst>
              <a:ext uri="{FF2B5EF4-FFF2-40B4-BE49-F238E27FC236}">
                <a16:creationId xmlns:a16="http://schemas.microsoft.com/office/drawing/2014/main" id="{FC71BB1E-1717-438E-9022-EE0E478E15D3}"/>
              </a:ext>
              <a:ext uri="{C183D7F6-B498-43B3-948B-1728B52AA6E4}">
                <adec:decorative xmlns:adec="http://schemas.microsoft.com/office/drawing/2017/decorative" val="1"/>
              </a:ext>
            </a:extLst>
          </p:cNvPr>
          <p:cNvSpPr/>
          <p:nvPr>
            <p:custDataLst>
              <p:tags r:id="rId502"/>
            </p:custDataLst>
          </p:nvPr>
        </p:nvSpPr>
        <p:spPr>
          <a:xfrm>
            <a:off x="89789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3" name="Rectangle 502">
            <a:extLst>
              <a:ext uri="{FF2B5EF4-FFF2-40B4-BE49-F238E27FC236}">
                <a16:creationId xmlns:a16="http://schemas.microsoft.com/office/drawing/2014/main" id="{E2CD8CCD-291E-4A85-984A-7C781F2DBA95}"/>
              </a:ext>
              <a:ext uri="{C183D7F6-B498-43B3-948B-1728B52AA6E4}">
                <adec:decorative xmlns:adec="http://schemas.microsoft.com/office/drawing/2017/decorative" val="1"/>
              </a:ext>
            </a:extLst>
          </p:cNvPr>
          <p:cNvSpPr/>
          <p:nvPr>
            <p:custDataLst>
              <p:tags r:id="rId503"/>
            </p:custDataLst>
          </p:nvPr>
        </p:nvSpPr>
        <p:spPr>
          <a:xfrm>
            <a:off x="90678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4" name="Rectangle 503">
            <a:extLst>
              <a:ext uri="{FF2B5EF4-FFF2-40B4-BE49-F238E27FC236}">
                <a16:creationId xmlns:a16="http://schemas.microsoft.com/office/drawing/2014/main" id="{7A0B7227-520A-42A1-B01B-1CF6CCD5C37C}"/>
              </a:ext>
              <a:ext uri="{C183D7F6-B498-43B3-948B-1728B52AA6E4}">
                <adec:decorative xmlns:adec="http://schemas.microsoft.com/office/drawing/2017/decorative" val="1"/>
              </a:ext>
            </a:extLst>
          </p:cNvPr>
          <p:cNvSpPr/>
          <p:nvPr>
            <p:custDataLst>
              <p:tags r:id="rId504"/>
            </p:custDataLst>
          </p:nvPr>
        </p:nvSpPr>
        <p:spPr>
          <a:xfrm>
            <a:off x="91567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5" name="Rectangle 504">
            <a:extLst>
              <a:ext uri="{FF2B5EF4-FFF2-40B4-BE49-F238E27FC236}">
                <a16:creationId xmlns:a16="http://schemas.microsoft.com/office/drawing/2014/main" id="{B90173CD-86E1-4F3F-8014-39243C8CDE49}"/>
              </a:ext>
              <a:ext uri="{C183D7F6-B498-43B3-948B-1728B52AA6E4}">
                <adec:decorative xmlns:adec="http://schemas.microsoft.com/office/drawing/2017/decorative" val="1"/>
              </a:ext>
            </a:extLst>
          </p:cNvPr>
          <p:cNvSpPr/>
          <p:nvPr>
            <p:custDataLst>
              <p:tags r:id="rId505"/>
            </p:custDataLst>
          </p:nvPr>
        </p:nvSpPr>
        <p:spPr>
          <a:xfrm>
            <a:off x="92456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6" name="Rectangle 505">
            <a:extLst>
              <a:ext uri="{FF2B5EF4-FFF2-40B4-BE49-F238E27FC236}">
                <a16:creationId xmlns:a16="http://schemas.microsoft.com/office/drawing/2014/main" id="{5848D4CE-4D27-4E2B-9A59-0A9DEFB0B826}"/>
              </a:ext>
              <a:ext uri="{C183D7F6-B498-43B3-948B-1728B52AA6E4}">
                <adec:decorative xmlns:adec="http://schemas.microsoft.com/office/drawing/2017/decorative" val="1"/>
              </a:ext>
            </a:extLst>
          </p:cNvPr>
          <p:cNvSpPr/>
          <p:nvPr>
            <p:custDataLst>
              <p:tags r:id="rId506"/>
            </p:custDataLst>
          </p:nvPr>
        </p:nvSpPr>
        <p:spPr>
          <a:xfrm>
            <a:off x="93345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7" name="Rectangle 506">
            <a:extLst>
              <a:ext uri="{FF2B5EF4-FFF2-40B4-BE49-F238E27FC236}">
                <a16:creationId xmlns:a16="http://schemas.microsoft.com/office/drawing/2014/main" id="{1FFB2DFC-59A0-44CB-9F06-4A22574221F1}"/>
              </a:ext>
              <a:ext uri="{C183D7F6-B498-43B3-948B-1728B52AA6E4}">
                <adec:decorative xmlns:adec="http://schemas.microsoft.com/office/drawing/2017/decorative" val="1"/>
              </a:ext>
            </a:extLst>
          </p:cNvPr>
          <p:cNvSpPr/>
          <p:nvPr>
            <p:custDataLst>
              <p:tags r:id="rId507"/>
            </p:custDataLst>
          </p:nvPr>
        </p:nvSpPr>
        <p:spPr>
          <a:xfrm>
            <a:off x="94234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8" name="Rectangle 507">
            <a:extLst>
              <a:ext uri="{FF2B5EF4-FFF2-40B4-BE49-F238E27FC236}">
                <a16:creationId xmlns:a16="http://schemas.microsoft.com/office/drawing/2014/main" id="{1975F6A3-A6E6-4B72-B3EC-7D836C7C2B7A}"/>
              </a:ext>
              <a:ext uri="{C183D7F6-B498-43B3-948B-1728B52AA6E4}">
                <adec:decorative xmlns:adec="http://schemas.microsoft.com/office/drawing/2017/decorative" val="1"/>
              </a:ext>
            </a:extLst>
          </p:cNvPr>
          <p:cNvSpPr/>
          <p:nvPr>
            <p:custDataLst>
              <p:tags r:id="rId508"/>
            </p:custDataLst>
          </p:nvPr>
        </p:nvSpPr>
        <p:spPr>
          <a:xfrm>
            <a:off x="95123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09" name="Rectangle 508">
            <a:extLst>
              <a:ext uri="{FF2B5EF4-FFF2-40B4-BE49-F238E27FC236}">
                <a16:creationId xmlns:a16="http://schemas.microsoft.com/office/drawing/2014/main" id="{EB2EFDDB-BDAE-4FE6-9066-6312830C5F2D}"/>
              </a:ext>
              <a:ext uri="{C183D7F6-B498-43B3-948B-1728B52AA6E4}">
                <adec:decorative xmlns:adec="http://schemas.microsoft.com/office/drawing/2017/decorative" val="1"/>
              </a:ext>
            </a:extLst>
          </p:cNvPr>
          <p:cNvSpPr/>
          <p:nvPr>
            <p:custDataLst>
              <p:tags r:id="rId509"/>
            </p:custDataLst>
          </p:nvPr>
        </p:nvSpPr>
        <p:spPr>
          <a:xfrm>
            <a:off x="96012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0" name="Rectangle 509">
            <a:extLst>
              <a:ext uri="{FF2B5EF4-FFF2-40B4-BE49-F238E27FC236}">
                <a16:creationId xmlns:a16="http://schemas.microsoft.com/office/drawing/2014/main" id="{5C7E5A87-C6A9-4398-A91D-761A5816D1A5}"/>
              </a:ext>
              <a:ext uri="{C183D7F6-B498-43B3-948B-1728B52AA6E4}">
                <adec:decorative xmlns:adec="http://schemas.microsoft.com/office/drawing/2017/decorative" val="1"/>
              </a:ext>
            </a:extLst>
          </p:cNvPr>
          <p:cNvSpPr/>
          <p:nvPr>
            <p:custDataLst>
              <p:tags r:id="rId510"/>
            </p:custDataLst>
          </p:nvPr>
        </p:nvSpPr>
        <p:spPr>
          <a:xfrm>
            <a:off x="96901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1" name="Rectangle 510">
            <a:extLst>
              <a:ext uri="{FF2B5EF4-FFF2-40B4-BE49-F238E27FC236}">
                <a16:creationId xmlns:a16="http://schemas.microsoft.com/office/drawing/2014/main" id="{FA4890AA-A588-4436-B302-651DF634F9AF}"/>
              </a:ext>
              <a:ext uri="{C183D7F6-B498-43B3-948B-1728B52AA6E4}">
                <adec:decorative xmlns:adec="http://schemas.microsoft.com/office/drawing/2017/decorative" val="1"/>
              </a:ext>
            </a:extLst>
          </p:cNvPr>
          <p:cNvSpPr/>
          <p:nvPr>
            <p:custDataLst>
              <p:tags r:id="rId511"/>
            </p:custDataLst>
          </p:nvPr>
        </p:nvSpPr>
        <p:spPr>
          <a:xfrm>
            <a:off x="97790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2" name="Rectangle 511">
            <a:extLst>
              <a:ext uri="{FF2B5EF4-FFF2-40B4-BE49-F238E27FC236}">
                <a16:creationId xmlns:a16="http://schemas.microsoft.com/office/drawing/2014/main" id="{D5678E0F-27A6-4167-8E16-AF85DE413932}"/>
              </a:ext>
              <a:ext uri="{C183D7F6-B498-43B3-948B-1728B52AA6E4}">
                <adec:decorative xmlns:adec="http://schemas.microsoft.com/office/drawing/2017/decorative" val="1"/>
              </a:ext>
            </a:extLst>
          </p:cNvPr>
          <p:cNvSpPr/>
          <p:nvPr>
            <p:custDataLst>
              <p:tags r:id="rId512"/>
            </p:custDataLst>
          </p:nvPr>
        </p:nvSpPr>
        <p:spPr>
          <a:xfrm>
            <a:off x="98679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3" name="Rectangle 512">
            <a:extLst>
              <a:ext uri="{FF2B5EF4-FFF2-40B4-BE49-F238E27FC236}">
                <a16:creationId xmlns:a16="http://schemas.microsoft.com/office/drawing/2014/main" id="{83441675-68FC-4F6B-99CA-D15053FF5895}"/>
              </a:ext>
              <a:ext uri="{C183D7F6-B498-43B3-948B-1728B52AA6E4}">
                <adec:decorative xmlns:adec="http://schemas.microsoft.com/office/drawing/2017/decorative" val="1"/>
              </a:ext>
            </a:extLst>
          </p:cNvPr>
          <p:cNvSpPr/>
          <p:nvPr>
            <p:custDataLst>
              <p:tags r:id="rId513"/>
            </p:custDataLst>
          </p:nvPr>
        </p:nvSpPr>
        <p:spPr>
          <a:xfrm>
            <a:off x="99568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4" name="Rectangle 513">
            <a:extLst>
              <a:ext uri="{FF2B5EF4-FFF2-40B4-BE49-F238E27FC236}">
                <a16:creationId xmlns:a16="http://schemas.microsoft.com/office/drawing/2014/main" id="{C02F2731-8E44-43ED-BE17-151ACBF20350}"/>
              </a:ext>
              <a:ext uri="{C183D7F6-B498-43B3-948B-1728B52AA6E4}">
                <adec:decorative xmlns:adec="http://schemas.microsoft.com/office/drawing/2017/decorative" val="1"/>
              </a:ext>
            </a:extLst>
          </p:cNvPr>
          <p:cNvSpPr/>
          <p:nvPr>
            <p:custDataLst>
              <p:tags r:id="rId514"/>
            </p:custDataLst>
          </p:nvPr>
        </p:nvSpPr>
        <p:spPr>
          <a:xfrm>
            <a:off x="100457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5" name="Rectangle 514">
            <a:extLst>
              <a:ext uri="{FF2B5EF4-FFF2-40B4-BE49-F238E27FC236}">
                <a16:creationId xmlns:a16="http://schemas.microsoft.com/office/drawing/2014/main" id="{FC019AE7-CED6-4EF8-B076-CABEA50B0654}"/>
              </a:ext>
              <a:ext uri="{C183D7F6-B498-43B3-948B-1728B52AA6E4}">
                <adec:decorative xmlns:adec="http://schemas.microsoft.com/office/drawing/2017/decorative" val="1"/>
              </a:ext>
            </a:extLst>
          </p:cNvPr>
          <p:cNvSpPr/>
          <p:nvPr>
            <p:custDataLst>
              <p:tags r:id="rId515"/>
            </p:custDataLst>
          </p:nvPr>
        </p:nvSpPr>
        <p:spPr>
          <a:xfrm>
            <a:off x="101346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6" name="Rectangle 515">
            <a:extLst>
              <a:ext uri="{FF2B5EF4-FFF2-40B4-BE49-F238E27FC236}">
                <a16:creationId xmlns:a16="http://schemas.microsoft.com/office/drawing/2014/main" id="{73D5F24C-DF33-47AA-87ED-EC85AAB6195E}"/>
              </a:ext>
              <a:ext uri="{C183D7F6-B498-43B3-948B-1728B52AA6E4}">
                <adec:decorative xmlns:adec="http://schemas.microsoft.com/office/drawing/2017/decorative" val="1"/>
              </a:ext>
            </a:extLst>
          </p:cNvPr>
          <p:cNvSpPr/>
          <p:nvPr>
            <p:custDataLst>
              <p:tags r:id="rId516"/>
            </p:custDataLst>
          </p:nvPr>
        </p:nvSpPr>
        <p:spPr>
          <a:xfrm>
            <a:off x="102235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7" name="Rectangle 516">
            <a:extLst>
              <a:ext uri="{FF2B5EF4-FFF2-40B4-BE49-F238E27FC236}">
                <a16:creationId xmlns:a16="http://schemas.microsoft.com/office/drawing/2014/main" id="{CD1F2CFB-69BD-47C4-B0ED-1D9819B85668}"/>
              </a:ext>
              <a:ext uri="{C183D7F6-B498-43B3-948B-1728B52AA6E4}">
                <adec:decorative xmlns:adec="http://schemas.microsoft.com/office/drawing/2017/decorative" val="1"/>
              </a:ext>
            </a:extLst>
          </p:cNvPr>
          <p:cNvSpPr/>
          <p:nvPr>
            <p:custDataLst>
              <p:tags r:id="rId517"/>
            </p:custDataLst>
          </p:nvPr>
        </p:nvSpPr>
        <p:spPr>
          <a:xfrm>
            <a:off x="103124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8" name="Rectangle 517">
            <a:extLst>
              <a:ext uri="{FF2B5EF4-FFF2-40B4-BE49-F238E27FC236}">
                <a16:creationId xmlns:a16="http://schemas.microsoft.com/office/drawing/2014/main" id="{309678FD-262B-4046-917D-D447082B8952}"/>
              </a:ext>
              <a:ext uri="{C183D7F6-B498-43B3-948B-1728B52AA6E4}">
                <adec:decorative xmlns:adec="http://schemas.microsoft.com/office/drawing/2017/decorative" val="1"/>
              </a:ext>
            </a:extLst>
          </p:cNvPr>
          <p:cNvSpPr/>
          <p:nvPr>
            <p:custDataLst>
              <p:tags r:id="rId518"/>
            </p:custDataLst>
          </p:nvPr>
        </p:nvSpPr>
        <p:spPr>
          <a:xfrm>
            <a:off x="104013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19" name="Rectangle 518">
            <a:extLst>
              <a:ext uri="{FF2B5EF4-FFF2-40B4-BE49-F238E27FC236}">
                <a16:creationId xmlns:a16="http://schemas.microsoft.com/office/drawing/2014/main" id="{CD8542B3-DF4F-4967-AF46-A2B55CF1B74F}"/>
              </a:ext>
              <a:ext uri="{C183D7F6-B498-43B3-948B-1728B52AA6E4}">
                <adec:decorative xmlns:adec="http://schemas.microsoft.com/office/drawing/2017/decorative" val="1"/>
              </a:ext>
            </a:extLst>
          </p:cNvPr>
          <p:cNvSpPr/>
          <p:nvPr>
            <p:custDataLst>
              <p:tags r:id="rId519"/>
            </p:custDataLst>
          </p:nvPr>
        </p:nvSpPr>
        <p:spPr>
          <a:xfrm>
            <a:off x="104902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0" name="Rectangle 519">
            <a:extLst>
              <a:ext uri="{FF2B5EF4-FFF2-40B4-BE49-F238E27FC236}">
                <a16:creationId xmlns:a16="http://schemas.microsoft.com/office/drawing/2014/main" id="{823DDF86-C87D-49CE-8CE4-614DDA4E8E3C}"/>
              </a:ext>
              <a:ext uri="{C183D7F6-B498-43B3-948B-1728B52AA6E4}">
                <adec:decorative xmlns:adec="http://schemas.microsoft.com/office/drawing/2017/decorative" val="1"/>
              </a:ext>
            </a:extLst>
          </p:cNvPr>
          <p:cNvSpPr/>
          <p:nvPr>
            <p:custDataLst>
              <p:tags r:id="rId520"/>
            </p:custDataLst>
          </p:nvPr>
        </p:nvSpPr>
        <p:spPr>
          <a:xfrm>
            <a:off x="105791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1" name="Rectangle 520">
            <a:extLst>
              <a:ext uri="{FF2B5EF4-FFF2-40B4-BE49-F238E27FC236}">
                <a16:creationId xmlns:a16="http://schemas.microsoft.com/office/drawing/2014/main" id="{3F03B791-8A84-481E-B131-8BC92E740ADB}"/>
              </a:ext>
              <a:ext uri="{C183D7F6-B498-43B3-948B-1728B52AA6E4}">
                <adec:decorative xmlns:adec="http://schemas.microsoft.com/office/drawing/2017/decorative" val="1"/>
              </a:ext>
            </a:extLst>
          </p:cNvPr>
          <p:cNvSpPr/>
          <p:nvPr>
            <p:custDataLst>
              <p:tags r:id="rId521"/>
            </p:custDataLst>
          </p:nvPr>
        </p:nvSpPr>
        <p:spPr>
          <a:xfrm>
            <a:off x="10668000" y="35483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2" name="Rectangle 521">
            <a:extLst>
              <a:ext uri="{FF2B5EF4-FFF2-40B4-BE49-F238E27FC236}">
                <a16:creationId xmlns:a16="http://schemas.microsoft.com/office/drawing/2014/main" id="{D83E7479-849C-407F-B14D-0DD73598BEA5}"/>
              </a:ext>
              <a:ext uri="{C183D7F6-B498-43B3-948B-1728B52AA6E4}">
                <adec:decorative xmlns:adec="http://schemas.microsoft.com/office/drawing/2017/decorative" val="1"/>
              </a:ext>
            </a:extLst>
          </p:cNvPr>
          <p:cNvSpPr/>
          <p:nvPr>
            <p:custDataLst>
              <p:tags r:id="rId522"/>
            </p:custDataLst>
          </p:nvPr>
        </p:nvSpPr>
        <p:spPr>
          <a:xfrm>
            <a:off x="10756900" y="35483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3" name="Rectangle 522">
            <a:extLst>
              <a:ext uri="{FF2B5EF4-FFF2-40B4-BE49-F238E27FC236}">
                <a16:creationId xmlns:a16="http://schemas.microsoft.com/office/drawing/2014/main" id="{83CA8B92-C413-457A-B6A1-CB5D4E8D55DE}"/>
              </a:ext>
              <a:ext uri="{C183D7F6-B498-43B3-948B-1728B52AA6E4}">
                <adec:decorative xmlns:adec="http://schemas.microsoft.com/office/drawing/2017/decorative" val="1"/>
              </a:ext>
            </a:extLst>
          </p:cNvPr>
          <p:cNvSpPr/>
          <p:nvPr>
            <p:custDataLst>
              <p:tags r:id="rId523"/>
            </p:custDataLst>
          </p:nvPr>
        </p:nvSpPr>
        <p:spPr>
          <a:xfrm>
            <a:off x="81788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4" name="Rectangle 523">
            <a:extLst>
              <a:ext uri="{FF2B5EF4-FFF2-40B4-BE49-F238E27FC236}">
                <a16:creationId xmlns:a16="http://schemas.microsoft.com/office/drawing/2014/main" id="{E98C8C6C-8558-40D4-8CF3-2E345CB81F3A}"/>
              </a:ext>
              <a:ext uri="{C183D7F6-B498-43B3-948B-1728B52AA6E4}">
                <adec:decorative xmlns:adec="http://schemas.microsoft.com/office/drawing/2017/decorative" val="1"/>
              </a:ext>
            </a:extLst>
          </p:cNvPr>
          <p:cNvSpPr/>
          <p:nvPr>
            <p:custDataLst>
              <p:tags r:id="rId524"/>
            </p:custDataLst>
          </p:nvPr>
        </p:nvSpPr>
        <p:spPr>
          <a:xfrm>
            <a:off x="82677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5" name="Rectangle 524">
            <a:extLst>
              <a:ext uri="{FF2B5EF4-FFF2-40B4-BE49-F238E27FC236}">
                <a16:creationId xmlns:a16="http://schemas.microsoft.com/office/drawing/2014/main" id="{7DABC7EB-347D-4967-8EAD-D1875723BE04}"/>
              </a:ext>
              <a:ext uri="{C183D7F6-B498-43B3-948B-1728B52AA6E4}">
                <adec:decorative xmlns:adec="http://schemas.microsoft.com/office/drawing/2017/decorative" val="1"/>
              </a:ext>
            </a:extLst>
          </p:cNvPr>
          <p:cNvSpPr/>
          <p:nvPr>
            <p:custDataLst>
              <p:tags r:id="rId525"/>
            </p:custDataLst>
          </p:nvPr>
        </p:nvSpPr>
        <p:spPr>
          <a:xfrm>
            <a:off x="83566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6" name="Rectangle 525">
            <a:extLst>
              <a:ext uri="{FF2B5EF4-FFF2-40B4-BE49-F238E27FC236}">
                <a16:creationId xmlns:a16="http://schemas.microsoft.com/office/drawing/2014/main" id="{A53E339D-F190-48E3-8768-90D718379C47}"/>
              </a:ext>
              <a:ext uri="{C183D7F6-B498-43B3-948B-1728B52AA6E4}">
                <adec:decorative xmlns:adec="http://schemas.microsoft.com/office/drawing/2017/decorative" val="1"/>
              </a:ext>
            </a:extLst>
          </p:cNvPr>
          <p:cNvSpPr/>
          <p:nvPr>
            <p:custDataLst>
              <p:tags r:id="rId526"/>
            </p:custDataLst>
          </p:nvPr>
        </p:nvSpPr>
        <p:spPr>
          <a:xfrm>
            <a:off x="84455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7" name="Rectangle 526">
            <a:extLst>
              <a:ext uri="{FF2B5EF4-FFF2-40B4-BE49-F238E27FC236}">
                <a16:creationId xmlns:a16="http://schemas.microsoft.com/office/drawing/2014/main" id="{CF2A4B16-4EB1-488E-8C33-66D1676C2343}"/>
              </a:ext>
              <a:ext uri="{C183D7F6-B498-43B3-948B-1728B52AA6E4}">
                <adec:decorative xmlns:adec="http://schemas.microsoft.com/office/drawing/2017/decorative" val="1"/>
              </a:ext>
            </a:extLst>
          </p:cNvPr>
          <p:cNvSpPr/>
          <p:nvPr>
            <p:custDataLst>
              <p:tags r:id="rId527"/>
            </p:custDataLst>
          </p:nvPr>
        </p:nvSpPr>
        <p:spPr>
          <a:xfrm>
            <a:off x="85344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8" name="Rectangle 527">
            <a:extLst>
              <a:ext uri="{FF2B5EF4-FFF2-40B4-BE49-F238E27FC236}">
                <a16:creationId xmlns:a16="http://schemas.microsoft.com/office/drawing/2014/main" id="{7E2A7CAD-B140-46A4-91A5-C69C13F69D6C}"/>
              </a:ext>
              <a:ext uri="{C183D7F6-B498-43B3-948B-1728B52AA6E4}">
                <adec:decorative xmlns:adec="http://schemas.microsoft.com/office/drawing/2017/decorative" val="1"/>
              </a:ext>
            </a:extLst>
          </p:cNvPr>
          <p:cNvSpPr/>
          <p:nvPr>
            <p:custDataLst>
              <p:tags r:id="rId528"/>
            </p:custDataLst>
          </p:nvPr>
        </p:nvSpPr>
        <p:spPr>
          <a:xfrm>
            <a:off x="86233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29" name="Rectangle 528">
            <a:extLst>
              <a:ext uri="{FF2B5EF4-FFF2-40B4-BE49-F238E27FC236}">
                <a16:creationId xmlns:a16="http://schemas.microsoft.com/office/drawing/2014/main" id="{86A090FF-25CD-47A6-908E-FCD7CCF9BD50}"/>
              </a:ext>
              <a:ext uri="{C183D7F6-B498-43B3-948B-1728B52AA6E4}">
                <adec:decorative xmlns:adec="http://schemas.microsoft.com/office/drawing/2017/decorative" val="1"/>
              </a:ext>
            </a:extLst>
          </p:cNvPr>
          <p:cNvSpPr/>
          <p:nvPr>
            <p:custDataLst>
              <p:tags r:id="rId529"/>
            </p:custDataLst>
          </p:nvPr>
        </p:nvSpPr>
        <p:spPr>
          <a:xfrm>
            <a:off x="87122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0" name="Rectangle 529">
            <a:extLst>
              <a:ext uri="{FF2B5EF4-FFF2-40B4-BE49-F238E27FC236}">
                <a16:creationId xmlns:a16="http://schemas.microsoft.com/office/drawing/2014/main" id="{1AD1397A-464C-4845-95E7-D7A3312945D6}"/>
              </a:ext>
              <a:ext uri="{C183D7F6-B498-43B3-948B-1728B52AA6E4}">
                <adec:decorative xmlns:adec="http://schemas.microsoft.com/office/drawing/2017/decorative" val="1"/>
              </a:ext>
            </a:extLst>
          </p:cNvPr>
          <p:cNvSpPr/>
          <p:nvPr>
            <p:custDataLst>
              <p:tags r:id="rId530"/>
            </p:custDataLst>
          </p:nvPr>
        </p:nvSpPr>
        <p:spPr>
          <a:xfrm>
            <a:off x="88011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1" name="Rectangle 530">
            <a:extLst>
              <a:ext uri="{FF2B5EF4-FFF2-40B4-BE49-F238E27FC236}">
                <a16:creationId xmlns:a16="http://schemas.microsoft.com/office/drawing/2014/main" id="{593B140D-1FA9-420D-B824-1B4B8805AA9D}"/>
              </a:ext>
              <a:ext uri="{C183D7F6-B498-43B3-948B-1728B52AA6E4}">
                <adec:decorative xmlns:adec="http://schemas.microsoft.com/office/drawing/2017/decorative" val="1"/>
              </a:ext>
            </a:extLst>
          </p:cNvPr>
          <p:cNvSpPr/>
          <p:nvPr>
            <p:custDataLst>
              <p:tags r:id="rId531"/>
            </p:custDataLst>
          </p:nvPr>
        </p:nvSpPr>
        <p:spPr>
          <a:xfrm>
            <a:off x="88900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2" name="Rectangle 531">
            <a:extLst>
              <a:ext uri="{FF2B5EF4-FFF2-40B4-BE49-F238E27FC236}">
                <a16:creationId xmlns:a16="http://schemas.microsoft.com/office/drawing/2014/main" id="{2A9EDFDF-F2EE-4794-9419-81B80791AD14}"/>
              </a:ext>
              <a:ext uri="{C183D7F6-B498-43B3-948B-1728B52AA6E4}">
                <adec:decorative xmlns:adec="http://schemas.microsoft.com/office/drawing/2017/decorative" val="1"/>
              </a:ext>
            </a:extLst>
          </p:cNvPr>
          <p:cNvSpPr/>
          <p:nvPr>
            <p:custDataLst>
              <p:tags r:id="rId532"/>
            </p:custDataLst>
          </p:nvPr>
        </p:nvSpPr>
        <p:spPr>
          <a:xfrm>
            <a:off x="89789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3" name="Rectangle 532">
            <a:extLst>
              <a:ext uri="{FF2B5EF4-FFF2-40B4-BE49-F238E27FC236}">
                <a16:creationId xmlns:a16="http://schemas.microsoft.com/office/drawing/2014/main" id="{20549DEC-0433-4AE2-ADB9-33AEEC0D79EE}"/>
              </a:ext>
              <a:ext uri="{C183D7F6-B498-43B3-948B-1728B52AA6E4}">
                <adec:decorative xmlns:adec="http://schemas.microsoft.com/office/drawing/2017/decorative" val="1"/>
              </a:ext>
            </a:extLst>
          </p:cNvPr>
          <p:cNvSpPr/>
          <p:nvPr>
            <p:custDataLst>
              <p:tags r:id="rId533"/>
            </p:custDataLst>
          </p:nvPr>
        </p:nvSpPr>
        <p:spPr>
          <a:xfrm>
            <a:off x="90678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4" name="Rectangle 533">
            <a:extLst>
              <a:ext uri="{FF2B5EF4-FFF2-40B4-BE49-F238E27FC236}">
                <a16:creationId xmlns:a16="http://schemas.microsoft.com/office/drawing/2014/main" id="{5F00B78A-CD32-45CB-BE1A-234A9563E4FB}"/>
              </a:ext>
              <a:ext uri="{C183D7F6-B498-43B3-948B-1728B52AA6E4}">
                <adec:decorative xmlns:adec="http://schemas.microsoft.com/office/drawing/2017/decorative" val="1"/>
              </a:ext>
            </a:extLst>
          </p:cNvPr>
          <p:cNvSpPr/>
          <p:nvPr>
            <p:custDataLst>
              <p:tags r:id="rId534"/>
            </p:custDataLst>
          </p:nvPr>
        </p:nvSpPr>
        <p:spPr>
          <a:xfrm>
            <a:off x="91567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5" name="Rectangle 534">
            <a:extLst>
              <a:ext uri="{FF2B5EF4-FFF2-40B4-BE49-F238E27FC236}">
                <a16:creationId xmlns:a16="http://schemas.microsoft.com/office/drawing/2014/main" id="{FBC10069-F976-4194-9011-CBC62673CDA2}"/>
              </a:ext>
              <a:ext uri="{C183D7F6-B498-43B3-948B-1728B52AA6E4}">
                <adec:decorative xmlns:adec="http://schemas.microsoft.com/office/drawing/2017/decorative" val="1"/>
              </a:ext>
            </a:extLst>
          </p:cNvPr>
          <p:cNvSpPr/>
          <p:nvPr>
            <p:custDataLst>
              <p:tags r:id="rId535"/>
            </p:custDataLst>
          </p:nvPr>
        </p:nvSpPr>
        <p:spPr>
          <a:xfrm>
            <a:off x="92456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6" name="Rectangle 535">
            <a:extLst>
              <a:ext uri="{FF2B5EF4-FFF2-40B4-BE49-F238E27FC236}">
                <a16:creationId xmlns:a16="http://schemas.microsoft.com/office/drawing/2014/main" id="{36939E04-265D-4385-9E95-91A20DF1B440}"/>
              </a:ext>
              <a:ext uri="{C183D7F6-B498-43B3-948B-1728B52AA6E4}">
                <adec:decorative xmlns:adec="http://schemas.microsoft.com/office/drawing/2017/decorative" val="1"/>
              </a:ext>
            </a:extLst>
          </p:cNvPr>
          <p:cNvSpPr/>
          <p:nvPr>
            <p:custDataLst>
              <p:tags r:id="rId536"/>
            </p:custDataLst>
          </p:nvPr>
        </p:nvSpPr>
        <p:spPr>
          <a:xfrm>
            <a:off x="93345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7" name="Rectangle 536">
            <a:extLst>
              <a:ext uri="{FF2B5EF4-FFF2-40B4-BE49-F238E27FC236}">
                <a16:creationId xmlns:a16="http://schemas.microsoft.com/office/drawing/2014/main" id="{D785BD4D-42BB-45C0-B329-B8EF9BF229A7}"/>
              </a:ext>
              <a:ext uri="{C183D7F6-B498-43B3-948B-1728B52AA6E4}">
                <adec:decorative xmlns:adec="http://schemas.microsoft.com/office/drawing/2017/decorative" val="1"/>
              </a:ext>
            </a:extLst>
          </p:cNvPr>
          <p:cNvSpPr/>
          <p:nvPr>
            <p:custDataLst>
              <p:tags r:id="rId537"/>
            </p:custDataLst>
          </p:nvPr>
        </p:nvSpPr>
        <p:spPr>
          <a:xfrm>
            <a:off x="94234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8" name="Rectangle 537">
            <a:extLst>
              <a:ext uri="{FF2B5EF4-FFF2-40B4-BE49-F238E27FC236}">
                <a16:creationId xmlns:a16="http://schemas.microsoft.com/office/drawing/2014/main" id="{D7EA1411-4DF0-494C-8EFF-7D18D0C62C2B}"/>
              </a:ext>
              <a:ext uri="{C183D7F6-B498-43B3-948B-1728B52AA6E4}">
                <adec:decorative xmlns:adec="http://schemas.microsoft.com/office/drawing/2017/decorative" val="1"/>
              </a:ext>
            </a:extLst>
          </p:cNvPr>
          <p:cNvSpPr/>
          <p:nvPr>
            <p:custDataLst>
              <p:tags r:id="rId538"/>
            </p:custDataLst>
          </p:nvPr>
        </p:nvSpPr>
        <p:spPr>
          <a:xfrm>
            <a:off x="95123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39" name="Rectangle 538">
            <a:extLst>
              <a:ext uri="{FF2B5EF4-FFF2-40B4-BE49-F238E27FC236}">
                <a16:creationId xmlns:a16="http://schemas.microsoft.com/office/drawing/2014/main" id="{89230079-F013-41FA-97F6-9AB0156F2D70}"/>
              </a:ext>
              <a:ext uri="{C183D7F6-B498-43B3-948B-1728B52AA6E4}">
                <adec:decorative xmlns:adec="http://schemas.microsoft.com/office/drawing/2017/decorative" val="1"/>
              </a:ext>
            </a:extLst>
          </p:cNvPr>
          <p:cNvSpPr/>
          <p:nvPr>
            <p:custDataLst>
              <p:tags r:id="rId539"/>
            </p:custDataLst>
          </p:nvPr>
        </p:nvSpPr>
        <p:spPr>
          <a:xfrm>
            <a:off x="96012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0" name="Rectangle 539">
            <a:extLst>
              <a:ext uri="{FF2B5EF4-FFF2-40B4-BE49-F238E27FC236}">
                <a16:creationId xmlns:a16="http://schemas.microsoft.com/office/drawing/2014/main" id="{91684F58-4EC3-48AC-85F1-CD80F9DE23D9}"/>
              </a:ext>
              <a:ext uri="{C183D7F6-B498-43B3-948B-1728B52AA6E4}">
                <adec:decorative xmlns:adec="http://schemas.microsoft.com/office/drawing/2017/decorative" val="1"/>
              </a:ext>
            </a:extLst>
          </p:cNvPr>
          <p:cNvSpPr/>
          <p:nvPr>
            <p:custDataLst>
              <p:tags r:id="rId540"/>
            </p:custDataLst>
          </p:nvPr>
        </p:nvSpPr>
        <p:spPr>
          <a:xfrm>
            <a:off x="96901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1" name="Rectangle 540">
            <a:extLst>
              <a:ext uri="{FF2B5EF4-FFF2-40B4-BE49-F238E27FC236}">
                <a16:creationId xmlns:a16="http://schemas.microsoft.com/office/drawing/2014/main" id="{458E4857-3DEF-45C8-8A8B-37F045C34E4D}"/>
              </a:ext>
              <a:ext uri="{C183D7F6-B498-43B3-948B-1728B52AA6E4}">
                <adec:decorative xmlns:adec="http://schemas.microsoft.com/office/drawing/2017/decorative" val="1"/>
              </a:ext>
            </a:extLst>
          </p:cNvPr>
          <p:cNvSpPr/>
          <p:nvPr>
            <p:custDataLst>
              <p:tags r:id="rId541"/>
            </p:custDataLst>
          </p:nvPr>
        </p:nvSpPr>
        <p:spPr>
          <a:xfrm>
            <a:off x="97790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2" name="Rectangle 541">
            <a:extLst>
              <a:ext uri="{FF2B5EF4-FFF2-40B4-BE49-F238E27FC236}">
                <a16:creationId xmlns:a16="http://schemas.microsoft.com/office/drawing/2014/main" id="{9FD9C634-12C9-4F6D-ADCE-9795C4CD7B6F}"/>
              </a:ext>
              <a:ext uri="{C183D7F6-B498-43B3-948B-1728B52AA6E4}">
                <adec:decorative xmlns:adec="http://schemas.microsoft.com/office/drawing/2017/decorative" val="1"/>
              </a:ext>
            </a:extLst>
          </p:cNvPr>
          <p:cNvSpPr/>
          <p:nvPr>
            <p:custDataLst>
              <p:tags r:id="rId542"/>
            </p:custDataLst>
          </p:nvPr>
        </p:nvSpPr>
        <p:spPr>
          <a:xfrm>
            <a:off x="98679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3" name="Rectangle 542">
            <a:extLst>
              <a:ext uri="{FF2B5EF4-FFF2-40B4-BE49-F238E27FC236}">
                <a16:creationId xmlns:a16="http://schemas.microsoft.com/office/drawing/2014/main" id="{C8061AD7-CCD1-4680-9EDD-968232B8BC79}"/>
              </a:ext>
              <a:ext uri="{C183D7F6-B498-43B3-948B-1728B52AA6E4}">
                <adec:decorative xmlns:adec="http://schemas.microsoft.com/office/drawing/2017/decorative" val="1"/>
              </a:ext>
            </a:extLst>
          </p:cNvPr>
          <p:cNvSpPr/>
          <p:nvPr>
            <p:custDataLst>
              <p:tags r:id="rId543"/>
            </p:custDataLst>
          </p:nvPr>
        </p:nvSpPr>
        <p:spPr>
          <a:xfrm>
            <a:off x="99568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4" name="Rectangle 543">
            <a:extLst>
              <a:ext uri="{FF2B5EF4-FFF2-40B4-BE49-F238E27FC236}">
                <a16:creationId xmlns:a16="http://schemas.microsoft.com/office/drawing/2014/main" id="{8821F0AC-63E1-4231-8A18-B8CAA9F98999}"/>
              </a:ext>
              <a:ext uri="{C183D7F6-B498-43B3-948B-1728B52AA6E4}">
                <adec:decorative xmlns:adec="http://schemas.microsoft.com/office/drawing/2017/decorative" val="1"/>
              </a:ext>
            </a:extLst>
          </p:cNvPr>
          <p:cNvSpPr/>
          <p:nvPr>
            <p:custDataLst>
              <p:tags r:id="rId544"/>
            </p:custDataLst>
          </p:nvPr>
        </p:nvSpPr>
        <p:spPr>
          <a:xfrm>
            <a:off x="100457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5" name="Rectangle 544">
            <a:extLst>
              <a:ext uri="{FF2B5EF4-FFF2-40B4-BE49-F238E27FC236}">
                <a16:creationId xmlns:a16="http://schemas.microsoft.com/office/drawing/2014/main" id="{F021DA68-9B48-46B7-82FB-06DC61D59A2E}"/>
              </a:ext>
              <a:ext uri="{C183D7F6-B498-43B3-948B-1728B52AA6E4}">
                <adec:decorative xmlns:adec="http://schemas.microsoft.com/office/drawing/2017/decorative" val="1"/>
              </a:ext>
            </a:extLst>
          </p:cNvPr>
          <p:cNvSpPr/>
          <p:nvPr>
            <p:custDataLst>
              <p:tags r:id="rId545"/>
            </p:custDataLst>
          </p:nvPr>
        </p:nvSpPr>
        <p:spPr>
          <a:xfrm>
            <a:off x="101346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6" name="Rectangle 545">
            <a:extLst>
              <a:ext uri="{FF2B5EF4-FFF2-40B4-BE49-F238E27FC236}">
                <a16:creationId xmlns:a16="http://schemas.microsoft.com/office/drawing/2014/main" id="{41880DBB-108D-4C5C-B569-9280BEB109D8}"/>
              </a:ext>
              <a:ext uri="{C183D7F6-B498-43B3-948B-1728B52AA6E4}">
                <adec:decorative xmlns:adec="http://schemas.microsoft.com/office/drawing/2017/decorative" val="1"/>
              </a:ext>
            </a:extLst>
          </p:cNvPr>
          <p:cNvSpPr/>
          <p:nvPr>
            <p:custDataLst>
              <p:tags r:id="rId546"/>
            </p:custDataLst>
          </p:nvPr>
        </p:nvSpPr>
        <p:spPr>
          <a:xfrm>
            <a:off x="102235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7" name="Rectangle 546">
            <a:extLst>
              <a:ext uri="{FF2B5EF4-FFF2-40B4-BE49-F238E27FC236}">
                <a16:creationId xmlns:a16="http://schemas.microsoft.com/office/drawing/2014/main" id="{81940BCF-918D-4A84-9516-0B39C056AEB8}"/>
              </a:ext>
              <a:ext uri="{C183D7F6-B498-43B3-948B-1728B52AA6E4}">
                <adec:decorative xmlns:adec="http://schemas.microsoft.com/office/drawing/2017/decorative" val="1"/>
              </a:ext>
            </a:extLst>
          </p:cNvPr>
          <p:cNvSpPr/>
          <p:nvPr>
            <p:custDataLst>
              <p:tags r:id="rId547"/>
            </p:custDataLst>
          </p:nvPr>
        </p:nvSpPr>
        <p:spPr>
          <a:xfrm>
            <a:off x="103124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8" name="Rectangle 547">
            <a:extLst>
              <a:ext uri="{FF2B5EF4-FFF2-40B4-BE49-F238E27FC236}">
                <a16:creationId xmlns:a16="http://schemas.microsoft.com/office/drawing/2014/main" id="{ACDBAACF-757A-4DD0-922C-ADD241C29B44}"/>
              </a:ext>
              <a:ext uri="{C183D7F6-B498-43B3-948B-1728B52AA6E4}">
                <adec:decorative xmlns:adec="http://schemas.microsoft.com/office/drawing/2017/decorative" val="1"/>
              </a:ext>
            </a:extLst>
          </p:cNvPr>
          <p:cNvSpPr/>
          <p:nvPr>
            <p:custDataLst>
              <p:tags r:id="rId548"/>
            </p:custDataLst>
          </p:nvPr>
        </p:nvSpPr>
        <p:spPr>
          <a:xfrm>
            <a:off x="104013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49" name="Rectangle 548">
            <a:extLst>
              <a:ext uri="{FF2B5EF4-FFF2-40B4-BE49-F238E27FC236}">
                <a16:creationId xmlns:a16="http://schemas.microsoft.com/office/drawing/2014/main" id="{556F4D40-F401-472D-AA60-0D0DDAFDAC0F}"/>
              </a:ext>
              <a:ext uri="{C183D7F6-B498-43B3-948B-1728B52AA6E4}">
                <adec:decorative xmlns:adec="http://schemas.microsoft.com/office/drawing/2017/decorative" val="1"/>
              </a:ext>
            </a:extLst>
          </p:cNvPr>
          <p:cNvSpPr/>
          <p:nvPr>
            <p:custDataLst>
              <p:tags r:id="rId549"/>
            </p:custDataLst>
          </p:nvPr>
        </p:nvSpPr>
        <p:spPr>
          <a:xfrm>
            <a:off x="10490200" y="36372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0" name="Rectangle 549">
            <a:extLst>
              <a:ext uri="{FF2B5EF4-FFF2-40B4-BE49-F238E27FC236}">
                <a16:creationId xmlns:a16="http://schemas.microsoft.com/office/drawing/2014/main" id="{FC218702-8F13-4F8D-A4F7-84B7B666EDAB}"/>
              </a:ext>
              <a:ext uri="{C183D7F6-B498-43B3-948B-1728B52AA6E4}">
                <adec:decorative xmlns:adec="http://schemas.microsoft.com/office/drawing/2017/decorative" val="1"/>
              </a:ext>
            </a:extLst>
          </p:cNvPr>
          <p:cNvSpPr/>
          <p:nvPr>
            <p:custDataLst>
              <p:tags r:id="rId550"/>
            </p:custDataLst>
          </p:nvPr>
        </p:nvSpPr>
        <p:spPr>
          <a:xfrm>
            <a:off x="10579100" y="36372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1" name="Rectangle 550">
            <a:extLst>
              <a:ext uri="{FF2B5EF4-FFF2-40B4-BE49-F238E27FC236}">
                <a16:creationId xmlns:a16="http://schemas.microsoft.com/office/drawing/2014/main" id="{509CBB7A-EAFA-4226-A58B-8E3AE529CF1C}"/>
              </a:ext>
              <a:ext uri="{C183D7F6-B498-43B3-948B-1728B52AA6E4}">
                <adec:decorative xmlns:adec="http://schemas.microsoft.com/office/drawing/2017/decorative" val="1"/>
              </a:ext>
            </a:extLst>
          </p:cNvPr>
          <p:cNvSpPr/>
          <p:nvPr>
            <p:custDataLst>
              <p:tags r:id="rId551"/>
            </p:custDataLst>
          </p:nvPr>
        </p:nvSpPr>
        <p:spPr>
          <a:xfrm>
            <a:off x="81788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2" name="Rectangle 551">
            <a:extLst>
              <a:ext uri="{FF2B5EF4-FFF2-40B4-BE49-F238E27FC236}">
                <a16:creationId xmlns:a16="http://schemas.microsoft.com/office/drawing/2014/main" id="{6F374526-0D38-4C56-B85C-796701FB95FA}"/>
              </a:ext>
              <a:ext uri="{C183D7F6-B498-43B3-948B-1728B52AA6E4}">
                <adec:decorative xmlns:adec="http://schemas.microsoft.com/office/drawing/2017/decorative" val="1"/>
              </a:ext>
            </a:extLst>
          </p:cNvPr>
          <p:cNvSpPr/>
          <p:nvPr>
            <p:custDataLst>
              <p:tags r:id="rId552"/>
            </p:custDataLst>
          </p:nvPr>
        </p:nvSpPr>
        <p:spPr>
          <a:xfrm>
            <a:off x="82677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3" name="Rectangle 552">
            <a:extLst>
              <a:ext uri="{FF2B5EF4-FFF2-40B4-BE49-F238E27FC236}">
                <a16:creationId xmlns:a16="http://schemas.microsoft.com/office/drawing/2014/main" id="{EFBEDC82-111A-4C61-B3D4-D35C7EB586D6}"/>
              </a:ext>
              <a:ext uri="{C183D7F6-B498-43B3-948B-1728B52AA6E4}">
                <adec:decorative xmlns:adec="http://schemas.microsoft.com/office/drawing/2017/decorative" val="1"/>
              </a:ext>
            </a:extLst>
          </p:cNvPr>
          <p:cNvSpPr/>
          <p:nvPr>
            <p:custDataLst>
              <p:tags r:id="rId553"/>
            </p:custDataLst>
          </p:nvPr>
        </p:nvSpPr>
        <p:spPr>
          <a:xfrm>
            <a:off x="83566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4" name="Rectangle 553">
            <a:extLst>
              <a:ext uri="{FF2B5EF4-FFF2-40B4-BE49-F238E27FC236}">
                <a16:creationId xmlns:a16="http://schemas.microsoft.com/office/drawing/2014/main" id="{A646F1D8-0F02-4C55-BA8E-E5B89D73767B}"/>
              </a:ext>
              <a:ext uri="{C183D7F6-B498-43B3-948B-1728B52AA6E4}">
                <adec:decorative xmlns:adec="http://schemas.microsoft.com/office/drawing/2017/decorative" val="1"/>
              </a:ext>
            </a:extLst>
          </p:cNvPr>
          <p:cNvSpPr/>
          <p:nvPr>
            <p:custDataLst>
              <p:tags r:id="rId554"/>
            </p:custDataLst>
          </p:nvPr>
        </p:nvSpPr>
        <p:spPr>
          <a:xfrm>
            <a:off x="84455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5" name="Rectangle 554">
            <a:extLst>
              <a:ext uri="{FF2B5EF4-FFF2-40B4-BE49-F238E27FC236}">
                <a16:creationId xmlns:a16="http://schemas.microsoft.com/office/drawing/2014/main" id="{BDF684EB-BE7E-4BB4-8577-091A490190B8}"/>
              </a:ext>
              <a:ext uri="{C183D7F6-B498-43B3-948B-1728B52AA6E4}">
                <adec:decorative xmlns:adec="http://schemas.microsoft.com/office/drawing/2017/decorative" val="1"/>
              </a:ext>
            </a:extLst>
          </p:cNvPr>
          <p:cNvSpPr/>
          <p:nvPr>
            <p:custDataLst>
              <p:tags r:id="rId555"/>
            </p:custDataLst>
          </p:nvPr>
        </p:nvSpPr>
        <p:spPr>
          <a:xfrm>
            <a:off x="85344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6" name="Rectangle 555">
            <a:extLst>
              <a:ext uri="{FF2B5EF4-FFF2-40B4-BE49-F238E27FC236}">
                <a16:creationId xmlns:a16="http://schemas.microsoft.com/office/drawing/2014/main" id="{D18726E5-F5A8-456E-BB9C-B8314966158F}"/>
              </a:ext>
              <a:ext uri="{C183D7F6-B498-43B3-948B-1728B52AA6E4}">
                <adec:decorative xmlns:adec="http://schemas.microsoft.com/office/drawing/2017/decorative" val="1"/>
              </a:ext>
            </a:extLst>
          </p:cNvPr>
          <p:cNvSpPr/>
          <p:nvPr>
            <p:custDataLst>
              <p:tags r:id="rId556"/>
            </p:custDataLst>
          </p:nvPr>
        </p:nvSpPr>
        <p:spPr>
          <a:xfrm>
            <a:off x="86233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7" name="Rectangle 556">
            <a:extLst>
              <a:ext uri="{FF2B5EF4-FFF2-40B4-BE49-F238E27FC236}">
                <a16:creationId xmlns:a16="http://schemas.microsoft.com/office/drawing/2014/main" id="{8315F4C6-B3F1-471C-B5CA-D39B934F024D}"/>
              </a:ext>
              <a:ext uri="{C183D7F6-B498-43B3-948B-1728B52AA6E4}">
                <adec:decorative xmlns:adec="http://schemas.microsoft.com/office/drawing/2017/decorative" val="1"/>
              </a:ext>
            </a:extLst>
          </p:cNvPr>
          <p:cNvSpPr/>
          <p:nvPr>
            <p:custDataLst>
              <p:tags r:id="rId557"/>
            </p:custDataLst>
          </p:nvPr>
        </p:nvSpPr>
        <p:spPr>
          <a:xfrm>
            <a:off x="87122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8" name="Rectangle 557">
            <a:extLst>
              <a:ext uri="{FF2B5EF4-FFF2-40B4-BE49-F238E27FC236}">
                <a16:creationId xmlns:a16="http://schemas.microsoft.com/office/drawing/2014/main" id="{BE734587-010B-459F-A26A-85792E847728}"/>
              </a:ext>
              <a:ext uri="{C183D7F6-B498-43B3-948B-1728B52AA6E4}">
                <adec:decorative xmlns:adec="http://schemas.microsoft.com/office/drawing/2017/decorative" val="1"/>
              </a:ext>
            </a:extLst>
          </p:cNvPr>
          <p:cNvSpPr/>
          <p:nvPr>
            <p:custDataLst>
              <p:tags r:id="rId558"/>
            </p:custDataLst>
          </p:nvPr>
        </p:nvSpPr>
        <p:spPr>
          <a:xfrm>
            <a:off x="88011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59" name="Rectangle 558">
            <a:extLst>
              <a:ext uri="{FF2B5EF4-FFF2-40B4-BE49-F238E27FC236}">
                <a16:creationId xmlns:a16="http://schemas.microsoft.com/office/drawing/2014/main" id="{9DF75682-0E99-4EFD-952C-1C9D5E14BC97}"/>
              </a:ext>
              <a:ext uri="{C183D7F6-B498-43B3-948B-1728B52AA6E4}">
                <adec:decorative xmlns:adec="http://schemas.microsoft.com/office/drawing/2017/decorative" val="1"/>
              </a:ext>
            </a:extLst>
          </p:cNvPr>
          <p:cNvSpPr/>
          <p:nvPr>
            <p:custDataLst>
              <p:tags r:id="rId559"/>
            </p:custDataLst>
          </p:nvPr>
        </p:nvSpPr>
        <p:spPr>
          <a:xfrm>
            <a:off x="88900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0" name="Rectangle 559">
            <a:extLst>
              <a:ext uri="{FF2B5EF4-FFF2-40B4-BE49-F238E27FC236}">
                <a16:creationId xmlns:a16="http://schemas.microsoft.com/office/drawing/2014/main" id="{D8F3EEFD-8D9E-492D-97B9-BEFBF776DEB9}"/>
              </a:ext>
              <a:ext uri="{C183D7F6-B498-43B3-948B-1728B52AA6E4}">
                <adec:decorative xmlns:adec="http://schemas.microsoft.com/office/drawing/2017/decorative" val="1"/>
              </a:ext>
            </a:extLst>
          </p:cNvPr>
          <p:cNvSpPr/>
          <p:nvPr>
            <p:custDataLst>
              <p:tags r:id="rId560"/>
            </p:custDataLst>
          </p:nvPr>
        </p:nvSpPr>
        <p:spPr>
          <a:xfrm>
            <a:off x="89789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1" name="Rectangle 560">
            <a:extLst>
              <a:ext uri="{FF2B5EF4-FFF2-40B4-BE49-F238E27FC236}">
                <a16:creationId xmlns:a16="http://schemas.microsoft.com/office/drawing/2014/main" id="{234A7E12-4E69-4FA1-8BF0-E66573B833BF}"/>
              </a:ext>
              <a:ext uri="{C183D7F6-B498-43B3-948B-1728B52AA6E4}">
                <adec:decorative xmlns:adec="http://schemas.microsoft.com/office/drawing/2017/decorative" val="1"/>
              </a:ext>
            </a:extLst>
          </p:cNvPr>
          <p:cNvSpPr/>
          <p:nvPr>
            <p:custDataLst>
              <p:tags r:id="rId561"/>
            </p:custDataLst>
          </p:nvPr>
        </p:nvSpPr>
        <p:spPr>
          <a:xfrm>
            <a:off x="90678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2" name="Rectangle 561">
            <a:extLst>
              <a:ext uri="{FF2B5EF4-FFF2-40B4-BE49-F238E27FC236}">
                <a16:creationId xmlns:a16="http://schemas.microsoft.com/office/drawing/2014/main" id="{A5F91542-285D-4989-81C3-5BFE3964DDF9}"/>
              </a:ext>
              <a:ext uri="{C183D7F6-B498-43B3-948B-1728B52AA6E4}">
                <adec:decorative xmlns:adec="http://schemas.microsoft.com/office/drawing/2017/decorative" val="1"/>
              </a:ext>
            </a:extLst>
          </p:cNvPr>
          <p:cNvSpPr/>
          <p:nvPr>
            <p:custDataLst>
              <p:tags r:id="rId562"/>
            </p:custDataLst>
          </p:nvPr>
        </p:nvSpPr>
        <p:spPr>
          <a:xfrm>
            <a:off x="91567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3" name="Rectangle 562">
            <a:extLst>
              <a:ext uri="{FF2B5EF4-FFF2-40B4-BE49-F238E27FC236}">
                <a16:creationId xmlns:a16="http://schemas.microsoft.com/office/drawing/2014/main" id="{7E03808C-43B1-4DC2-9C4D-916069C98CBF}"/>
              </a:ext>
              <a:ext uri="{C183D7F6-B498-43B3-948B-1728B52AA6E4}">
                <adec:decorative xmlns:adec="http://schemas.microsoft.com/office/drawing/2017/decorative" val="1"/>
              </a:ext>
            </a:extLst>
          </p:cNvPr>
          <p:cNvSpPr/>
          <p:nvPr>
            <p:custDataLst>
              <p:tags r:id="rId563"/>
            </p:custDataLst>
          </p:nvPr>
        </p:nvSpPr>
        <p:spPr>
          <a:xfrm>
            <a:off x="92456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4" name="Rectangle 563">
            <a:extLst>
              <a:ext uri="{FF2B5EF4-FFF2-40B4-BE49-F238E27FC236}">
                <a16:creationId xmlns:a16="http://schemas.microsoft.com/office/drawing/2014/main" id="{1659B9DB-A591-4729-80D3-8D89F9DCB26E}"/>
              </a:ext>
              <a:ext uri="{C183D7F6-B498-43B3-948B-1728B52AA6E4}">
                <adec:decorative xmlns:adec="http://schemas.microsoft.com/office/drawing/2017/decorative" val="1"/>
              </a:ext>
            </a:extLst>
          </p:cNvPr>
          <p:cNvSpPr/>
          <p:nvPr>
            <p:custDataLst>
              <p:tags r:id="rId564"/>
            </p:custDataLst>
          </p:nvPr>
        </p:nvSpPr>
        <p:spPr>
          <a:xfrm>
            <a:off x="93345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5" name="Rectangle 564">
            <a:extLst>
              <a:ext uri="{FF2B5EF4-FFF2-40B4-BE49-F238E27FC236}">
                <a16:creationId xmlns:a16="http://schemas.microsoft.com/office/drawing/2014/main" id="{4E779E25-FFA5-47E1-A698-E471EB895D58}"/>
              </a:ext>
              <a:ext uri="{C183D7F6-B498-43B3-948B-1728B52AA6E4}">
                <adec:decorative xmlns:adec="http://schemas.microsoft.com/office/drawing/2017/decorative" val="1"/>
              </a:ext>
            </a:extLst>
          </p:cNvPr>
          <p:cNvSpPr/>
          <p:nvPr>
            <p:custDataLst>
              <p:tags r:id="rId565"/>
            </p:custDataLst>
          </p:nvPr>
        </p:nvSpPr>
        <p:spPr>
          <a:xfrm>
            <a:off x="94234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6" name="Rectangle 565">
            <a:extLst>
              <a:ext uri="{FF2B5EF4-FFF2-40B4-BE49-F238E27FC236}">
                <a16:creationId xmlns:a16="http://schemas.microsoft.com/office/drawing/2014/main" id="{B095DFE3-B8F4-4783-898C-1F90567F6915}"/>
              </a:ext>
              <a:ext uri="{C183D7F6-B498-43B3-948B-1728B52AA6E4}">
                <adec:decorative xmlns:adec="http://schemas.microsoft.com/office/drawing/2017/decorative" val="1"/>
              </a:ext>
            </a:extLst>
          </p:cNvPr>
          <p:cNvSpPr/>
          <p:nvPr>
            <p:custDataLst>
              <p:tags r:id="rId566"/>
            </p:custDataLst>
          </p:nvPr>
        </p:nvSpPr>
        <p:spPr>
          <a:xfrm>
            <a:off x="95123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7" name="Rectangle 566">
            <a:extLst>
              <a:ext uri="{FF2B5EF4-FFF2-40B4-BE49-F238E27FC236}">
                <a16:creationId xmlns:a16="http://schemas.microsoft.com/office/drawing/2014/main" id="{3DB0AF62-E93C-43E9-A8F4-164F7EA9A6A4}"/>
              </a:ext>
              <a:ext uri="{C183D7F6-B498-43B3-948B-1728B52AA6E4}">
                <adec:decorative xmlns:adec="http://schemas.microsoft.com/office/drawing/2017/decorative" val="1"/>
              </a:ext>
            </a:extLst>
          </p:cNvPr>
          <p:cNvSpPr/>
          <p:nvPr>
            <p:custDataLst>
              <p:tags r:id="rId567"/>
            </p:custDataLst>
          </p:nvPr>
        </p:nvSpPr>
        <p:spPr>
          <a:xfrm>
            <a:off x="96012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8" name="Rectangle 567">
            <a:extLst>
              <a:ext uri="{FF2B5EF4-FFF2-40B4-BE49-F238E27FC236}">
                <a16:creationId xmlns:a16="http://schemas.microsoft.com/office/drawing/2014/main" id="{E3E9892E-89F4-4FC5-B20F-AC7E7F17628F}"/>
              </a:ext>
              <a:ext uri="{C183D7F6-B498-43B3-948B-1728B52AA6E4}">
                <adec:decorative xmlns:adec="http://schemas.microsoft.com/office/drawing/2017/decorative" val="1"/>
              </a:ext>
            </a:extLst>
          </p:cNvPr>
          <p:cNvSpPr/>
          <p:nvPr>
            <p:custDataLst>
              <p:tags r:id="rId568"/>
            </p:custDataLst>
          </p:nvPr>
        </p:nvSpPr>
        <p:spPr>
          <a:xfrm>
            <a:off x="96901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69" name="Rectangle 568">
            <a:extLst>
              <a:ext uri="{FF2B5EF4-FFF2-40B4-BE49-F238E27FC236}">
                <a16:creationId xmlns:a16="http://schemas.microsoft.com/office/drawing/2014/main" id="{B7C346D4-19D1-471F-B1F9-4D352279A6AF}"/>
              </a:ext>
              <a:ext uri="{C183D7F6-B498-43B3-948B-1728B52AA6E4}">
                <adec:decorative xmlns:adec="http://schemas.microsoft.com/office/drawing/2017/decorative" val="1"/>
              </a:ext>
            </a:extLst>
          </p:cNvPr>
          <p:cNvSpPr/>
          <p:nvPr>
            <p:custDataLst>
              <p:tags r:id="rId569"/>
            </p:custDataLst>
          </p:nvPr>
        </p:nvSpPr>
        <p:spPr>
          <a:xfrm>
            <a:off x="97790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0" name="Rectangle 569">
            <a:extLst>
              <a:ext uri="{FF2B5EF4-FFF2-40B4-BE49-F238E27FC236}">
                <a16:creationId xmlns:a16="http://schemas.microsoft.com/office/drawing/2014/main" id="{CC6CD0E8-A3DD-4066-948F-83D04B54F000}"/>
              </a:ext>
              <a:ext uri="{C183D7F6-B498-43B3-948B-1728B52AA6E4}">
                <adec:decorative xmlns:adec="http://schemas.microsoft.com/office/drawing/2017/decorative" val="1"/>
              </a:ext>
            </a:extLst>
          </p:cNvPr>
          <p:cNvSpPr/>
          <p:nvPr>
            <p:custDataLst>
              <p:tags r:id="rId570"/>
            </p:custDataLst>
          </p:nvPr>
        </p:nvSpPr>
        <p:spPr>
          <a:xfrm>
            <a:off x="98679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1" name="Rectangle 570">
            <a:extLst>
              <a:ext uri="{FF2B5EF4-FFF2-40B4-BE49-F238E27FC236}">
                <a16:creationId xmlns:a16="http://schemas.microsoft.com/office/drawing/2014/main" id="{2395EF0F-439B-4C16-8DF1-546DAC3A509E}"/>
              </a:ext>
              <a:ext uri="{C183D7F6-B498-43B3-948B-1728B52AA6E4}">
                <adec:decorative xmlns:adec="http://schemas.microsoft.com/office/drawing/2017/decorative" val="1"/>
              </a:ext>
            </a:extLst>
          </p:cNvPr>
          <p:cNvSpPr/>
          <p:nvPr>
            <p:custDataLst>
              <p:tags r:id="rId571"/>
            </p:custDataLst>
          </p:nvPr>
        </p:nvSpPr>
        <p:spPr>
          <a:xfrm>
            <a:off x="99568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2" name="Rectangle 571">
            <a:extLst>
              <a:ext uri="{FF2B5EF4-FFF2-40B4-BE49-F238E27FC236}">
                <a16:creationId xmlns:a16="http://schemas.microsoft.com/office/drawing/2014/main" id="{924462EC-E27A-409A-8EE7-DFD1F8AC6792}"/>
              </a:ext>
              <a:ext uri="{C183D7F6-B498-43B3-948B-1728B52AA6E4}">
                <adec:decorative xmlns:adec="http://schemas.microsoft.com/office/drawing/2017/decorative" val="1"/>
              </a:ext>
            </a:extLst>
          </p:cNvPr>
          <p:cNvSpPr/>
          <p:nvPr>
            <p:custDataLst>
              <p:tags r:id="rId572"/>
            </p:custDataLst>
          </p:nvPr>
        </p:nvSpPr>
        <p:spPr>
          <a:xfrm>
            <a:off x="100457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3" name="Rectangle 572">
            <a:extLst>
              <a:ext uri="{FF2B5EF4-FFF2-40B4-BE49-F238E27FC236}">
                <a16:creationId xmlns:a16="http://schemas.microsoft.com/office/drawing/2014/main" id="{432218C4-0FA9-40C5-9DD5-274D186C5D2A}"/>
              </a:ext>
              <a:ext uri="{C183D7F6-B498-43B3-948B-1728B52AA6E4}">
                <adec:decorative xmlns:adec="http://schemas.microsoft.com/office/drawing/2017/decorative" val="1"/>
              </a:ext>
            </a:extLst>
          </p:cNvPr>
          <p:cNvSpPr/>
          <p:nvPr>
            <p:custDataLst>
              <p:tags r:id="rId573"/>
            </p:custDataLst>
          </p:nvPr>
        </p:nvSpPr>
        <p:spPr>
          <a:xfrm>
            <a:off x="101346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4" name="Rectangle 573">
            <a:extLst>
              <a:ext uri="{FF2B5EF4-FFF2-40B4-BE49-F238E27FC236}">
                <a16:creationId xmlns:a16="http://schemas.microsoft.com/office/drawing/2014/main" id="{7F8633B1-344D-470E-AA03-5526D45CDF6C}"/>
              </a:ext>
              <a:ext uri="{C183D7F6-B498-43B3-948B-1728B52AA6E4}">
                <adec:decorative xmlns:adec="http://schemas.microsoft.com/office/drawing/2017/decorative" val="1"/>
              </a:ext>
            </a:extLst>
          </p:cNvPr>
          <p:cNvSpPr/>
          <p:nvPr>
            <p:custDataLst>
              <p:tags r:id="rId574"/>
            </p:custDataLst>
          </p:nvPr>
        </p:nvSpPr>
        <p:spPr>
          <a:xfrm>
            <a:off x="102235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5" name="Rectangle 574">
            <a:extLst>
              <a:ext uri="{FF2B5EF4-FFF2-40B4-BE49-F238E27FC236}">
                <a16:creationId xmlns:a16="http://schemas.microsoft.com/office/drawing/2014/main" id="{C2ABE090-850D-4FCC-B1C3-590A3A1A9531}"/>
              </a:ext>
              <a:ext uri="{C183D7F6-B498-43B3-948B-1728B52AA6E4}">
                <adec:decorative xmlns:adec="http://schemas.microsoft.com/office/drawing/2017/decorative" val="1"/>
              </a:ext>
            </a:extLst>
          </p:cNvPr>
          <p:cNvSpPr/>
          <p:nvPr>
            <p:custDataLst>
              <p:tags r:id="rId575"/>
            </p:custDataLst>
          </p:nvPr>
        </p:nvSpPr>
        <p:spPr>
          <a:xfrm>
            <a:off x="103124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6" name="Rectangle 575">
            <a:extLst>
              <a:ext uri="{FF2B5EF4-FFF2-40B4-BE49-F238E27FC236}">
                <a16:creationId xmlns:a16="http://schemas.microsoft.com/office/drawing/2014/main" id="{A951C6CC-3082-44A0-86B2-A8FCF7ACAE1B}"/>
              </a:ext>
              <a:ext uri="{C183D7F6-B498-43B3-948B-1728B52AA6E4}">
                <adec:decorative xmlns:adec="http://schemas.microsoft.com/office/drawing/2017/decorative" val="1"/>
              </a:ext>
            </a:extLst>
          </p:cNvPr>
          <p:cNvSpPr/>
          <p:nvPr>
            <p:custDataLst>
              <p:tags r:id="rId576"/>
            </p:custDataLst>
          </p:nvPr>
        </p:nvSpPr>
        <p:spPr>
          <a:xfrm>
            <a:off x="104013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7" name="Rectangle 576">
            <a:extLst>
              <a:ext uri="{FF2B5EF4-FFF2-40B4-BE49-F238E27FC236}">
                <a16:creationId xmlns:a16="http://schemas.microsoft.com/office/drawing/2014/main" id="{D22EE2E6-7BF0-4305-A68B-CC8AE81DB0A7}"/>
              </a:ext>
              <a:ext uri="{C183D7F6-B498-43B3-948B-1728B52AA6E4}">
                <adec:decorative xmlns:adec="http://schemas.microsoft.com/office/drawing/2017/decorative" val="1"/>
              </a:ext>
            </a:extLst>
          </p:cNvPr>
          <p:cNvSpPr/>
          <p:nvPr>
            <p:custDataLst>
              <p:tags r:id="rId577"/>
            </p:custDataLst>
          </p:nvPr>
        </p:nvSpPr>
        <p:spPr>
          <a:xfrm>
            <a:off x="104902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8" name="Rectangle 577">
            <a:extLst>
              <a:ext uri="{FF2B5EF4-FFF2-40B4-BE49-F238E27FC236}">
                <a16:creationId xmlns:a16="http://schemas.microsoft.com/office/drawing/2014/main" id="{5BAD0D5A-5E74-47C5-8D7B-29AFBB6134E7}"/>
              </a:ext>
              <a:ext uri="{C183D7F6-B498-43B3-948B-1728B52AA6E4}">
                <adec:decorative xmlns:adec="http://schemas.microsoft.com/office/drawing/2017/decorative" val="1"/>
              </a:ext>
            </a:extLst>
          </p:cNvPr>
          <p:cNvSpPr/>
          <p:nvPr>
            <p:custDataLst>
              <p:tags r:id="rId578"/>
            </p:custDataLst>
          </p:nvPr>
        </p:nvSpPr>
        <p:spPr>
          <a:xfrm>
            <a:off x="10579100" y="37261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79" name="Rectangle 578">
            <a:extLst>
              <a:ext uri="{FF2B5EF4-FFF2-40B4-BE49-F238E27FC236}">
                <a16:creationId xmlns:a16="http://schemas.microsoft.com/office/drawing/2014/main" id="{932A4FEA-870A-4192-832C-F417B99EF07D}"/>
              </a:ext>
              <a:ext uri="{C183D7F6-B498-43B3-948B-1728B52AA6E4}">
                <adec:decorative xmlns:adec="http://schemas.microsoft.com/office/drawing/2017/decorative" val="1"/>
              </a:ext>
            </a:extLst>
          </p:cNvPr>
          <p:cNvSpPr/>
          <p:nvPr>
            <p:custDataLst>
              <p:tags r:id="rId579"/>
            </p:custDataLst>
          </p:nvPr>
        </p:nvSpPr>
        <p:spPr>
          <a:xfrm>
            <a:off x="10668000" y="37261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0" name="Rectangle 579">
            <a:extLst>
              <a:ext uri="{FF2B5EF4-FFF2-40B4-BE49-F238E27FC236}">
                <a16:creationId xmlns:a16="http://schemas.microsoft.com/office/drawing/2014/main" id="{73353BC0-B548-4691-866B-91B8AFA4A2EB}"/>
              </a:ext>
              <a:ext uri="{C183D7F6-B498-43B3-948B-1728B52AA6E4}">
                <adec:decorative xmlns:adec="http://schemas.microsoft.com/office/drawing/2017/decorative" val="1"/>
              </a:ext>
            </a:extLst>
          </p:cNvPr>
          <p:cNvSpPr/>
          <p:nvPr>
            <p:custDataLst>
              <p:tags r:id="rId580"/>
            </p:custDataLst>
          </p:nvPr>
        </p:nvSpPr>
        <p:spPr>
          <a:xfrm>
            <a:off x="81788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1" name="Rectangle 580">
            <a:extLst>
              <a:ext uri="{FF2B5EF4-FFF2-40B4-BE49-F238E27FC236}">
                <a16:creationId xmlns:a16="http://schemas.microsoft.com/office/drawing/2014/main" id="{2A267DB0-F07E-4A83-AB68-10BD2C3C30D0}"/>
              </a:ext>
              <a:ext uri="{C183D7F6-B498-43B3-948B-1728B52AA6E4}">
                <adec:decorative xmlns:adec="http://schemas.microsoft.com/office/drawing/2017/decorative" val="1"/>
              </a:ext>
            </a:extLst>
          </p:cNvPr>
          <p:cNvSpPr/>
          <p:nvPr>
            <p:custDataLst>
              <p:tags r:id="rId581"/>
            </p:custDataLst>
          </p:nvPr>
        </p:nvSpPr>
        <p:spPr>
          <a:xfrm>
            <a:off x="82677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2" name="Rectangle 581">
            <a:extLst>
              <a:ext uri="{FF2B5EF4-FFF2-40B4-BE49-F238E27FC236}">
                <a16:creationId xmlns:a16="http://schemas.microsoft.com/office/drawing/2014/main" id="{1A31B6EB-8088-4B4F-9224-8673CD0A2FBE}"/>
              </a:ext>
              <a:ext uri="{C183D7F6-B498-43B3-948B-1728B52AA6E4}">
                <adec:decorative xmlns:adec="http://schemas.microsoft.com/office/drawing/2017/decorative" val="1"/>
              </a:ext>
            </a:extLst>
          </p:cNvPr>
          <p:cNvSpPr/>
          <p:nvPr>
            <p:custDataLst>
              <p:tags r:id="rId582"/>
            </p:custDataLst>
          </p:nvPr>
        </p:nvSpPr>
        <p:spPr>
          <a:xfrm>
            <a:off x="83566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3" name="Rectangle 582">
            <a:extLst>
              <a:ext uri="{FF2B5EF4-FFF2-40B4-BE49-F238E27FC236}">
                <a16:creationId xmlns:a16="http://schemas.microsoft.com/office/drawing/2014/main" id="{D980C883-A722-4EF7-AE1D-3566860407D6}"/>
              </a:ext>
              <a:ext uri="{C183D7F6-B498-43B3-948B-1728B52AA6E4}">
                <adec:decorative xmlns:adec="http://schemas.microsoft.com/office/drawing/2017/decorative" val="1"/>
              </a:ext>
            </a:extLst>
          </p:cNvPr>
          <p:cNvSpPr/>
          <p:nvPr>
            <p:custDataLst>
              <p:tags r:id="rId583"/>
            </p:custDataLst>
          </p:nvPr>
        </p:nvSpPr>
        <p:spPr>
          <a:xfrm>
            <a:off x="84455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4" name="Rectangle 583">
            <a:extLst>
              <a:ext uri="{FF2B5EF4-FFF2-40B4-BE49-F238E27FC236}">
                <a16:creationId xmlns:a16="http://schemas.microsoft.com/office/drawing/2014/main" id="{E05F1278-347F-42FE-9C20-FDF0B1070C1F}"/>
              </a:ext>
              <a:ext uri="{C183D7F6-B498-43B3-948B-1728B52AA6E4}">
                <adec:decorative xmlns:adec="http://schemas.microsoft.com/office/drawing/2017/decorative" val="1"/>
              </a:ext>
            </a:extLst>
          </p:cNvPr>
          <p:cNvSpPr/>
          <p:nvPr>
            <p:custDataLst>
              <p:tags r:id="rId584"/>
            </p:custDataLst>
          </p:nvPr>
        </p:nvSpPr>
        <p:spPr>
          <a:xfrm>
            <a:off x="85344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5" name="Rectangle 584">
            <a:extLst>
              <a:ext uri="{FF2B5EF4-FFF2-40B4-BE49-F238E27FC236}">
                <a16:creationId xmlns:a16="http://schemas.microsoft.com/office/drawing/2014/main" id="{A01E3412-685C-4CC5-B4C6-01950E19179E}"/>
              </a:ext>
              <a:ext uri="{C183D7F6-B498-43B3-948B-1728B52AA6E4}">
                <adec:decorative xmlns:adec="http://schemas.microsoft.com/office/drawing/2017/decorative" val="1"/>
              </a:ext>
            </a:extLst>
          </p:cNvPr>
          <p:cNvSpPr/>
          <p:nvPr>
            <p:custDataLst>
              <p:tags r:id="rId585"/>
            </p:custDataLst>
          </p:nvPr>
        </p:nvSpPr>
        <p:spPr>
          <a:xfrm>
            <a:off x="86233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6" name="Rectangle 585">
            <a:extLst>
              <a:ext uri="{FF2B5EF4-FFF2-40B4-BE49-F238E27FC236}">
                <a16:creationId xmlns:a16="http://schemas.microsoft.com/office/drawing/2014/main" id="{E61210A5-0EC8-4D1E-B11F-C19B2401F92A}"/>
              </a:ext>
              <a:ext uri="{C183D7F6-B498-43B3-948B-1728B52AA6E4}">
                <adec:decorative xmlns:adec="http://schemas.microsoft.com/office/drawing/2017/decorative" val="1"/>
              </a:ext>
            </a:extLst>
          </p:cNvPr>
          <p:cNvSpPr/>
          <p:nvPr>
            <p:custDataLst>
              <p:tags r:id="rId586"/>
            </p:custDataLst>
          </p:nvPr>
        </p:nvSpPr>
        <p:spPr>
          <a:xfrm>
            <a:off x="87122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7" name="Rectangle 586">
            <a:extLst>
              <a:ext uri="{FF2B5EF4-FFF2-40B4-BE49-F238E27FC236}">
                <a16:creationId xmlns:a16="http://schemas.microsoft.com/office/drawing/2014/main" id="{1AA55139-E442-4757-9F00-DEA2C06518C8}"/>
              </a:ext>
              <a:ext uri="{C183D7F6-B498-43B3-948B-1728B52AA6E4}">
                <adec:decorative xmlns:adec="http://schemas.microsoft.com/office/drawing/2017/decorative" val="1"/>
              </a:ext>
            </a:extLst>
          </p:cNvPr>
          <p:cNvSpPr/>
          <p:nvPr>
            <p:custDataLst>
              <p:tags r:id="rId587"/>
            </p:custDataLst>
          </p:nvPr>
        </p:nvSpPr>
        <p:spPr>
          <a:xfrm>
            <a:off x="88011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8" name="Rectangle 587">
            <a:extLst>
              <a:ext uri="{FF2B5EF4-FFF2-40B4-BE49-F238E27FC236}">
                <a16:creationId xmlns:a16="http://schemas.microsoft.com/office/drawing/2014/main" id="{3A0EE3F0-8AA3-4CAB-AD98-61EEE190BFE8}"/>
              </a:ext>
              <a:ext uri="{C183D7F6-B498-43B3-948B-1728B52AA6E4}">
                <adec:decorative xmlns:adec="http://schemas.microsoft.com/office/drawing/2017/decorative" val="1"/>
              </a:ext>
            </a:extLst>
          </p:cNvPr>
          <p:cNvSpPr/>
          <p:nvPr>
            <p:custDataLst>
              <p:tags r:id="rId588"/>
            </p:custDataLst>
          </p:nvPr>
        </p:nvSpPr>
        <p:spPr>
          <a:xfrm>
            <a:off x="88900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89" name="Rectangle 588">
            <a:extLst>
              <a:ext uri="{FF2B5EF4-FFF2-40B4-BE49-F238E27FC236}">
                <a16:creationId xmlns:a16="http://schemas.microsoft.com/office/drawing/2014/main" id="{0AC3C6EB-476B-4F85-9E67-FB917720AAE7}"/>
              </a:ext>
              <a:ext uri="{C183D7F6-B498-43B3-948B-1728B52AA6E4}">
                <adec:decorative xmlns:adec="http://schemas.microsoft.com/office/drawing/2017/decorative" val="1"/>
              </a:ext>
            </a:extLst>
          </p:cNvPr>
          <p:cNvSpPr/>
          <p:nvPr>
            <p:custDataLst>
              <p:tags r:id="rId589"/>
            </p:custDataLst>
          </p:nvPr>
        </p:nvSpPr>
        <p:spPr>
          <a:xfrm>
            <a:off x="89789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0" name="Rectangle 589">
            <a:extLst>
              <a:ext uri="{FF2B5EF4-FFF2-40B4-BE49-F238E27FC236}">
                <a16:creationId xmlns:a16="http://schemas.microsoft.com/office/drawing/2014/main" id="{C2203F95-DEF1-457C-9105-4B7BC3C4E8F5}"/>
              </a:ext>
              <a:ext uri="{C183D7F6-B498-43B3-948B-1728B52AA6E4}">
                <adec:decorative xmlns:adec="http://schemas.microsoft.com/office/drawing/2017/decorative" val="1"/>
              </a:ext>
            </a:extLst>
          </p:cNvPr>
          <p:cNvSpPr/>
          <p:nvPr>
            <p:custDataLst>
              <p:tags r:id="rId590"/>
            </p:custDataLst>
          </p:nvPr>
        </p:nvSpPr>
        <p:spPr>
          <a:xfrm>
            <a:off x="90678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1" name="Rectangle 590">
            <a:extLst>
              <a:ext uri="{FF2B5EF4-FFF2-40B4-BE49-F238E27FC236}">
                <a16:creationId xmlns:a16="http://schemas.microsoft.com/office/drawing/2014/main" id="{946FDB37-E246-4046-91FF-865FA3C7F7D9}"/>
              </a:ext>
              <a:ext uri="{C183D7F6-B498-43B3-948B-1728B52AA6E4}">
                <adec:decorative xmlns:adec="http://schemas.microsoft.com/office/drawing/2017/decorative" val="1"/>
              </a:ext>
            </a:extLst>
          </p:cNvPr>
          <p:cNvSpPr/>
          <p:nvPr>
            <p:custDataLst>
              <p:tags r:id="rId591"/>
            </p:custDataLst>
          </p:nvPr>
        </p:nvSpPr>
        <p:spPr>
          <a:xfrm>
            <a:off x="91567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2" name="Rectangle 591">
            <a:extLst>
              <a:ext uri="{FF2B5EF4-FFF2-40B4-BE49-F238E27FC236}">
                <a16:creationId xmlns:a16="http://schemas.microsoft.com/office/drawing/2014/main" id="{ECCB7801-EB21-46C6-8701-EB3E766EFBD7}"/>
              </a:ext>
              <a:ext uri="{C183D7F6-B498-43B3-948B-1728B52AA6E4}">
                <adec:decorative xmlns:adec="http://schemas.microsoft.com/office/drawing/2017/decorative" val="1"/>
              </a:ext>
            </a:extLst>
          </p:cNvPr>
          <p:cNvSpPr/>
          <p:nvPr>
            <p:custDataLst>
              <p:tags r:id="rId592"/>
            </p:custDataLst>
          </p:nvPr>
        </p:nvSpPr>
        <p:spPr>
          <a:xfrm>
            <a:off x="92456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3" name="Rectangle 592">
            <a:extLst>
              <a:ext uri="{FF2B5EF4-FFF2-40B4-BE49-F238E27FC236}">
                <a16:creationId xmlns:a16="http://schemas.microsoft.com/office/drawing/2014/main" id="{8F0CA0AD-9866-4AD3-8A73-4537A29C7646}"/>
              </a:ext>
              <a:ext uri="{C183D7F6-B498-43B3-948B-1728B52AA6E4}">
                <adec:decorative xmlns:adec="http://schemas.microsoft.com/office/drawing/2017/decorative" val="1"/>
              </a:ext>
            </a:extLst>
          </p:cNvPr>
          <p:cNvSpPr/>
          <p:nvPr>
            <p:custDataLst>
              <p:tags r:id="rId593"/>
            </p:custDataLst>
          </p:nvPr>
        </p:nvSpPr>
        <p:spPr>
          <a:xfrm>
            <a:off x="93345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4" name="Rectangle 593">
            <a:extLst>
              <a:ext uri="{FF2B5EF4-FFF2-40B4-BE49-F238E27FC236}">
                <a16:creationId xmlns:a16="http://schemas.microsoft.com/office/drawing/2014/main" id="{8F3842F2-716C-4127-BCB3-3AF041E9D35E}"/>
              </a:ext>
              <a:ext uri="{C183D7F6-B498-43B3-948B-1728B52AA6E4}">
                <adec:decorative xmlns:adec="http://schemas.microsoft.com/office/drawing/2017/decorative" val="1"/>
              </a:ext>
            </a:extLst>
          </p:cNvPr>
          <p:cNvSpPr/>
          <p:nvPr>
            <p:custDataLst>
              <p:tags r:id="rId594"/>
            </p:custDataLst>
          </p:nvPr>
        </p:nvSpPr>
        <p:spPr>
          <a:xfrm>
            <a:off x="94234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5" name="Rectangle 594">
            <a:extLst>
              <a:ext uri="{FF2B5EF4-FFF2-40B4-BE49-F238E27FC236}">
                <a16:creationId xmlns:a16="http://schemas.microsoft.com/office/drawing/2014/main" id="{007A1AB4-A1DE-404A-89AC-DF1CB3DEBC39}"/>
              </a:ext>
              <a:ext uri="{C183D7F6-B498-43B3-948B-1728B52AA6E4}">
                <adec:decorative xmlns:adec="http://schemas.microsoft.com/office/drawing/2017/decorative" val="1"/>
              </a:ext>
            </a:extLst>
          </p:cNvPr>
          <p:cNvSpPr/>
          <p:nvPr>
            <p:custDataLst>
              <p:tags r:id="rId595"/>
            </p:custDataLst>
          </p:nvPr>
        </p:nvSpPr>
        <p:spPr>
          <a:xfrm>
            <a:off x="95123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6" name="Rectangle 595">
            <a:extLst>
              <a:ext uri="{FF2B5EF4-FFF2-40B4-BE49-F238E27FC236}">
                <a16:creationId xmlns:a16="http://schemas.microsoft.com/office/drawing/2014/main" id="{80F2F754-5380-4ACE-842B-756A135362FC}"/>
              </a:ext>
              <a:ext uri="{C183D7F6-B498-43B3-948B-1728B52AA6E4}">
                <adec:decorative xmlns:adec="http://schemas.microsoft.com/office/drawing/2017/decorative" val="1"/>
              </a:ext>
            </a:extLst>
          </p:cNvPr>
          <p:cNvSpPr/>
          <p:nvPr>
            <p:custDataLst>
              <p:tags r:id="rId596"/>
            </p:custDataLst>
          </p:nvPr>
        </p:nvSpPr>
        <p:spPr>
          <a:xfrm>
            <a:off x="96012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7" name="Rectangle 596">
            <a:extLst>
              <a:ext uri="{FF2B5EF4-FFF2-40B4-BE49-F238E27FC236}">
                <a16:creationId xmlns:a16="http://schemas.microsoft.com/office/drawing/2014/main" id="{771CF39B-6F82-472C-B0F6-0F861F9B9F7C}"/>
              </a:ext>
              <a:ext uri="{C183D7F6-B498-43B3-948B-1728B52AA6E4}">
                <adec:decorative xmlns:adec="http://schemas.microsoft.com/office/drawing/2017/decorative" val="1"/>
              </a:ext>
            </a:extLst>
          </p:cNvPr>
          <p:cNvSpPr/>
          <p:nvPr>
            <p:custDataLst>
              <p:tags r:id="rId597"/>
            </p:custDataLst>
          </p:nvPr>
        </p:nvSpPr>
        <p:spPr>
          <a:xfrm>
            <a:off x="96901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8" name="Rectangle 597">
            <a:extLst>
              <a:ext uri="{FF2B5EF4-FFF2-40B4-BE49-F238E27FC236}">
                <a16:creationId xmlns:a16="http://schemas.microsoft.com/office/drawing/2014/main" id="{1D310208-9BCF-471F-B348-DB750AF37306}"/>
              </a:ext>
              <a:ext uri="{C183D7F6-B498-43B3-948B-1728B52AA6E4}">
                <adec:decorative xmlns:adec="http://schemas.microsoft.com/office/drawing/2017/decorative" val="1"/>
              </a:ext>
            </a:extLst>
          </p:cNvPr>
          <p:cNvSpPr/>
          <p:nvPr>
            <p:custDataLst>
              <p:tags r:id="rId598"/>
            </p:custDataLst>
          </p:nvPr>
        </p:nvSpPr>
        <p:spPr>
          <a:xfrm>
            <a:off x="97790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99" name="Rectangle 598">
            <a:extLst>
              <a:ext uri="{FF2B5EF4-FFF2-40B4-BE49-F238E27FC236}">
                <a16:creationId xmlns:a16="http://schemas.microsoft.com/office/drawing/2014/main" id="{EB162BDB-E927-41AB-A3BD-3C505A3190F7}"/>
              </a:ext>
              <a:ext uri="{C183D7F6-B498-43B3-948B-1728B52AA6E4}">
                <adec:decorative xmlns:adec="http://schemas.microsoft.com/office/drawing/2017/decorative" val="1"/>
              </a:ext>
            </a:extLst>
          </p:cNvPr>
          <p:cNvSpPr/>
          <p:nvPr>
            <p:custDataLst>
              <p:tags r:id="rId599"/>
            </p:custDataLst>
          </p:nvPr>
        </p:nvSpPr>
        <p:spPr>
          <a:xfrm>
            <a:off x="98679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0" name="Rectangle 599">
            <a:extLst>
              <a:ext uri="{FF2B5EF4-FFF2-40B4-BE49-F238E27FC236}">
                <a16:creationId xmlns:a16="http://schemas.microsoft.com/office/drawing/2014/main" id="{59C7C441-98BC-4A87-9436-42AA3250C4AC}"/>
              </a:ext>
              <a:ext uri="{C183D7F6-B498-43B3-948B-1728B52AA6E4}">
                <adec:decorative xmlns:adec="http://schemas.microsoft.com/office/drawing/2017/decorative" val="1"/>
              </a:ext>
            </a:extLst>
          </p:cNvPr>
          <p:cNvSpPr/>
          <p:nvPr>
            <p:custDataLst>
              <p:tags r:id="rId600"/>
            </p:custDataLst>
          </p:nvPr>
        </p:nvSpPr>
        <p:spPr>
          <a:xfrm>
            <a:off x="99568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1" name="Rectangle 600">
            <a:extLst>
              <a:ext uri="{FF2B5EF4-FFF2-40B4-BE49-F238E27FC236}">
                <a16:creationId xmlns:a16="http://schemas.microsoft.com/office/drawing/2014/main" id="{23879998-AC60-48A5-979C-5963CB01CB88}"/>
              </a:ext>
              <a:ext uri="{C183D7F6-B498-43B3-948B-1728B52AA6E4}">
                <adec:decorative xmlns:adec="http://schemas.microsoft.com/office/drawing/2017/decorative" val="1"/>
              </a:ext>
            </a:extLst>
          </p:cNvPr>
          <p:cNvSpPr/>
          <p:nvPr>
            <p:custDataLst>
              <p:tags r:id="rId601"/>
            </p:custDataLst>
          </p:nvPr>
        </p:nvSpPr>
        <p:spPr>
          <a:xfrm>
            <a:off x="100457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2" name="Rectangle 601">
            <a:extLst>
              <a:ext uri="{FF2B5EF4-FFF2-40B4-BE49-F238E27FC236}">
                <a16:creationId xmlns:a16="http://schemas.microsoft.com/office/drawing/2014/main" id="{CA5B022B-6E70-44E2-B1F4-A08FAAB7B33E}"/>
              </a:ext>
              <a:ext uri="{C183D7F6-B498-43B3-948B-1728B52AA6E4}">
                <adec:decorative xmlns:adec="http://schemas.microsoft.com/office/drawing/2017/decorative" val="1"/>
              </a:ext>
            </a:extLst>
          </p:cNvPr>
          <p:cNvSpPr/>
          <p:nvPr>
            <p:custDataLst>
              <p:tags r:id="rId602"/>
            </p:custDataLst>
          </p:nvPr>
        </p:nvSpPr>
        <p:spPr>
          <a:xfrm>
            <a:off x="101346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3" name="Rectangle 602">
            <a:extLst>
              <a:ext uri="{FF2B5EF4-FFF2-40B4-BE49-F238E27FC236}">
                <a16:creationId xmlns:a16="http://schemas.microsoft.com/office/drawing/2014/main" id="{035F6B22-C109-4F8C-A796-2CA12DF15404}"/>
              </a:ext>
              <a:ext uri="{C183D7F6-B498-43B3-948B-1728B52AA6E4}">
                <adec:decorative xmlns:adec="http://schemas.microsoft.com/office/drawing/2017/decorative" val="1"/>
              </a:ext>
            </a:extLst>
          </p:cNvPr>
          <p:cNvSpPr/>
          <p:nvPr>
            <p:custDataLst>
              <p:tags r:id="rId603"/>
            </p:custDataLst>
          </p:nvPr>
        </p:nvSpPr>
        <p:spPr>
          <a:xfrm>
            <a:off x="102235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4" name="Rectangle 603">
            <a:extLst>
              <a:ext uri="{FF2B5EF4-FFF2-40B4-BE49-F238E27FC236}">
                <a16:creationId xmlns:a16="http://schemas.microsoft.com/office/drawing/2014/main" id="{D62E308C-5350-4376-A7BB-84CB4CF603D2}"/>
              </a:ext>
              <a:ext uri="{C183D7F6-B498-43B3-948B-1728B52AA6E4}">
                <adec:decorative xmlns:adec="http://schemas.microsoft.com/office/drawing/2017/decorative" val="1"/>
              </a:ext>
            </a:extLst>
          </p:cNvPr>
          <p:cNvSpPr/>
          <p:nvPr>
            <p:custDataLst>
              <p:tags r:id="rId604"/>
            </p:custDataLst>
          </p:nvPr>
        </p:nvSpPr>
        <p:spPr>
          <a:xfrm>
            <a:off x="103124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5" name="Rectangle 604">
            <a:extLst>
              <a:ext uri="{FF2B5EF4-FFF2-40B4-BE49-F238E27FC236}">
                <a16:creationId xmlns:a16="http://schemas.microsoft.com/office/drawing/2014/main" id="{265A1FF8-D6E5-4B8E-905C-10BC646780E4}"/>
              </a:ext>
              <a:ext uri="{C183D7F6-B498-43B3-948B-1728B52AA6E4}">
                <adec:decorative xmlns:adec="http://schemas.microsoft.com/office/drawing/2017/decorative" val="1"/>
              </a:ext>
            </a:extLst>
          </p:cNvPr>
          <p:cNvSpPr/>
          <p:nvPr>
            <p:custDataLst>
              <p:tags r:id="rId605"/>
            </p:custDataLst>
          </p:nvPr>
        </p:nvSpPr>
        <p:spPr>
          <a:xfrm>
            <a:off x="104013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6" name="Rectangle 605">
            <a:extLst>
              <a:ext uri="{FF2B5EF4-FFF2-40B4-BE49-F238E27FC236}">
                <a16:creationId xmlns:a16="http://schemas.microsoft.com/office/drawing/2014/main" id="{4BFF5ACC-13E2-48F7-85D4-605E30251FF6}"/>
              </a:ext>
              <a:ext uri="{C183D7F6-B498-43B3-948B-1728B52AA6E4}">
                <adec:decorative xmlns:adec="http://schemas.microsoft.com/office/drawing/2017/decorative" val="1"/>
              </a:ext>
            </a:extLst>
          </p:cNvPr>
          <p:cNvSpPr/>
          <p:nvPr>
            <p:custDataLst>
              <p:tags r:id="rId606"/>
            </p:custDataLst>
          </p:nvPr>
        </p:nvSpPr>
        <p:spPr>
          <a:xfrm>
            <a:off x="10490200" y="38150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7" name="Rectangle 606">
            <a:extLst>
              <a:ext uri="{FF2B5EF4-FFF2-40B4-BE49-F238E27FC236}">
                <a16:creationId xmlns:a16="http://schemas.microsoft.com/office/drawing/2014/main" id="{A2DBD53D-F1DB-414A-9D0A-8578B53670C5}"/>
              </a:ext>
              <a:ext uri="{C183D7F6-B498-43B3-948B-1728B52AA6E4}">
                <adec:decorative xmlns:adec="http://schemas.microsoft.com/office/drawing/2017/decorative" val="1"/>
              </a:ext>
            </a:extLst>
          </p:cNvPr>
          <p:cNvSpPr/>
          <p:nvPr>
            <p:custDataLst>
              <p:tags r:id="rId607"/>
            </p:custDataLst>
          </p:nvPr>
        </p:nvSpPr>
        <p:spPr>
          <a:xfrm>
            <a:off x="105791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8" name="Rectangle 607">
            <a:extLst>
              <a:ext uri="{FF2B5EF4-FFF2-40B4-BE49-F238E27FC236}">
                <a16:creationId xmlns:a16="http://schemas.microsoft.com/office/drawing/2014/main" id="{489F52F2-AFD3-42DB-8798-C3FAFC2DE70D}"/>
              </a:ext>
              <a:ext uri="{C183D7F6-B498-43B3-948B-1728B52AA6E4}">
                <adec:decorative xmlns:adec="http://schemas.microsoft.com/office/drawing/2017/decorative" val="1"/>
              </a:ext>
            </a:extLst>
          </p:cNvPr>
          <p:cNvSpPr/>
          <p:nvPr>
            <p:custDataLst>
              <p:tags r:id="rId608"/>
            </p:custDataLst>
          </p:nvPr>
        </p:nvSpPr>
        <p:spPr>
          <a:xfrm>
            <a:off x="106680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09" name="Rectangle 608">
            <a:extLst>
              <a:ext uri="{FF2B5EF4-FFF2-40B4-BE49-F238E27FC236}">
                <a16:creationId xmlns:a16="http://schemas.microsoft.com/office/drawing/2014/main" id="{DCDCB859-660B-4349-8FC2-93E217BA4E01}"/>
              </a:ext>
              <a:ext uri="{C183D7F6-B498-43B3-948B-1728B52AA6E4}">
                <adec:decorative xmlns:adec="http://schemas.microsoft.com/office/drawing/2017/decorative" val="1"/>
              </a:ext>
            </a:extLst>
          </p:cNvPr>
          <p:cNvSpPr/>
          <p:nvPr>
            <p:custDataLst>
              <p:tags r:id="rId609"/>
            </p:custDataLst>
          </p:nvPr>
        </p:nvSpPr>
        <p:spPr>
          <a:xfrm>
            <a:off x="10756900" y="38150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0" name="Rectangle 609">
            <a:extLst>
              <a:ext uri="{FF2B5EF4-FFF2-40B4-BE49-F238E27FC236}">
                <a16:creationId xmlns:a16="http://schemas.microsoft.com/office/drawing/2014/main" id="{B3BF1DF9-DE50-4CB2-83C2-F824622BF331}"/>
              </a:ext>
              <a:ext uri="{C183D7F6-B498-43B3-948B-1728B52AA6E4}">
                <adec:decorative xmlns:adec="http://schemas.microsoft.com/office/drawing/2017/decorative" val="1"/>
              </a:ext>
            </a:extLst>
          </p:cNvPr>
          <p:cNvSpPr/>
          <p:nvPr>
            <p:custDataLst>
              <p:tags r:id="rId610"/>
            </p:custDataLst>
          </p:nvPr>
        </p:nvSpPr>
        <p:spPr>
          <a:xfrm>
            <a:off x="81788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1" name="Rectangle 610">
            <a:extLst>
              <a:ext uri="{FF2B5EF4-FFF2-40B4-BE49-F238E27FC236}">
                <a16:creationId xmlns:a16="http://schemas.microsoft.com/office/drawing/2014/main" id="{D8F29A33-CEE2-4C33-BD3C-24A368ACE698}"/>
              </a:ext>
              <a:ext uri="{C183D7F6-B498-43B3-948B-1728B52AA6E4}">
                <adec:decorative xmlns:adec="http://schemas.microsoft.com/office/drawing/2017/decorative" val="1"/>
              </a:ext>
            </a:extLst>
          </p:cNvPr>
          <p:cNvSpPr/>
          <p:nvPr>
            <p:custDataLst>
              <p:tags r:id="rId611"/>
            </p:custDataLst>
          </p:nvPr>
        </p:nvSpPr>
        <p:spPr>
          <a:xfrm>
            <a:off x="82677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2" name="Rectangle 611">
            <a:extLst>
              <a:ext uri="{FF2B5EF4-FFF2-40B4-BE49-F238E27FC236}">
                <a16:creationId xmlns:a16="http://schemas.microsoft.com/office/drawing/2014/main" id="{7B437BB7-CCC7-4A9F-ACA4-150DCF9BE3A9}"/>
              </a:ext>
              <a:ext uri="{C183D7F6-B498-43B3-948B-1728B52AA6E4}">
                <adec:decorative xmlns:adec="http://schemas.microsoft.com/office/drawing/2017/decorative" val="1"/>
              </a:ext>
            </a:extLst>
          </p:cNvPr>
          <p:cNvSpPr/>
          <p:nvPr>
            <p:custDataLst>
              <p:tags r:id="rId612"/>
            </p:custDataLst>
          </p:nvPr>
        </p:nvSpPr>
        <p:spPr>
          <a:xfrm>
            <a:off x="83566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3" name="Rectangle 612">
            <a:extLst>
              <a:ext uri="{FF2B5EF4-FFF2-40B4-BE49-F238E27FC236}">
                <a16:creationId xmlns:a16="http://schemas.microsoft.com/office/drawing/2014/main" id="{EB584444-1F0B-4031-986C-978E0EB7EE53}"/>
              </a:ext>
              <a:ext uri="{C183D7F6-B498-43B3-948B-1728B52AA6E4}">
                <adec:decorative xmlns:adec="http://schemas.microsoft.com/office/drawing/2017/decorative" val="1"/>
              </a:ext>
            </a:extLst>
          </p:cNvPr>
          <p:cNvSpPr/>
          <p:nvPr>
            <p:custDataLst>
              <p:tags r:id="rId613"/>
            </p:custDataLst>
          </p:nvPr>
        </p:nvSpPr>
        <p:spPr>
          <a:xfrm>
            <a:off x="84455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4" name="Rectangle 613">
            <a:extLst>
              <a:ext uri="{FF2B5EF4-FFF2-40B4-BE49-F238E27FC236}">
                <a16:creationId xmlns:a16="http://schemas.microsoft.com/office/drawing/2014/main" id="{0ECB4E2C-CAD3-47C4-BC55-00E029EF51F9}"/>
              </a:ext>
              <a:ext uri="{C183D7F6-B498-43B3-948B-1728B52AA6E4}">
                <adec:decorative xmlns:adec="http://schemas.microsoft.com/office/drawing/2017/decorative" val="1"/>
              </a:ext>
            </a:extLst>
          </p:cNvPr>
          <p:cNvSpPr/>
          <p:nvPr>
            <p:custDataLst>
              <p:tags r:id="rId614"/>
            </p:custDataLst>
          </p:nvPr>
        </p:nvSpPr>
        <p:spPr>
          <a:xfrm>
            <a:off x="85344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5" name="Rectangle 614">
            <a:extLst>
              <a:ext uri="{FF2B5EF4-FFF2-40B4-BE49-F238E27FC236}">
                <a16:creationId xmlns:a16="http://schemas.microsoft.com/office/drawing/2014/main" id="{4BE66128-DB82-44C5-9847-2ECF5C1704FD}"/>
              </a:ext>
              <a:ext uri="{C183D7F6-B498-43B3-948B-1728B52AA6E4}">
                <adec:decorative xmlns:adec="http://schemas.microsoft.com/office/drawing/2017/decorative" val="1"/>
              </a:ext>
            </a:extLst>
          </p:cNvPr>
          <p:cNvSpPr/>
          <p:nvPr>
            <p:custDataLst>
              <p:tags r:id="rId615"/>
            </p:custDataLst>
          </p:nvPr>
        </p:nvSpPr>
        <p:spPr>
          <a:xfrm>
            <a:off x="86233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6" name="Rectangle 615">
            <a:extLst>
              <a:ext uri="{FF2B5EF4-FFF2-40B4-BE49-F238E27FC236}">
                <a16:creationId xmlns:a16="http://schemas.microsoft.com/office/drawing/2014/main" id="{37AE2857-C325-4F77-B197-37717666FD69}"/>
              </a:ext>
              <a:ext uri="{C183D7F6-B498-43B3-948B-1728B52AA6E4}">
                <adec:decorative xmlns:adec="http://schemas.microsoft.com/office/drawing/2017/decorative" val="1"/>
              </a:ext>
            </a:extLst>
          </p:cNvPr>
          <p:cNvSpPr/>
          <p:nvPr>
            <p:custDataLst>
              <p:tags r:id="rId616"/>
            </p:custDataLst>
          </p:nvPr>
        </p:nvSpPr>
        <p:spPr>
          <a:xfrm>
            <a:off x="87122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7" name="Rectangle 616">
            <a:extLst>
              <a:ext uri="{FF2B5EF4-FFF2-40B4-BE49-F238E27FC236}">
                <a16:creationId xmlns:a16="http://schemas.microsoft.com/office/drawing/2014/main" id="{504E7EF1-701C-481A-B800-AABF352FC39B}"/>
              </a:ext>
              <a:ext uri="{C183D7F6-B498-43B3-948B-1728B52AA6E4}">
                <adec:decorative xmlns:adec="http://schemas.microsoft.com/office/drawing/2017/decorative" val="1"/>
              </a:ext>
            </a:extLst>
          </p:cNvPr>
          <p:cNvSpPr/>
          <p:nvPr>
            <p:custDataLst>
              <p:tags r:id="rId617"/>
            </p:custDataLst>
          </p:nvPr>
        </p:nvSpPr>
        <p:spPr>
          <a:xfrm>
            <a:off x="88011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8" name="Rectangle 617">
            <a:extLst>
              <a:ext uri="{FF2B5EF4-FFF2-40B4-BE49-F238E27FC236}">
                <a16:creationId xmlns:a16="http://schemas.microsoft.com/office/drawing/2014/main" id="{37ECCDB6-C231-487C-986D-2517CA1C1B28}"/>
              </a:ext>
              <a:ext uri="{C183D7F6-B498-43B3-948B-1728B52AA6E4}">
                <adec:decorative xmlns:adec="http://schemas.microsoft.com/office/drawing/2017/decorative" val="1"/>
              </a:ext>
            </a:extLst>
          </p:cNvPr>
          <p:cNvSpPr/>
          <p:nvPr>
            <p:custDataLst>
              <p:tags r:id="rId618"/>
            </p:custDataLst>
          </p:nvPr>
        </p:nvSpPr>
        <p:spPr>
          <a:xfrm>
            <a:off x="88900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19" name="Rectangle 618">
            <a:extLst>
              <a:ext uri="{FF2B5EF4-FFF2-40B4-BE49-F238E27FC236}">
                <a16:creationId xmlns:a16="http://schemas.microsoft.com/office/drawing/2014/main" id="{9F995936-1BA3-41E4-820C-A98BD33B2FE8}"/>
              </a:ext>
              <a:ext uri="{C183D7F6-B498-43B3-948B-1728B52AA6E4}">
                <adec:decorative xmlns:adec="http://schemas.microsoft.com/office/drawing/2017/decorative" val="1"/>
              </a:ext>
            </a:extLst>
          </p:cNvPr>
          <p:cNvSpPr/>
          <p:nvPr>
            <p:custDataLst>
              <p:tags r:id="rId619"/>
            </p:custDataLst>
          </p:nvPr>
        </p:nvSpPr>
        <p:spPr>
          <a:xfrm>
            <a:off x="89789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0" name="Rectangle 619">
            <a:extLst>
              <a:ext uri="{FF2B5EF4-FFF2-40B4-BE49-F238E27FC236}">
                <a16:creationId xmlns:a16="http://schemas.microsoft.com/office/drawing/2014/main" id="{64782C47-6CF7-43AB-A710-C49585DC3095}"/>
              </a:ext>
              <a:ext uri="{C183D7F6-B498-43B3-948B-1728B52AA6E4}">
                <adec:decorative xmlns:adec="http://schemas.microsoft.com/office/drawing/2017/decorative" val="1"/>
              </a:ext>
            </a:extLst>
          </p:cNvPr>
          <p:cNvSpPr/>
          <p:nvPr>
            <p:custDataLst>
              <p:tags r:id="rId620"/>
            </p:custDataLst>
          </p:nvPr>
        </p:nvSpPr>
        <p:spPr>
          <a:xfrm>
            <a:off x="90678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1" name="Rectangle 620">
            <a:extLst>
              <a:ext uri="{FF2B5EF4-FFF2-40B4-BE49-F238E27FC236}">
                <a16:creationId xmlns:a16="http://schemas.microsoft.com/office/drawing/2014/main" id="{19E878B0-4889-4B07-965E-4FD3CD9DFF8E}"/>
              </a:ext>
              <a:ext uri="{C183D7F6-B498-43B3-948B-1728B52AA6E4}">
                <adec:decorative xmlns:adec="http://schemas.microsoft.com/office/drawing/2017/decorative" val="1"/>
              </a:ext>
            </a:extLst>
          </p:cNvPr>
          <p:cNvSpPr/>
          <p:nvPr>
            <p:custDataLst>
              <p:tags r:id="rId621"/>
            </p:custDataLst>
          </p:nvPr>
        </p:nvSpPr>
        <p:spPr>
          <a:xfrm>
            <a:off x="91567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2" name="Rectangle 621">
            <a:extLst>
              <a:ext uri="{FF2B5EF4-FFF2-40B4-BE49-F238E27FC236}">
                <a16:creationId xmlns:a16="http://schemas.microsoft.com/office/drawing/2014/main" id="{A5E82FBE-9FE7-4863-A276-2C8ABCCD1EE0}"/>
              </a:ext>
              <a:ext uri="{C183D7F6-B498-43B3-948B-1728B52AA6E4}">
                <adec:decorative xmlns:adec="http://schemas.microsoft.com/office/drawing/2017/decorative" val="1"/>
              </a:ext>
            </a:extLst>
          </p:cNvPr>
          <p:cNvSpPr/>
          <p:nvPr>
            <p:custDataLst>
              <p:tags r:id="rId622"/>
            </p:custDataLst>
          </p:nvPr>
        </p:nvSpPr>
        <p:spPr>
          <a:xfrm>
            <a:off x="92456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3" name="Rectangle 622">
            <a:extLst>
              <a:ext uri="{FF2B5EF4-FFF2-40B4-BE49-F238E27FC236}">
                <a16:creationId xmlns:a16="http://schemas.microsoft.com/office/drawing/2014/main" id="{92D2FC01-D5C1-4AA8-9572-2F87DC8CD64B}"/>
              </a:ext>
              <a:ext uri="{C183D7F6-B498-43B3-948B-1728B52AA6E4}">
                <adec:decorative xmlns:adec="http://schemas.microsoft.com/office/drawing/2017/decorative" val="1"/>
              </a:ext>
            </a:extLst>
          </p:cNvPr>
          <p:cNvSpPr/>
          <p:nvPr>
            <p:custDataLst>
              <p:tags r:id="rId623"/>
            </p:custDataLst>
          </p:nvPr>
        </p:nvSpPr>
        <p:spPr>
          <a:xfrm>
            <a:off x="93345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4" name="Rectangle 623">
            <a:extLst>
              <a:ext uri="{FF2B5EF4-FFF2-40B4-BE49-F238E27FC236}">
                <a16:creationId xmlns:a16="http://schemas.microsoft.com/office/drawing/2014/main" id="{2729BDC4-58F0-4853-AAD9-CF1D20A02368}"/>
              </a:ext>
              <a:ext uri="{C183D7F6-B498-43B3-948B-1728B52AA6E4}">
                <adec:decorative xmlns:adec="http://schemas.microsoft.com/office/drawing/2017/decorative" val="1"/>
              </a:ext>
            </a:extLst>
          </p:cNvPr>
          <p:cNvSpPr/>
          <p:nvPr>
            <p:custDataLst>
              <p:tags r:id="rId624"/>
            </p:custDataLst>
          </p:nvPr>
        </p:nvSpPr>
        <p:spPr>
          <a:xfrm>
            <a:off x="94234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5" name="Rectangle 624">
            <a:extLst>
              <a:ext uri="{FF2B5EF4-FFF2-40B4-BE49-F238E27FC236}">
                <a16:creationId xmlns:a16="http://schemas.microsoft.com/office/drawing/2014/main" id="{05D1756A-206C-4C01-A370-EEF84F4DAAF1}"/>
              </a:ext>
              <a:ext uri="{C183D7F6-B498-43B3-948B-1728B52AA6E4}">
                <adec:decorative xmlns:adec="http://schemas.microsoft.com/office/drawing/2017/decorative" val="1"/>
              </a:ext>
            </a:extLst>
          </p:cNvPr>
          <p:cNvSpPr/>
          <p:nvPr>
            <p:custDataLst>
              <p:tags r:id="rId625"/>
            </p:custDataLst>
          </p:nvPr>
        </p:nvSpPr>
        <p:spPr>
          <a:xfrm>
            <a:off x="95123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6" name="Rectangle 625">
            <a:extLst>
              <a:ext uri="{FF2B5EF4-FFF2-40B4-BE49-F238E27FC236}">
                <a16:creationId xmlns:a16="http://schemas.microsoft.com/office/drawing/2014/main" id="{8D09B5E3-CECD-4741-8C82-D74105C46862}"/>
              </a:ext>
              <a:ext uri="{C183D7F6-B498-43B3-948B-1728B52AA6E4}">
                <adec:decorative xmlns:adec="http://schemas.microsoft.com/office/drawing/2017/decorative" val="1"/>
              </a:ext>
            </a:extLst>
          </p:cNvPr>
          <p:cNvSpPr/>
          <p:nvPr>
            <p:custDataLst>
              <p:tags r:id="rId626"/>
            </p:custDataLst>
          </p:nvPr>
        </p:nvSpPr>
        <p:spPr>
          <a:xfrm>
            <a:off x="96012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7" name="Rectangle 626">
            <a:extLst>
              <a:ext uri="{FF2B5EF4-FFF2-40B4-BE49-F238E27FC236}">
                <a16:creationId xmlns:a16="http://schemas.microsoft.com/office/drawing/2014/main" id="{EE0C5FFB-B106-496C-96C8-9A1FAAFD3EF6}"/>
              </a:ext>
              <a:ext uri="{C183D7F6-B498-43B3-948B-1728B52AA6E4}">
                <adec:decorative xmlns:adec="http://schemas.microsoft.com/office/drawing/2017/decorative" val="1"/>
              </a:ext>
            </a:extLst>
          </p:cNvPr>
          <p:cNvSpPr/>
          <p:nvPr>
            <p:custDataLst>
              <p:tags r:id="rId627"/>
            </p:custDataLst>
          </p:nvPr>
        </p:nvSpPr>
        <p:spPr>
          <a:xfrm>
            <a:off x="96901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8" name="Rectangle 627">
            <a:extLst>
              <a:ext uri="{FF2B5EF4-FFF2-40B4-BE49-F238E27FC236}">
                <a16:creationId xmlns:a16="http://schemas.microsoft.com/office/drawing/2014/main" id="{7335B61F-6A27-4FF0-82D1-718DD7722BA6}"/>
              </a:ext>
              <a:ext uri="{C183D7F6-B498-43B3-948B-1728B52AA6E4}">
                <adec:decorative xmlns:adec="http://schemas.microsoft.com/office/drawing/2017/decorative" val="1"/>
              </a:ext>
            </a:extLst>
          </p:cNvPr>
          <p:cNvSpPr/>
          <p:nvPr>
            <p:custDataLst>
              <p:tags r:id="rId628"/>
            </p:custDataLst>
          </p:nvPr>
        </p:nvSpPr>
        <p:spPr>
          <a:xfrm>
            <a:off x="97790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29" name="Rectangle 628">
            <a:extLst>
              <a:ext uri="{FF2B5EF4-FFF2-40B4-BE49-F238E27FC236}">
                <a16:creationId xmlns:a16="http://schemas.microsoft.com/office/drawing/2014/main" id="{4C32FD69-3E7D-4DD4-9D7C-A84387F0E708}"/>
              </a:ext>
              <a:ext uri="{C183D7F6-B498-43B3-948B-1728B52AA6E4}">
                <adec:decorative xmlns:adec="http://schemas.microsoft.com/office/drawing/2017/decorative" val="1"/>
              </a:ext>
            </a:extLst>
          </p:cNvPr>
          <p:cNvSpPr/>
          <p:nvPr>
            <p:custDataLst>
              <p:tags r:id="rId629"/>
            </p:custDataLst>
          </p:nvPr>
        </p:nvSpPr>
        <p:spPr>
          <a:xfrm>
            <a:off x="98679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0" name="Rectangle 629">
            <a:extLst>
              <a:ext uri="{FF2B5EF4-FFF2-40B4-BE49-F238E27FC236}">
                <a16:creationId xmlns:a16="http://schemas.microsoft.com/office/drawing/2014/main" id="{5D606F68-C6C7-4186-9236-645B63F10364}"/>
              </a:ext>
              <a:ext uri="{C183D7F6-B498-43B3-948B-1728B52AA6E4}">
                <adec:decorative xmlns:adec="http://schemas.microsoft.com/office/drawing/2017/decorative" val="1"/>
              </a:ext>
            </a:extLst>
          </p:cNvPr>
          <p:cNvSpPr/>
          <p:nvPr>
            <p:custDataLst>
              <p:tags r:id="rId630"/>
            </p:custDataLst>
          </p:nvPr>
        </p:nvSpPr>
        <p:spPr>
          <a:xfrm>
            <a:off x="99568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1" name="Rectangle 630">
            <a:extLst>
              <a:ext uri="{FF2B5EF4-FFF2-40B4-BE49-F238E27FC236}">
                <a16:creationId xmlns:a16="http://schemas.microsoft.com/office/drawing/2014/main" id="{3E294594-8474-48A0-B6C3-D615430A33C3}"/>
              </a:ext>
              <a:ext uri="{C183D7F6-B498-43B3-948B-1728B52AA6E4}">
                <adec:decorative xmlns:adec="http://schemas.microsoft.com/office/drawing/2017/decorative" val="1"/>
              </a:ext>
            </a:extLst>
          </p:cNvPr>
          <p:cNvSpPr/>
          <p:nvPr>
            <p:custDataLst>
              <p:tags r:id="rId631"/>
            </p:custDataLst>
          </p:nvPr>
        </p:nvSpPr>
        <p:spPr>
          <a:xfrm>
            <a:off x="100457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2" name="Rectangle 631">
            <a:extLst>
              <a:ext uri="{FF2B5EF4-FFF2-40B4-BE49-F238E27FC236}">
                <a16:creationId xmlns:a16="http://schemas.microsoft.com/office/drawing/2014/main" id="{0EC96CC8-CC5E-452D-877A-A1BC26F52A17}"/>
              </a:ext>
              <a:ext uri="{C183D7F6-B498-43B3-948B-1728B52AA6E4}">
                <adec:decorative xmlns:adec="http://schemas.microsoft.com/office/drawing/2017/decorative" val="1"/>
              </a:ext>
            </a:extLst>
          </p:cNvPr>
          <p:cNvSpPr/>
          <p:nvPr>
            <p:custDataLst>
              <p:tags r:id="rId632"/>
            </p:custDataLst>
          </p:nvPr>
        </p:nvSpPr>
        <p:spPr>
          <a:xfrm>
            <a:off x="101346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3" name="Rectangle 632">
            <a:extLst>
              <a:ext uri="{FF2B5EF4-FFF2-40B4-BE49-F238E27FC236}">
                <a16:creationId xmlns:a16="http://schemas.microsoft.com/office/drawing/2014/main" id="{CEE62C9B-2FE3-4A32-A76B-F52864E9AD93}"/>
              </a:ext>
              <a:ext uri="{C183D7F6-B498-43B3-948B-1728B52AA6E4}">
                <adec:decorative xmlns:adec="http://schemas.microsoft.com/office/drawing/2017/decorative" val="1"/>
              </a:ext>
            </a:extLst>
          </p:cNvPr>
          <p:cNvSpPr/>
          <p:nvPr>
            <p:custDataLst>
              <p:tags r:id="rId633"/>
            </p:custDataLst>
          </p:nvPr>
        </p:nvSpPr>
        <p:spPr>
          <a:xfrm>
            <a:off x="102235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4" name="Rectangle 633">
            <a:extLst>
              <a:ext uri="{FF2B5EF4-FFF2-40B4-BE49-F238E27FC236}">
                <a16:creationId xmlns:a16="http://schemas.microsoft.com/office/drawing/2014/main" id="{EDCED079-0522-4308-AC28-BC8003B42A70}"/>
              </a:ext>
              <a:ext uri="{C183D7F6-B498-43B3-948B-1728B52AA6E4}">
                <adec:decorative xmlns:adec="http://schemas.microsoft.com/office/drawing/2017/decorative" val="1"/>
              </a:ext>
            </a:extLst>
          </p:cNvPr>
          <p:cNvSpPr/>
          <p:nvPr>
            <p:custDataLst>
              <p:tags r:id="rId634"/>
            </p:custDataLst>
          </p:nvPr>
        </p:nvSpPr>
        <p:spPr>
          <a:xfrm>
            <a:off x="10312400" y="39039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5" name="Rectangle 634">
            <a:extLst>
              <a:ext uri="{FF2B5EF4-FFF2-40B4-BE49-F238E27FC236}">
                <a16:creationId xmlns:a16="http://schemas.microsoft.com/office/drawing/2014/main" id="{13AAAC1D-4EBB-4EA5-8BF4-A30AB47CE2E6}"/>
              </a:ext>
              <a:ext uri="{C183D7F6-B498-43B3-948B-1728B52AA6E4}">
                <adec:decorative xmlns:adec="http://schemas.microsoft.com/office/drawing/2017/decorative" val="1"/>
              </a:ext>
            </a:extLst>
          </p:cNvPr>
          <p:cNvSpPr/>
          <p:nvPr>
            <p:custDataLst>
              <p:tags r:id="rId635"/>
            </p:custDataLst>
          </p:nvPr>
        </p:nvSpPr>
        <p:spPr>
          <a:xfrm>
            <a:off x="104013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6" name="Rectangle 635">
            <a:extLst>
              <a:ext uri="{FF2B5EF4-FFF2-40B4-BE49-F238E27FC236}">
                <a16:creationId xmlns:a16="http://schemas.microsoft.com/office/drawing/2014/main" id="{E9F077A5-79DA-4ECB-8240-9E5905CF9550}"/>
              </a:ext>
              <a:ext uri="{C183D7F6-B498-43B3-948B-1728B52AA6E4}">
                <adec:decorative xmlns:adec="http://schemas.microsoft.com/office/drawing/2017/decorative" val="1"/>
              </a:ext>
            </a:extLst>
          </p:cNvPr>
          <p:cNvSpPr/>
          <p:nvPr>
            <p:custDataLst>
              <p:tags r:id="rId636"/>
            </p:custDataLst>
          </p:nvPr>
        </p:nvSpPr>
        <p:spPr>
          <a:xfrm>
            <a:off x="104902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7" name="Rectangle 636">
            <a:extLst>
              <a:ext uri="{FF2B5EF4-FFF2-40B4-BE49-F238E27FC236}">
                <a16:creationId xmlns:a16="http://schemas.microsoft.com/office/drawing/2014/main" id="{71471D1A-4A49-4F02-9027-EE7724B9FE00}"/>
              </a:ext>
              <a:ext uri="{C183D7F6-B498-43B3-948B-1728B52AA6E4}">
                <adec:decorative xmlns:adec="http://schemas.microsoft.com/office/drawing/2017/decorative" val="1"/>
              </a:ext>
            </a:extLst>
          </p:cNvPr>
          <p:cNvSpPr/>
          <p:nvPr>
            <p:custDataLst>
              <p:tags r:id="rId637"/>
            </p:custDataLst>
          </p:nvPr>
        </p:nvSpPr>
        <p:spPr>
          <a:xfrm>
            <a:off x="105791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8" name="Rectangle 637">
            <a:extLst>
              <a:ext uri="{FF2B5EF4-FFF2-40B4-BE49-F238E27FC236}">
                <a16:creationId xmlns:a16="http://schemas.microsoft.com/office/drawing/2014/main" id="{6850ABF5-5756-475D-AF3E-E86177883C97}"/>
              </a:ext>
              <a:ext uri="{C183D7F6-B498-43B3-948B-1728B52AA6E4}">
                <adec:decorative xmlns:adec="http://schemas.microsoft.com/office/drawing/2017/decorative" val="1"/>
              </a:ext>
            </a:extLst>
          </p:cNvPr>
          <p:cNvSpPr/>
          <p:nvPr>
            <p:custDataLst>
              <p:tags r:id="rId638"/>
            </p:custDataLst>
          </p:nvPr>
        </p:nvSpPr>
        <p:spPr>
          <a:xfrm>
            <a:off x="106680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39" name="Rectangle 638">
            <a:extLst>
              <a:ext uri="{FF2B5EF4-FFF2-40B4-BE49-F238E27FC236}">
                <a16:creationId xmlns:a16="http://schemas.microsoft.com/office/drawing/2014/main" id="{A90F78BF-5103-40CB-8882-615B31067953}"/>
              </a:ext>
              <a:ext uri="{C183D7F6-B498-43B3-948B-1728B52AA6E4}">
                <adec:decorative xmlns:adec="http://schemas.microsoft.com/office/drawing/2017/decorative" val="1"/>
              </a:ext>
            </a:extLst>
          </p:cNvPr>
          <p:cNvSpPr/>
          <p:nvPr>
            <p:custDataLst>
              <p:tags r:id="rId639"/>
            </p:custDataLst>
          </p:nvPr>
        </p:nvSpPr>
        <p:spPr>
          <a:xfrm>
            <a:off x="10756900" y="39039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0" name="Rectangle 639">
            <a:extLst>
              <a:ext uri="{FF2B5EF4-FFF2-40B4-BE49-F238E27FC236}">
                <a16:creationId xmlns:a16="http://schemas.microsoft.com/office/drawing/2014/main" id="{21B6A737-4243-457A-B325-A3C3A667E976}"/>
              </a:ext>
              <a:ext uri="{C183D7F6-B498-43B3-948B-1728B52AA6E4}">
                <adec:decorative xmlns:adec="http://schemas.microsoft.com/office/drawing/2017/decorative" val="1"/>
              </a:ext>
            </a:extLst>
          </p:cNvPr>
          <p:cNvSpPr/>
          <p:nvPr>
            <p:custDataLst>
              <p:tags r:id="rId640"/>
            </p:custDataLst>
          </p:nvPr>
        </p:nvSpPr>
        <p:spPr>
          <a:xfrm>
            <a:off x="81788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1" name="Rectangle 640">
            <a:extLst>
              <a:ext uri="{FF2B5EF4-FFF2-40B4-BE49-F238E27FC236}">
                <a16:creationId xmlns:a16="http://schemas.microsoft.com/office/drawing/2014/main" id="{E4EAFFC2-B242-4E85-89B0-26A6FE630996}"/>
              </a:ext>
              <a:ext uri="{C183D7F6-B498-43B3-948B-1728B52AA6E4}">
                <adec:decorative xmlns:adec="http://schemas.microsoft.com/office/drawing/2017/decorative" val="1"/>
              </a:ext>
            </a:extLst>
          </p:cNvPr>
          <p:cNvSpPr/>
          <p:nvPr>
            <p:custDataLst>
              <p:tags r:id="rId641"/>
            </p:custDataLst>
          </p:nvPr>
        </p:nvSpPr>
        <p:spPr>
          <a:xfrm>
            <a:off x="82677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2" name="Rectangle 641">
            <a:extLst>
              <a:ext uri="{FF2B5EF4-FFF2-40B4-BE49-F238E27FC236}">
                <a16:creationId xmlns:a16="http://schemas.microsoft.com/office/drawing/2014/main" id="{48BD6D40-B74B-4860-94B3-6AD483A89A63}"/>
              </a:ext>
              <a:ext uri="{C183D7F6-B498-43B3-948B-1728B52AA6E4}">
                <adec:decorative xmlns:adec="http://schemas.microsoft.com/office/drawing/2017/decorative" val="1"/>
              </a:ext>
            </a:extLst>
          </p:cNvPr>
          <p:cNvSpPr/>
          <p:nvPr>
            <p:custDataLst>
              <p:tags r:id="rId642"/>
            </p:custDataLst>
          </p:nvPr>
        </p:nvSpPr>
        <p:spPr>
          <a:xfrm>
            <a:off x="83566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3" name="Rectangle 642">
            <a:extLst>
              <a:ext uri="{FF2B5EF4-FFF2-40B4-BE49-F238E27FC236}">
                <a16:creationId xmlns:a16="http://schemas.microsoft.com/office/drawing/2014/main" id="{99D2F88E-8185-4073-B918-4C70F6027C6D}"/>
              </a:ext>
              <a:ext uri="{C183D7F6-B498-43B3-948B-1728B52AA6E4}">
                <adec:decorative xmlns:adec="http://schemas.microsoft.com/office/drawing/2017/decorative" val="1"/>
              </a:ext>
            </a:extLst>
          </p:cNvPr>
          <p:cNvSpPr/>
          <p:nvPr>
            <p:custDataLst>
              <p:tags r:id="rId643"/>
            </p:custDataLst>
          </p:nvPr>
        </p:nvSpPr>
        <p:spPr>
          <a:xfrm>
            <a:off x="84455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4" name="Rectangle 643">
            <a:extLst>
              <a:ext uri="{FF2B5EF4-FFF2-40B4-BE49-F238E27FC236}">
                <a16:creationId xmlns:a16="http://schemas.microsoft.com/office/drawing/2014/main" id="{5095FC49-E510-40E7-8192-3FE86C25EAD3}"/>
              </a:ext>
              <a:ext uri="{C183D7F6-B498-43B3-948B-1728B52AA6E4}">
                <adec:decorative xmlns:adec="http://schemas.microsoft.com/office/drawing/2017/decorative" val="1"/>
              </a:ext>
            </a:extLst>
          </p:cNvPr>
          <p:cNvSpPr/>
          <p:nvPr>
            <p:custDataLst>
              <p:tags r:id="rId644"/>
            </p:custDataLst>
          </p:nvPr>
        </p:nvSpPr>
        <p:spPr>
          <a:xfrm>
            <a:off x="85344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5" name="Rectangle 644">
            <a:extLst>
              <a:ext uri="{FF2B5EF4-FFF2-40B4-BE49-F238E27FC236}">
                <a16:creationId xmlns:a16="http://schemas.microsoft.com/office/drawing/2014/main" id="{B86C1507-63B4-4FD1-8FAF-BF2BBA620676}"/>
              </a:ext>
              <a:ext uri="{C183D7F6-B498-43B3-948B-1728B52AA6E4}">
                <adec:decorative xmlns:adec="http://schemas.microsoft.com/office/drawing/2017/decorative" val="1"/>
              </a:ext>
            </a:extLst>
          </p:cNvPr>
          <p:cNvSpPr/>
          <p:nvPr>
            <p:custDataLst>
              <p:tags r:id="rId645"/>
            </p:custDataLst>
          </p:nvPr>
        </p:nvSpPr>
        <p:spPr>
          <a:xfrm>
            <a:off x="86233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6" name="Rectangle 645">
            <a:extLst>
              <a:ext uri="{FF2B5EF4-FFF2-40B4-BE49-F238E27FC236}">
                <a16:creationId xmlns:a16="http://schemas.microsoft.com/office/drawing/2014/main" id="{F85E686C-44FD-4CE5-9B45-0384D1483D0F}"/>
              </a:ext>
              <a:ext uri="{C183D7F6-B498-43B3-948B-1728B52AA6E4}">
                <adec:decorative xmlns:adec="http://schemas.microsoft.com/office/drawing/2017/decorative" val="1"/>
              </a:ext>
            </a:extLst>
          </p:cNvPr>
          <p:cNvSpPr/>
          <p:nvPr>
            <p:custDataLst>
              <p:tags r:id="rId646"/>
            </p:custDataLst>
          </p:nvPr>
        </p:nvSpPr>
        <p:spPr>
          <a:xfrm>
            <a:off x="87122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7" name="Rectangle 646">
            <a:extLst>
              <a:ext uri="{FF2B5EF4-FFF2-40B4-BE49-F238E27FC236}">
                <a16:creationId xmlns:a16="http://schemas.microsoft.com/office/drawing/2014/main" id="{EE48BE3E-2037-4A27-8162-E6A6090B900B}"/>
              </a:ext>
              <a:ext uri="{C183D7F6-B498-43B3-948B-1728B52AA6E4}">
                <adec:decorative xmlns:adec="http://schemas.microsoft.com/office/drawing/2017/decorative" val="1"/>
              </a:ext>
            </a:extLst>
          </p:cNvPr>
          <p:cNvSpPr/>
          <p:nvPr>
            <p:custDataLst>
              <p:tags r:id="rId647"/>
            </p:custDataLst>
          </p:nvPr>
        </p:nvSpPr>
        <p:spPr>
          <a:xfrm>
            <a:off x="88011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8" name="Rectangle 647">
            <a:extLst>
              <a:ext uri="{FF2B5EF4-FFF2-40B4-BE49-F238E27FC236}">
                <a16:creationId xmlns:a16="http://schemas.microsoft.com/office/drawing/2014/main" id="{0D1F8636-2BFB-42AB-A9FF-0167A4205A32}"/>
              </a:ext>
              <a:ext uri="{C183D7F6-B498-43B3-948B-1728B52AA6E4}">
                <adec:decorative xmlns:adec="http://schemas.microsoft.com/office/drawing/2017/decorative" val="1"/>
              </a:ext>
            </a:extLst>
          </p:cNvPr>
          <p:cNvSpPr/>
          <p:nvPr>
            <p:custDataLst>
              <p:tags r:id="rId648"/>
            </p:custDataLst>
          </p:nvPr>
        </p:nvSpPr>
        <p:spPr>
          <a:xfrm>
            <a:off x="88900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49" name="Rectangle 648">
            <a:extLst>
              <a:ext uri="{FF2B5EF4-FFF2-40B4-BE49-F238E27FC236}">
                <a16:creationId xmlns:a16="http://schemas.microsoft.com/office/drawing/2014/main" id="{6DFC9D60-ECCB-44DF-8957-0C7B7CC33748}"/>
              </a:ext>
              <a:ext uri="{C183D7F6-B498-43B3-948B-1728B52AA6E4}">
                <adec:decorative xmlns:adec="http://schemas.microsoft.com/office/drawing/2017/decorative" val="1"/>
              </a:ext>
            </a:extLst>
          </p:cNvPr>
          <p:cNvSpPr/>
          <p:nvPr>
            <p:custDataLst>
              <p:tags r:id="rId649"/>
            </p:custDataLst>
          </p:nvPr>
        </p:nvSpPr>
        <p:spPr>
          <a:xfrm>
            <a:off x="89789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0" name="Rectangle 649">
            <a:extLst>
              <a:ext uri="{FF2B5EF4-FFF2-40B4-BE49-F238E27FC236}">
                <a16:creationId xmlns:a16="http://schemas.microsoft.com/office/drawing/2014/main" id="{426C29E1-6AC0-4F62-B924-918520A9F785}"/>
              </a:ext>
              <a:ext uri="{C183D7F6-B498-43B3-948B-1728B52AA6E4}">
                <adec:decorative xmlns:adec="http://schemas.microsoft.com/office/drawing/2017/decorative" val="1"/>
              </a:ext>
            </a:extLst>
          </p:cNvPr>
          <p:cNvSpPr/>
          <p:nvPr>
            <p:custDataLst>
              <p:tags r:id="rId650"/>
            </p:custDataLst>
          </p:nvPr>
        </p:nvSpPr>
        <p:spPr>
          <a:xfrm>
            <a:off x="90678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1" name="Rectangle 650">
            <a:extLst>
              <a:ext uri="{FF2B5EF4-FFF2-40B4-BE49-F238E27FC236}">
                <a16:creationId xmlns:a16="http://schemas.microsoft.com/office/drawing/2014/main" id="{208B3237-4252-4CF8-8953-53F23BD3D3DE}"/>
              </a:ext>
              <a:ext uri="{C183D7F6-B498-43B3-948B-1728B52AA6E4}">
                <adec:decorative xmlns:adec="http://schemas.microsoft.com/office/drawing/2017/decorative" val="1"/>
              </a:ext>
            </a:extLst>
          </p:cNvPr>
          <p:cNvSpPr/>
          <p:nvPr>
            <p:custDataLst>
              <p:tags r:id="rId651"/>
            </p:custDataLst>
          </p:nvPr>
        </p:nvSpPr>
        <p:spPr>
          <a:xfrm>
            <a:off x="91567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2" name="Rectangle 651">
            <a:extLst>
              <a:ext uri="{FF2B5EF4-FFF2-40B4-BE49-F238E27FC236}">
                <a16:creationId xmlns:a16="http://schemas.microsoft.com/office/drawing/2014/main" id="{5C8051B1-C2C4-40AC-8C24-E4AC0EC47422}"/>
              </a:ext>
              <a:ext uri="{C183D7F6-B498-43B3-948B-1728B52AA6E4}">
                <adec:decorative xmlns:adec="http://schemas.microsoft.com/office/drawing/2017/decorative" val="1"/>
              </a:ext>
            </a:extLst>
          </p:cNvPr>
          <p:cNvSpPr/>
          <p:nvPr>
            <p:custDataLst>
              <p:tags r:id="rId652"/>
            </p:custDataLst>
          </p:nvPr>
        </p:nvSpPr>
        <p:spPr>
          <a:xfrm>
            <a:off x="92456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3" name="Rectangle 652">
            <a:extLst>
              <a:ext uri="{FF2B5EF4-FFF2-40B4-BE49-F238E27FC236}">
                <a16:creationId xmlns:a16="http://schemas.microsoft.com/office/drawing/2014/main" id="{8CDA2B29-663B-4A46-A8E8-B7EE21C353E4}"/>
              </a:ext>
              <a:ext uri="{C183D7F6-B498-43B3-948B-1728B52AA6E4}">
                <adec:decorative xmlns:adec="http://schemas.microsoft.com/office/drawing/2017/decorative" val="1"/>
              </a:ext>
            </a:extLst>
          </p:cNvPr>
          <p:cNvSpPr/>
          <p:nvPr>
            <p:custDataLst>
              <p:tags r:id="rId653"/>
            </p:custDataLst>
          </p:nvPr>
        </p:nvSpPr>
        <p:spPr>
          <a:xfrm>
            <a:off x="93345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4" name="Rectangle 653">
            <a:extLst>
              <a:ext uri="{FF2B5EF4-FFF2-40B4-BE49-F238E27FC236}">
                <a16:creationId xmlns:a16="http://schemas.microsoft.com/office/drawing/2014/main" id="{0EABAECA-8A8C-401C-923F-7682EC1A7D25}"/>
              </a:ext>
              <a:ext uri="{C183D7F6-B498-43B3-948B-1728B52AA6E4}">
                <adec:decorative xmlns:adec="http://schemas.microsoft.com/office/drawing/2017/decorative" val="1"/>
              </a:ext>
            </a:extLst>
          </p:cNvPr>
          <p:cNvSpPr/>
          <p:nvPr>
            <p:custDataLst>
              <p:tags r:id="rId654"/>
            </p:custDataLst>
          </p:nvPr>
        </p:nvSpPr>
        <p:spPr>
          <a:xfrm>
            <a:off x="94234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5" name="Rectangle 654">
            <a:extLst>
              <a:ext uri="{FF2B5EF4-FFF2-40B4-BE49-F238E27FC236}">
                <a16:creationId xmlns:a16="http://schemas.microsoft.com/office/drawing/2014/main" id="{56ACE3ED-370B-4190-B2B8-912D5AF68F45}"/>
              </a:ext>
              <a:ext uri="{C183D7F6-B498-43B3-948B-1728B52AA6E4}">
                <adec:decorative xmlns:adec="http://schemas.microsoft.com/office/drawing/2017/decorative" val="1"/>
              </a:ext>
            </a:extLst>
          </p:cNvPr>
          <p:cNvSpPr/>
          <p:nvPr>
            <p:custDataLst>
              <p:tags r:id="rId655"/>
            </p:custDataLst>
          </p:nvPr>
        </p:nvSpPr>
        <p:spPr>
          <a:xfrm>
            <a:off x="95123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6" name="Rectangle 655">
            <a:extLst>
              <a:ext uri="{FF2B5EF4-FFF2-40B4-BE49-F238E27FC236}">
                <a16:creationId xmlns:a16="http://schemas.microsoft.com/office/drawing/2014/main" id="{9A1A715D-3BAC-4D3D-9DAD-B9562E99C38E}"/>
              </a:ext>
              <a:ext uri="{C183D7F6-B498-43B3-948B-1728B52AA6E4}">
                <adec:decorative xmlns:adec="http://schemas.microsoft.com/office/drawing/2017/decorative" val="1"/>
              </a:ext>
            </a:extLst>
          </p:cNvPr>
          <p:cNvSpPr/>
          <p:nvPr>
            <p:custDataLst>
              <p:tags r:id="rId656"/>
            </p:custDataLst>
          </p:nvPr>
        </p:nvSpPr>
        <p:spPr>
          <a:xfrm>
            <a:off x="96012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7" name="Rectangle 656">
            <a:extLst>
              <a:ext uri="{FF2B5EF4-FFF2-40B4-BE49-F238E27FC236}">
                <a16:creationId xmlns:a16="http://schemas.microsoft.com/office/drawing/2014/main" id="{67C7E2EB-5405-4F38-8B0A-30E5C28B5C7B}"/>
              </a:ext>
              <a:ext uri="{C183D7F6-B498-43B3-948B-1728B52AA6E4}">
                <adec:decorative xmlns:adec="http://schemas.microsoft.com/office/drawing/2017/decorative" val="1"/>
              </a:ext>
            </a:extLst>
          </p:cNvPr>
          <p:cNvSpPr/>
          <p:nvPr>
            <p:custDataLst>
              <p:tags r:id="rId657"/>
            </p:custDataLst>
          </p:nvPr>
        </p:nvSpPr>
        <p:spPr>
          <a:xfrm>
            <a:off x="96901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8" name="Rectangle 657">
            <a:extLst>
              <a:ext uri="{FF2B5EF4-FFF2-40B4-BE49-F238E27FC236}">
                <a16:creationId xmlns:a16="http://schemas.microsoft.com/office/drawing/2014/main" id="{954D8528-9D95-437C-99F0-DE1E0F66115E}"/>
              </a:ext>
              <a:ext uri="{C183D7F6-B498-43B3-948B-1728B52AA6E4}">
                <adec:decorative xmlns:adec="http://schemas.microsoft.com/office/drawing/2017/decorative" val="1"/>
              </a:ext>
            </a:extLst>
          </p:cNvPr>
          <p:cNvSpPr/>
          <p:nvPr>
            <p:custDataLst>
              <p:tags r:id="rId658"/>
            </p:custDataLst>
          </p:nvPr>
        </p:nvSpPr>
        <p:spPr>
          <a:xfrm>
            <a:off x="97790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59" name="Rectangle 658">
            <a:extLst>
              <a:ext uri="{FF2B5EF4-FFF2-40B4-BE49-F238E27FC236}">
                <a16:creationId xmlns:a16="http://schemas.microsoft.com/office/drawing/2014/main" id="{3CADD5E6-F3D1-4812-A0F0-5AD6A5626E9F}"/>
              </a:ext>
              <a:ext uri="{C183D7F6-B498-43B3-948B-1728B52AA6E4}">
                <adec:decorative xmlns:adec="http://schemas.microsoft.com/office/drawing/2017/decorative" val="1"/>
              </a:ext>
            </a:extLst>
          </p:cNvPr>
          <p:cNvSpPr/>
          <p:nvPr>
            <p:custDataLst>
              <p:tags r:id="rId659"/>
            </p:custDataLst>
          </p:nvPr>
        </p:nvSpPr>
        <p:spPr>
          <a:xfrm>
            <a:off x="98679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0" name="Rectangle 659">
            <a:extLst>
              <a:ext uri="{FF2B5EF4-FFF2-40B4-BE49-F238E27FC236}">
                <a16:creationId xmlns:a16="http://schemas.microsoft.com/office/drawing/2014/main" id="{93BB4EEC-0300-450E-A599-117F30EB763D}"/>
              </a:ext>
              <a:ext uri="{C183D7F6-B498-43B3-948B-1728B52AA6E4}">
                <adec:decorative xmlns:adec="http://schemas.microsoft.com/office/drawing/2017/decorative" val="1"/>
              </a:ext>
            </a:extLst>
          </p:cNvPr>
          <p:cNvSpPr/>
          <p:nvPr>
            <p:custDataLst>
              <p:tags r:id="rId660"/>
            </p:custDataLst>
          </p:nvPr>
        </p:nvSpPr>
        <p:spPr>
          <a:xfrm>
            <a:off x="99568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1" name="Rectangle 660">
            <a:extLst>
              <a:ext uri="{FF2B5EF4-FFF2-40B4-BE49-F238E27FC236}">
                <a16:creationId xmlns:a16="http://schemas.microsoft.com/office/drawing/2014/main" id="{4B97419F-7584-4BED-A27D-85F68BB73110}"/>
              </a:ext>
              <a:ext uri="{C183D7F6-B498-43B3-948B-1728B52AA6E4}">
                <adec:decorative xmlns:adec="http://schemas.microsoft.com/office/drawing/2017/decorative" val="1"/>
              </a:ext>
            </a:extLst>
          </p:cNvPr>
          <p:cNvSpPr/>
          <p:nvPr>
            <p:custDataLst>
              <p:tags r:id="rId661"/>
            </p:custDataLst>
          </p:nvPr>
        </p:nvSpPr>
        <p:spPr>
          <a:xfrm>
            <a:off x="100457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2" name="Rectangle 661">
            <a:extLst>
              <a:ext uri="{FF2B5EF4-FFF2-40B4-BE49-F238E27FC236}">
                <a16:creationId xmlns:a16="http://schemas.microsoft.com/office/drawing/2014/main" id="{20096F93-3691-408D-82DA-2DBB6320126E}"/>
              </a:ext>
              <a:ext uri="{C183D7F6-B498-43B3-948B-1728B52AA6E4}">
                <adec:decorative xmlns:adec="http://schemas.microsoft.com/office/drawing/2017/decorative" val="1"/>
              </a:ext>
            </a:extLst>
          </p:cNvPr>
          <p:cNvSpPr/>
          <p:nvPr>
            <p:custDataLst>
              <p:tags r:id="rId662"/>
            </p:custDataLst>
          </p:nvPr>
        </p:nvSpPr>
        <p:spPr>
          <a:xfrm>
            <a:off x="101346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3" name="Rectangle 662">
            <a:extLst>
              <a:ext uri="{FF2B5EF4-FFF2-40B4-BE49-F238E27FC236}">
                <a16:creationId xmlns:a16="http://schemas.microsoft.com/office/drawing/2014/main" id="{3F728826-1BAE-4A19-818B-9BECC648BC75}"/>
              </a:ext>
              <a:ext uri="{C183D7F6-B498-43B3-948B-1728B52AA6E4}">
                <adec:decorative xmlns:adec="http://schemas.microsoft.com/office/drawing/2017/decorative" val="1"/>
              </a:ext>
            </a:extLst>
          </p:cNvPr>
          <p:cNvSpPr/>
          <p:nvPr>
            <p:custDataLst>
              <p:tags r:id="rId663"/>
            </p:custDataLst>
          </p:nvPr>
        </p:nvSpPr>
        <p:spPr>
          <a:xfrm>
            <a:off x="102235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4" name="Rectangle 663">
            <a:extLst>
              <a:ext uri="{FF2B5EF4-FFF2-40B4-BE49-F238E27FC236}">
                <a16:creationId xmlns:a16="http://schemas.microsoft.com/office/drawing/2014/main" id="{25AD9692-7626-46A4-B1F5-B88379DB62F4}"/>
              </a:ext>
              <a:ext uri="{C183D7F6-B498-43B3-948B-1728B52AA6E4}">
                <adec:decorative xmlns:adec="http://schemas.microsoft.com/office/drawing/2017/decorative" val="1"/>
              </a:ext>
            </a:extLst>
          </p:cNvPr>
          <p:cNvSpPr/>
          <p:nvPr>
            <p:custDataLst>
              <p:tags r:id="rId664"/>
            </p:custDataLst>
          </p:nvPr>
        </p:nvSpPr>
        <p:spPr>
          <a:xfrm>
            <a:off x="10312400" y="39928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5" name="Rectangle 664">
            <a:extLst>
              <a:ext uri="{FF2B5EF4-FFF2-40B4-BE49-F238E27FC236}">
                <a16:creationId xmlns:a16="http://schemas.microsoft.com/office/drawing/2014/main" id="{AE689BC3-0F91-4DA0-AFCC-41016C282AE3}"/>
              </a:ext>
              <a:ext uri="{C183D7F6-B498-43B3-948B-1728B52AA6E4}">
                <adec:decorative xmlns:adec="http://schemas.microsoft.com/office/drawing/2017/decorative" val="1"/>
              </a:ext>
            </a:extLst>
          </p:cNvPr>
          <p:cNvSpPr/>
          <p:nvPr>
            <p:custDataLst>
              <p:tags r:id="rId665"/>
            </p:custDataLst>
          </p:nvPr>
        </p:nvSpPr>
        <p:spPr>
          <a:xfrm>
            <a:off x="104013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6" name="Rectangle 665">
            <a:extLst>
              <a:ext uri="{FF2B5EF4-FFF2-40B4-BE49-F238E27FC236}">
                <a16:creationId xmlns:a16="http://schemas.microsoft.com/office/drawing/2014/main" id="{5CE96A46-DD98-4444-92D2-DDF39CD24E7D}"/>
              </a:ext>
              <a:ext uri="{C183D7F6-B498-43B3-948B-1728B52AA6E4}">
                <adec:decorative xmlns:adec="http://schemas.microsoft.com/office/drawing/2017/decorative" val="1"/>
              </a:ext>
            </a:extLst>
          </p:cNvPr>
          <p:cNvSpPr/>
          <p:nvPr>
            <p:custDataLst>
              <p:tags r:id="rId666"/>
            </p:custDataLst>
          </p:nvPr>
        </p:nvSpPr>
        <p:spPr>
          <a:xfrm>
            <a:off x="104902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7" name="Rectangle 666">
            <a:extLst>
              <a:ext uri="{FF2B5EF4-FFF2-40B4-BE49-F238E27FC236}">
                <a16:creationId xmlns:a16="http://schemas.microsoft.com/office/drawing/2014/main" id="{84F53AC2-21EA-4253-BF97-6206197FFD22}"/>
              </a:ext>
              <a:ext uri="{C183D7F6-B498-43B3-948B-1728B52AA6E4}">
                <adec:decorative xmlns:adec="http://schemas.microsoft.com/office/drawing/2017/decorative" val="1"/>
              </a:ext>
            </a:extLst>
          </p:cNvPr>
          <p:cNvSpPr/>
          <p:nvPr>
            <p:custDataLst>
              <p:tags r:id="rId667"/>
            </p:custDataLst>
          </p:nvPr>
        </p:nvSpPr>
        <p:spPr>
          <a:xfrm>
            <a:off x="10579100" y="39928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8" name="Rectangle 667">
            <a:extLst>
              <a:ext uri="{FF2B5EF4-FFF2-40B4-BE49-F238E27FC236}">
                <a16:creationId xmlns:a16="http://schemas.microsoft.com/office/drawing/2014/main" id="{884AA015-E21A-46E8-8579-36E233C656F4}"/>
              </a:ext>
              <a:ext uri="{C183D7F6-B498-43B3-948B-1728B52AA6E4}">
                <adec:decorative xmlns:adec="http://schemas.microsoft.com/office/drawing/2017/decorative" val="1"/>
              </a:ext>
            </a:extLst>
          </p:cNvPr>
          <p:cNvSpPr/>
          <p:nvPr>
            <p:custDataLst>
              <p:tags r:id="rId668"/>
            </p:custDataLst>
          </p:nvPr>
        </p:nvSpPr>
        <p:spPr>
          <a:xfrm>
            <a:off x="81788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69" name="Rectangle 668">
            <a:extLst>
              <a:ext uri="{FF2B5EF4-FFF2-40B4-BE49-F238E27FC236}">
                <a16:creationId xmlns:a16="http://schemas.microsoft.com/office/drawing/2014/main" id="{D07D8782-84AB-4444-92AD-DE34A8B7EB7F}"/>
              </a:ext>
              <a:ext uri="{C183D7F6-B498-43B3-948B-1728B52AA6E4}">
                <adec:decorative xmlns:adec="http://schemas.microsoft.com/office/drawing/2017/decorative" val="1"/>
              </a:ext>
            </a:extLst>
          </p:cNvPr>
          <p:cNvSpPr/>
          <p:nvPr>
            <p:custDataLst>
              <p:tags r:id="rId669"/>
            </p:custDataLst>
          </p:nvPr>
        </p:nvSpPr>
        <p:spPr>
          <a:xfrm>
            <a:off x="82677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0" name="Rectangle 669">
            <a:extLst>
              <a:ext uri="{FF2B5EF4-FFF2-40B4-BE49-F238E27FC236}">
                <a16:creationId xmlns:a16="http://schemas.microsoft.com/office/drawing/2014/main" id="{22849403-37D5-47BD-9A94-04747A4A88EF}"/>
              </a:ext>
              <a:ext uri="{C183D7F6-B498-43B3-948B-1728B52AA6E4}">
                <adec:decorative xmlns:adec="http://schemas.microsoft.com/office/drawing/2017/decorative" val="1"/>
              </a:ext>
            </a:extLst>
          </p:cNvPr>
          <p:cNvSpPr/>
          <p:nvPr>
            <p:custDataLst>
              <p:tags r:id="rId670"/>
            </p:custDataLst>
          </p:nvPr>
        </p:nvSpPr>
        <p:spPr>
          <a:xfrm>
            <a:off x="83566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1" name="Rectangle 670">
            <a:extLst>
              <a:ext uri="{FF2B5EF4-FFF2-40B4-BE49-F238E27FC236}">
                <a16:creationId xmlns:a16="http://schemas.microsoft.com/office/drawing/2014/main" id="{19389BAC-0B5B-4F7C-A38B-29BFB27CB80F}"/>
              </a:ext>
              <a:ext uri="{C183D7F6-B498-43B3-948B-1728B52AA6E4}">
                <adec:decorative xmlns:adec="http://schemas.microsoft.com/office/drawing/2017/decorative" val="1"/>
              </a:ext>
            </a:extLst>
          </p:cNvPr>
          <p:cNvSpPr/>
          <p:nvPr>
            <p:custDataLst>
              <p:tags r:id="rId671"/>
            </p:custDataLst>
          </p:nvPr>
        </p:nvSpPr>
        <p:spPr>
          <a:xfrm>
            <a:off x="84455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2" name="Rectangle 671">
            <a:extLst>
              <a:ext uri="{FF2B5EF4-FFF2-40B4-BE49-F238E27FC236}">
                <a16:creationId xmlns:a16="http://schemas.microsoft.com/office/drawing/2014/main" id="{3A9A066F-9F2B-4B9C-833E-DF71618D8153}"/>
              </a:ext>
              <a:ext uri="{C183D7F6-B498-43B3-948B-1728B52AA6E4}">
                <adec:decorative xmlns:adec="http://schemas.microsoft.com/office/drawing/2017/decorative" val="1"/>
              </a:ext>
            </a:extLst>
          </p:cNvPr>
          <p:cNvSpPr/>
          <p:nvPr>
            <p:custDataLst>
              <p:tags r:id="rId672"/>
            </p:custDataLst>
          </p:nvPr>
        </p:nvSpPr>
        <p:spPr>
          <a:xfrm>
            <a:off x="85344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3" name="Rectangle 672">
            <a:extLst>
              <a:ext uri="{FF2B5EF4-FFF2-40B4-BE49-F238E27FC236}">
                <a16:creationId xmlns:a16="http://schemas.microsoft.com/office/drawing/2014/main" id="{0D973BF7-C1FB-4011-A67A-D652CAEC2E1D}"/>
              </a:ext>
              <a:ext uri="{C183D7F6-B498-43B3-948B-1728B52AA6E4}">
                <adec:decorative xmlns:adec="http://schemas.microsoft.com/office/drawing/2017/decorative" val="1"/>
              </a:ext>
            </a:extLst>
          </p:cNvPr>
          <p:cNvSpPr/>
          <p:nvPr>
            <p:custDataLst>
              <p:tags r:id="rId673"/>
            </p:custDataLst>
          </p:nvPr>
        </p:nvSpPr>
        <p:spPr>
          <a:xfrm>
            <a:off x="86233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4" name="Rectangle 673">
            <a:extLst>
              <a:ext uri="{FF2B5EF4-FFF2-40B4-BE49-F238E27FC236}">
                <a16:creationId xmlns:a16="http://schemas.microsoft.com/office/drawing/2014/main" id="{CAB60C23-45E4-4A01-AEE0-01FB6CCAC253}"/>
              </a:ext>
              <a:ext uri="{C183D7F6-B498-43B3-948B-1728B52AA6E4}">
                <adec:decorative xmlns:adec="http://schemas.microsoft.com/office/drawing/2017/decorative" val="1"/>
              </a:ext>
            </a:extLst>
          </p:cNvPr>
          <p:cNvSpPr/>
          <p:nvPr>
            <p:custDataLst>
              <p:tags r:id="rId674"/>
            </p:custDataLst>
          </p:nvPr>
        </p:nvSpPr>
        <p:spPr>
          <a:xfrm>
            <a:off x="87122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5" name="Rectangle 674">
            <a:extLst>
              <a:ext uri="{FF2B5EF4-FFF2-40B4-BE49-F238E27FC236}">
                <a16:creationId xmlns:a16="http://schemas.microsoft.com/office/drawing/2014/main" id="{5B48B024-DD2D-4DDF-9EFC-51C98309711D}"/>
              </a:ext>
              <a:ext uri="{C183D7F6-B498-43B3-948B-1728B52AA6E4}">
                <adec:decorative xmlns:adec="http://schemas.microsoft.com/office/drawing/2017/decorative" val="1"/>
              </a:ext>
            </a:extLst>
          </p:cNvPr>
          <p:cNvSpPr/>
          <p:nvPr>
            <p:custDataLst>
              <p:tags r:id="rId675"/>
            </p:custDataLst>
          </p:nvPr>
        </p:nvSpPr>
        <p:spPr>
          <a:xfrm>
            <a:off x="88011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6" name="Rectangle 675">
            <a:extLst>
              <a:ext uri="{FF2B5EF4-FFF2-40B4-BE49-F238E27FC236}">
                <a16:creationId xmlns:a16="http://schemas.microsoft.com/office/drawing/2014/main" id="{967BA00B-2680-4133-949F-F99733F231C9}"/>
              </a:ext>
              <a:ext uri="{C183D7F6-B498-43B3-948B-1728B52AA6E4}">
                <adec:decorative xmlns:adec="http://schemas.microsoft.com/office/drawing/2017/decorative" val="1"/>
              </a:ext>
            </a:extLst>
          </p:cNvPr>
          <p:cNvSpPr/>
          <p:nvPr>
            <p:custDataLst>
              <p:tags r:id="rId676"/>
            </p:custDataLst>
          </p:nvPr>
        </p:nvSpPr>
        <p:spPr>
          <a:xfrm>
            <a:off x="88900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7" name="Rectangle 676">
            <a:extLst>
              <a:ext uri="{FF2B5EF4-FFF2-40B4-BE49-F238E27FC236}">
                <a16:creationId xmlns:a16="http://schemas.microsoft.com/office/drawing/2014/main" id="{D87A56C6-0D48-458B-88AC-8E18A3B9E04A}"/>
              </a:ext>
              <a:ext uri="{C183D7F6-B498-43B3-948B-1728B52AA6E4}">
                <adec:decorative xmlns:adec="http://schemas.microsoft.com/office/drawing/2017/decorative" val="1"/>
              </a:ext>
            </a:extLst>
          </p:cNvPr>
          <p:cNvSpPr/>
          <p:nvPr>
            <p:custDataLst>
              <p:tags r:id="rId677"/>
            </p:custDataLst>
          </p:nvPr>
        </p:nvSpPr>
        <p:spPr>
          <a:xfrm>
            <a:off x="89789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8" name="Rectangle 677">
            <a:extLst>
              <a:ext uri="{FF2B5EF4-FFF2-40B4-BE49-F238E27FC236}">
                <a16:creationId xmlns:a16="http://schemas.microsoft.com/office/drawing/2014/main" id="{8908A019-3905-40F9-AFFD-1EB05BDE0455}"/>
              </a:ext>
              <a:ext uri="{C183D7F6-B498-43B3-948B-1728B52AA6E4}">
                <adec:decorative xmlns:adec="http://schemas.microsoft.com/office/drawing/2017/decorative" val="1"/>
              </a:ext>
            </a:extLst>
          </p:cNvPr>
          <p:cNvSpPr/>
          <p:nvPr>
            <p:custDataLst>
              <p:tags r:id="rId678"/>
            </p:custDataLst>
          </p:nvPr>
        </p:nvSpPr>
        <p:spPr>
          <a:xfrm>
            <a:off x="90678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79" name="Rectangle 678">
            <a:extLst>
              <a:ext uri="{FF2B5EF4-FFF2-40B4-BE49-F238E27FC236}">
                <a16:creationId xmlns:a16="http://schemas.microsoft.com/office/drawing/2014/main" id="{A6067F5E-BEDC-4E56-9100-A738CC4FD058}"/>
              </a:ext>
              <a:ext uri="{C183D7F6-B498-43B3-948B-1728B52AA6E4}">
                <adec:decorative xmlns:adec="http://schemas.microsoft.com/office/drawing/2017/decorative" val="1"/>
              </a:ext>
            </a:extLst>
          </p:cNvPr>
          <p:cNvSpPr/>
          <p:nvPr>
            <p:custDataLst>
              <p:tags r:id="rId679"/>
            </p:custDataLst>
          </p:nvPr>
        </p:nvSpPr>
        <p:spPr>
          <a:xfrm>
            <a:off x="91567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0" name="Rectangle 679">
            <a:extLst>
              <a:ext uri="{FF2B5EF4-FFF2-40B4-BE49-F238E27FC236}">
                <a16:creationId xmlns:a16="http://schemas.microsoft.com/office/drawing/2014/main" id="{9A437603-C8E9-44A3-AA4B-E8AE9E0A6077}"/>
              </a:ext>
              <a:ext uri="{C183D7F6-B498-43B3-948B-1728B52AA6E4}">
                <adec:decorative xmlns:adec="http://schemas.microsoft.com/office/drawing/2017/decorative" val="1"/>
              </a:ext>
            </a:extLst>
          </p:cNvPr>
          <p:cNvSpPr/>
          <p:nvPr>
            <p:custDataLst>
              <p:tags r:id="rId680"/>
            </p:custDataLst>
          </p:nvPr>
        </p:nvSpPr>
        <p:spPr>
          <a:xfrm>
            <a:off x="92456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1" name="Rectangle 680">
            <a:extLst>
              <a:ext uri="{FF2B5EF4-FFF2-40B4-BE49-F238E27FC236}">
                <a16:creationId xmlns:a16="http://schemas.microsoft.com/office/drawing/2014/main" id="{7CB8C2EB-1589-439E-96C0-850661B9C806}"/>
              </a:ext>
              <a:ext uri="{C183D7F6-B498-43B3-948B-1728B52AA6E4}">
                <adec:decorative xmlns:adec="http://schemas.microsoft.com/office/drawing/2017/decorative" val="1"/>
              </a:ext>
            </a:extLst>
          </p:cNvPr>
          <p:cNvSpPr/>
          <p:nvPr>
            <p:custDataLst>
              <p:tags r:id="rId681"/>
            </p:custDataLst>
          </p:nvPr>
        </p:nvSpPr>
        <p:spPr>
          <a:xfrm>
            <a:off x="93345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2" name="Rectangle 681">
            <a:extLst>
              <a:ext uri="{FF2B5EF4-FFF2-40B4-BE49-F238E27FC236}">
                <a16:creationId xmlns:a16="http://schemas.microsoft.com/office/drawing/2014/main" id="{05A1BBA0-D878-48B1-B14E-C59F0885F801}"/>
              </a:ext>
              <a:ext uri="{C183D7F6-B498-43B3-948B-1728B52AA6E4}">
                <adec:decorative xmlns:adec="http://schemas.microsoft.com/office/drawing/2017/decorative" val="1"/>
              </a:ext>
            </a:extLst>
          </p:cNvPr>
          <p:cNvSpPr/>
          <p:nvPr>
            <p:custDataLst>
              <p:tags r:id="rId682"/>
            </p:custDataLst>
          </p:nvPr>
        </p:nvSpPr>
        <p:spPr>
          <a:xfrm>
            <a:off x="94234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3" name="Rectangle 682">
            <a:extLst>
              <a:ext uri="{FF2B5EF4-FFF2-40B4-BE49-F238E27FC236}">
                <a16:creationId xmlns:a16="http://schemas.microsoft.com/office/drawing/2014/main" id="{E8709381-77EB-43FE-90F7-17381259008E}"/>
              </a:ext>
              <a:ext uri="{C183D7F6-B498-43B3-948B-1728B52AA6E4}">
                <adec:decorative xmlns:adec="http://schemas.microsoft.com/office/drawing/2017/decorative" val="1"/>
              </a:ext>
            </a:extLst>
          </p:cNvPr>
          <p:cNvSpPr/>
          <p:nvPr>
            <p:custDataLst>
              <p:tags r:id="rId683"/>
            </p:custDataLst>
          </p:nvPr>
        </p:nvSpPr>
        <p:spPr>
          <a:xfrm>
            <a:off x="95123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4" name="Rectangle 683">
            <a:extLst>
              <a:ext uri="{FF2B5EF4-FFF2-40B4-BE49-F238E27FC236}">
                <a16:creationId xmlns:a16="http://schemas.microsoft.com/office/drawing/2014/main" id="{0CA9D42C-7ECF-421D-9F97-B806D5CE3AE0}"/>
              </a:ext>
              <a:ext uri="{C183D7F6-B498-43B3-948B-1728B52AA6E4}">
                <adec:decorative xmlns:adec="http://schemas.microsoft.com/office/drawing/2017/decorative" val="1"/>
              </a:ext>
            </a:extLst>
          </p:cNvPr>
          <p:cNvSpPr/>
          <p:nvPr>
            <p:custDataLst>
              <p:tags r:id="rId684"/>
            </p:custDataLst>
          </p:nvPr>
        </p:nvSpPr>
        <p:spPr>
          <a:xfrm>
            <a:off x="96012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5" name="Rectangle 684">
            <a:extLst>
              <a:ext uri="{FF2B5EF4-FFF2-40B4-BE49-F238E27FC236}">
                <a16:creationId xmlns:a16="http://schemas.microsoft.com/office/drawing/2014/main" id="{8A33DB52-AB50-497F-AC79-FF12D15A88C3}"/>
              </a:ext>
              <a:ext uri="{C183D7F6-B498-43B3-948B-1728B52AA6E4}">
                <adec:decorative xmlns:adec="http://schemas.microsoft.com/office/drawing/2017/decorative" val="1"/>
              </a:ext>
            </a:extLst>
          </p:cNvPr>
          <p:cNvSpPr/>
          <p:nvPr>
            <p:custDataLst>
              <p:tags r:id="rId685"/>
            </p:custDataLst>
          </p:nvPr>
        </p:nvSpPr>
        <p:spPr>
          <a:xfrm>
            <a:off x="96901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6" name="Rectangle 685">
            <a:extLst>
              <a:ext uri="{FF2B5EF4-FFF2-40B4-BE49-F238E27FC236}">
                <a16:creationId xmlns:a16="http://schemas.microsoft.com/office/drawing/2014/main" id="{E5E9D15E-467B-4FE5-8085-646CC2893DAB}"/>
              </a:ext>
              <a:ext uri="{C183D7F6-B498-43B3-948B-1728B52AA6E4}">
                <adec:decorative xmlns:adec="http://schemas.microsoft.com/office/drawing/2017/decorative" val="1"/>
              </a:ext>
            </a:extLst>
          </p:cNvPr>
          <p:cNvSpPr/>
          <p:nvPr>
            <p:custDataLst>
              <p:tags r:id="rId686"/>
            </p:custDataLst>
          </p:nvPr>
        </p:nvSpPr>
        <p:spPr>
          <a:xfrm>
            <a:off x="97790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7" name="Rectangle 686">
            <a:extLst>
              <a:ext uri="{FF2B5EF4-FFF2-40B4-BE49-F238E27FC236}">
                <a16:creationId xmlns:a16="http://schemas.microsoft.com/office/drawing/2014/main" id="{CF719E4D-297A-4204-AC43-9A57813E2CBF}"/>
              </a:ext>
              <a:ext uri="{C183D7F6-B498-43B3-948B-1728B52AA6E4}">
                <adec:decorative xmlns:adec="http://schemas.microsoft.com/office/drawing/2017/decorative" val="1"/>
              </a:ext>
            </a:extLst>
          </p:cNvPr>
          <p:cNvSpPr/>
          <p:nvPr>
            <p:custDataLst>
              <p:tags r:id="rId687"/>
            </p:custDataLst>
          </p:nvPr>
        </p:nvSpPr>
        <p:spPr>
          <a:xfrm>
            <a:off x="98679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8" name="Rectangle 687">
            <a:extLst>
              <a:ext uri="{FF2B5EF4-FFF2-40B4-BE49-F238E27FC236}">
                <a16:creationId xmlns:a16="http://schemas.microsoft.com/office/drawing/2014/main" id="{F1CD042F-5849-44F6-BAF8-8B9049680627}"/>
              </a:ext>
              <a:ext uri="{C183D7F6-B498-43B3-948B-1728B52AA6E4}">
                <adec:decorative xmlns:adec="http://schemas.microsoft.com/office/drawing/2017/decorative" val="1"/>
              </a:ext>
            </a:extLst>
          </p:cNvPr>
          <p:cNvSpPr/>
          <p:nvPr>
            <p:custDataLst>
              <p:tags r:id="rId688"/>
            </p:custDataLst>
          </p:nvPr>
        </p:nvSpPr>
        <p:spPr>
          <a:xfrm>
            <a:off x="99568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89" name="Rectangle 688">
            <a:extLst>
              <a:ext uri="{FF2B5EF4-FFF2-40B4-BE49-F238E27FC236}">
                <a16:creationId xmlns:a16="http://schemas.microsoft.com/office/drawing/2014/main" id="{0C05C6EB-A9AF-4198-9482-9B9C10544A69}"/>
              </a:ext>
              <a:ext uri="{C183D7F6-B498-43B3-948B-1728B52AA6E4}">
                <adec:decorative xmlns:adec="http://schemas.microsoft.com/office/drawing/2017/decorative" val="1"/>
              </a:ext>
            </a:extLst>
          </p:cNvPr>
          <p:cNvSpPr/>
          <p:nvPr>
            <p:custDataLst>
              <p:tags r:id="rId689"/>
            </p:custDataLst>
          </p:nvPr>
        </p:nvSpPr>
        <p:spPr>
          <a:xfrm>
            <a:off x="100457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0" name="Rectangle 689">
            <a:extLst>
              <a:ext uri="{FF2B5EF4-FFF2-40B4-BE49-F238E27FC236}">
                <a16:creationId xmlns:a16="http://schemas.microsoft.com/office/drawing/2014/main" id="{33D6B5E9-5826-4F3F-B6F7-E93D70D19D7E}"/>
              </a:ext>
              <a:ext uri="{C183D7F6-B498-43B3-948B-1728B52AA6E4}">
                <adec:decorative xmlns:adec="http://schemas.microsoft.com/office/drawing/2017/decorative" val="1"/>
              </a:ext>
            </a:extLst>
          </p:cNvPr>
          <p:cNvSpPr/>
          <p:nvPr>
            <p:custDataLst>
              <p:tags r:id="rId690"/>
            </p:custDataLst>
          </p:nvPr>
        </p:nvSpPr>
        <p:spPr>
          <a:xfrm>
            <a:off x="101346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1" name="Rectangle 690">
            <a:extLst>
              <a:ext uri="{FF2B5EF4-FFF2-40B4-BE49-F238E27FC236}">
                <a16:creationId xmlns:a16="http://schemas.microsoft.com/office/drawing/2014/main" id="{5119EEB0-89FB-4FBD-943C-D36E6E524388}"/>
              </a:ext>
              <a:ext uri="{C183D7F6-B498-43B3-948B-1728B52AA6E4}">
                <adec:decorative xmlns:adec="http://schemas.microsoft.com/office/drawing/2017/decorative" val="1"/>
              </a:ext>
            </a:extLst>
          </p:cNvPr>
          <p:cNvSpPr/>
          <p:nvPr>
            <p:custDataLst>
              <p:tags r:id="rId691"/>
            </p:custDataLst>
          </p:nvPr>
        </p:nvSpPr>
        <p:spPr>
          <a:xfrm>
            <a:off x="102235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2" name="Rectangle 691">
            <a:extLst>
              <a:ext uri="{FF2B5EF4-FFF2-40B4-BE49-F238E27FC236}">
                <a16:creationId xmlns:a16="http://schemas.microsoft.com/office/drawing/2014/main" id="{3DB574BE-6CE9-463B-99B1-6100986D8CC7}"/>
              </a:ext>
              <a:ext uri="{C183D7F6-B498-43B3-948B-1728B52AA6E4}">
                <adec:decorative xmlns:adec="http://schemas.microsoft.com/office/drawing/2017/decorative" val="1"/>
              </a:ext>
            </a:extLst>
          </p:cNvPr>
          <p:cNvSpPr/>
          <p:nvPr>
            <p:custDataLst>
              <p:tags r:id="rId692"/>
            </p:custDataLst>
          </p:nvPr>
        </p:nvSpPr>
        <p:spPr>
          <a:xfrm>
            <a:off x="103124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3" name="Rectangle 692">
            <a:extLst>
              <a:ext uri="{FF2B5EF4-FFF2-40B4-BE49-F238E27FC236}">
                <a16:creationId xmlns:a16="http://schemas.microsoft.com/office/drawing/2014/main" id="{18EE132C-1622-48FB-A358-30B9CA31DA5C}"/>
              </a:ext>
              <a:ext uri="{C183D7F6-B498-43B3-948B-1728B52AA6E4}">
                <adec:decorative xmlns:adec="http://schemas.microsoft.com/office/drawing/2017/decorative" val="1"/>
              </a:ext>
            </a:extLst>
          </p:cNvPr>
          <p:cNvSpPr/>
          <p:nvPr>
            <p:custDataLst>
              <p:tags r:id="rId693"/>
            </p:custDataLst>
          </p:nvPr>
        </p:nvSpPr>
        <p:spPr>
          <a:xfrm>
            <a:off x="104013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4" name="Rectangle 693">
            <a:extLst>
              <a:ext uri="{FF2B5EF4-FFF2-40B4-BE49-F238E27FC236}">
                <a16:creationId xmlns:a16="http://schemas.microsoft.com/office/drawing/2014/main" id="{40712A3C-047F-484B-97A0-D4C1318000B1}"/>
              </a:ext>
              <a:ext uri="{C183D7F6-B498-43B3-948B-1728B52AA6E4}">
                <adec:decorative xmlns:adec="http://schemas.microsoft.com/office/drawing/2017/decorative" val="1"/>
              </a:ext>
            </a:extLst>
          </p:cNvPr>
          <p:cNvSpPr/>
          <p:nvPr>
            <p:custDataLst>
              <p:tags r:id="rId694"/>
            </p:custDataLst>
          </p:nvPr>
        </p:nvSpPr>
        <p:spPr>
          <a:xfrm>
            <a:off x="104902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5" name="Rectangle 694">
            <a:extLst>
              <a:ext uri="{FF2B5EF4-FFF2-40B4-BE49-F238E27FC236}">
                <a16:creationId xmlns:a16="http://schemas.microsoft.com/office/drawing/2014/main" id="{DC182A41-D323-4690-A7B5-4D0CADF5265E}"/>
              </a:ext>
              <a:ext uri="{C183D7F6-B498-43B3-948B-1728B52AA6E4}">
                <adec:decorative xmlns:adec="http://schemas.microsoft.com/office/drawing/2017/decorative" val="1"/>
              </a:ext>
            </a:extLst>
          </p:cNvPr>
          <p:cNvSpPr/>
          <p:nvPr>
            <p:custDataLst>
              <p:tags r:id="rId695"/>
            </p:custDataLst>
          </p:nvPr>
        </p:nvSpPr>
        <p:spPr>
          <a:xfrm>
            <a:off x="10579100" y="40817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6" name="Rectangle 695">
            <a:extLst>
              <a:ext uri="{FF2B5EF4-FFF2-40B4-BE49-F238E27FC236}">
                <a16:creationId xmlns:a16="http://schemas.microsoft.com/office/drawing/2014/main" id="{5E224687-4F88-459F-B1E5-58EB351FC5C3}"/>
              </a:ext>
              <a:ext uri="{C183D7F6-B498-43B3-948B-1728B52AA6E4}">
                <adec:decorative xmlns:adec="http://schemas.microsoft.com/office/drawing/2017/decorative" val="1"/>
              </a:ext>
            </a:extLst>
          </p:cNvPr>
          <p:cNvSpPr/>
          <p:nvPr>
            <p:custDataLst>
              <p:tags r:id="rId696"/>
            </p:custDataLst>
          </p:nvPr>
        </p:nvSpPr>
        <p:spPr>
          <a:xfrm>
            <a:off x="106680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7" name="Rectangle 696">
            <a:extLst>
              <a:ext uri="{FF2B5EF4-FFF2-40B4-BE49-F238E27FC236}">
                <a16:creationId xmlns:a16="http://schemas.microsoft.com/office/drawing/2014/main" id="{6469BD78-556D-40D7-AE59-56BFA4EC60C2}"/>
              </a:ext>
              <a:ext uri="{C183D7F6-B498-43B3-948B-1728B52AA6E4}">
                <adec:decorative xmlns:adec="http://schemas.microsoft.com/office/drawing/2017/decorative" val="1"/>
              </a:ext>
            </a:extLst>
          </p:cNvPr>
          <p:cNvSpPr/>
          <p:nvPr>
            <p:custDataLst>
              <p:tags r:id="rId697"/>
            </p:custDataLst>
          </p:nvPr>
        </p:nvSpPr>
        <p:spPr>
          <a:xfrm>
            <a:off x="10756900" y="40817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8" name="Rectangle 697">
            <a:extLst>
              <a:ext uri="{FF2B5EF4-FFF2-40B4-BE49-F238E27FC236}">
                <a16:creationId xmlns:a16="http://schemas.microsoft.com/office/drawing/2014/main" id="{48850A6A-EC2F-4A12-9B96-AB846548E6D4}"/>
              </a:ext>
              <a:ext uri="{C183D7F6-B498-43B3-948B-1728B52AA6E4}">
                <adec:decorative xmlns:adec="http://schemas.microsoft.com/office/drawing/2017/decorative" val="1"/>
              </a:ext>
            </a:extLst>
          </p:cNvPr>
          <p:cNvSpPr/>
          <p:nvPr>
            <p:custDataLst>
              <p:tags r:id="rId698"/>
            </p:custDataLst>
          </p:nvPr>
        </p:nvSpPr>
        <p:spPr>
          <a:xfrm>
            <a:off x="81788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699" name="Rectangle 698">
            <a:extLst>
              <a:ext uri="{FF2B5EF4-FFF2-40B4-BE49-F238E27FC236}">
                <a16:creationId xmlns:a16="http://schemas.microsoft.com/office/drawing/2014/main" id="{81E5630A-C700-4CCB-9BDC-B05E84C71CAD}"/>
              </a:ext>
              <a:ext uri="{C183D7F6-B498-43B3-948B-1728B52AA6E4}">
                <adec:decorative xmlns:adec="http://schemas.microsoft.com/office/drawing/2017/decorative" val="1"/>
              </a:ext>
            </a:extLst>
          </p:cNvPr>
          <p:cNvSpPr/>
          <p:nvPr>
            <p:custDataLst>
              <p:tags r:id="rId699"/>
            </p:custDataLst>
          </p:nvPr>
        </p:nvSpPr>
        <p:spPr>
          <a:xfrm>
            <a:off x="82677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0" name="Rectangle 699">
            <a:extLst>
              <a:ext uri="{FF2B5EF4-FFF2-40B4-BE49-F238E27FC236}">
                <a16:creationId xmlns:a16="http://schemas.microsoft.com/office/drawing/2014/main" id="{58FC0F15-B877-4D11-B4CF-D1C24C6EC433}"/>
              </a:ext>
              <a:ext uri="{C183D7F6-B498-43B3-948B-1728B52AA6E4}">
                <adec:decorative xmlns:adec="http://schemas.microsoft.com/office/drawing/2017/decorative" val="1"/>
              </a:ext>
            </a:extLst>
          </p:cNvPr>
          <p:cNvSpPr/>
          <p:nvPr>
            <p:custDataLst>
              <p:tags r:id="rId700"/>
            </p:custDataLst>
          </p:nvPr>
        </p:nvSpPr>
        <p:spPr>
          <a:xfrm>
            <a:off x="83566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1" name="Rectangle 700">
            <a:extLst>
              <a:ext uri="{FF2B5EF4-FFF2-40B4-BE49-F238E27FC236}">
                <a16:creationId xmlns:a16="http://schemas.microsoft.com/office/drawing/2014/main" id="{3E860B44-CD18-4B73-90CF-D9D4C26C3066}"/>
              </a:ext>
              <a:ext uri="{C183D7F6-B498-43B3-948B-1728B52AA6E4}">
                <adec:decorative xmlns:adec="http://schemas.microsoft.com/office/drawing/2017/decorative" val="1"/>
              </a:ext>
            </a:extLst>
          </p:cNvPr>
          <p:cNvSpPr/>
          <p:nvPr>
            <p:custDataLst>
              <p:tags r:id="rId701"/>
            </p:custDataLst>
          </p:nvPr>
        </p:nvSpPr>
        <p:spPr>
          <a:xfrm>
            <a:off x="84455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2" name="Rectangle 701">
            <a:extLst>
              <a:ext uri="{FF2B5EF4-FFF2-40B4-BE49-F238E27FC236}">
                <a16:creationId xmlns:a16="http://schemas.microsoft.com/office/drawing/2014/main" id="{B49DD0C8-4191-4D36-97B2-CE85EBF79009}"/>
              </a:ext>
              <a:ext uri="{C183D7F6-B498-43B3-948B-1728B52AA6E4}">
                <adec:decorative xmlns:adec="http://schemas.microsoft.com/office/drawing/2017/decorative" val="1"/>
              </a:ext>
            </a:extLst>
          </p:cNvPr>
          <p:cNvSpPr/>
          <p:nvPr>
            <p:custDataLst>
              <p:tags r:id="rId702"/>
            </p:custDataLst>
          </p:nvPr>
        </p:nvSpPr>
        <p:spPr>
          <a:xfrm>
            <a:off x="85344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3" name="Rectangle 702">
            <a:extLst>
              <a:ext uri="{FF2B5EF4-FFF2-40B4-BE49-F238E27FC236}">
                <a16:creationId xmlns:a16="http://schemas.microsoft.com/office/drawing/2014/main" id="{F30B6957-C832-4E5C-A38A-2B7F547DAECC}"/>
              </a:ext>
              <a:ext uri="{C183D7F6-B498-43B3-948B-1728B52AA6E4}">
                <adec:decorative xmlns:adec="http://schemas.microsoft.com/office/drawing/2017/decorative" val="1"/>
              </a:ext>
            </a:extLst>
          </p:cNvPr>
          <p:cNvSpPr/>
          <p:nvPr>
            <p:custDataLst>
              <p:tags r:id="rId703"/>
            </p:custDataLst>
          </p:nvPr>
        </p:nvSpPr>
        <p:spPr>
          <a:xfrm>
            <a:off x="86233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4" name="Rectangle 703">
            <a:extLst>
              <a:ext uri="{FF2B5EF4-FFF2-40B4-BE49-F238E27FC236}">
                <a16:creationId xmlns:a16="http://schemas.microsoft.com/office/drawing/2014/main" id="{93AC07FD-4618-47A0-9D5F-4483757FD71B}"/>
              </a:ext>
              <a:ext uri="{C183D7F6-B498-43B3-948B-1728B52AA6E4}">
                <adec:decorative xmlns:adec="http://schemas.microsoft.com/office/drawing/2017/decorative" val="1"/>
              </a:ext>
            </a:extLst>
          </p:cNvPr>
          <p:cNvSpPr/>
          <p:nvPr>
            <p:custDataLst>
              <p:tags r:id="rId704"/>
            </p:custDataLst>
          </p:nvPr>
        </p:nvSpPr>
        <p:spPr>
          <a:xfrm>
            <a:off x="87122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5" name="Rectangle 704">
            <a:extLst>
              <a:ext uri="{FF2B5EF4-FFF2-40B4-BE49-F238E27FC236}">
                <a16:creationId xmlns:a16="http://schemas.microsoft.com/office/drawing/2014/main" id="{390CFDAA-06B2-44FB-89CB-5B3B6D2AD3E5}"/>
              </a:ext>
              <a:ext uri="{C183D7F6-B498-43B3-948B-1728B52AA6E4}">
                <adec:decorative xmlns:adec="http://schemas.microsoft.com/office/drawing/2017/decorative" val="1"/>
              </a:ext>
            </a:extLst>
          </p:cNvPr>
          <p:cNvSpPr/>
          <p:nvPr>
            <p:custDataLst>
              <p:tags r:id="rId705"/>
            </p:custDataLst>
          </p:nvPr>
        </p:nvSpPr>
        <p:spPr>
          <a:xfrm>
            <a:off x="88011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6" name="Rectangle 705">
            <a:extLst>
              <a:ext uri="{FF2B5EF4-FFF2-40B4-BE49-F238E27FC236}">
                <a16:creationId xmlns:a16="http://schemas.microsoft.com/office/drawing/2014/main" id="{5BF05CCC-2060-47C5-BF64-EF8F64CB27E3}"/>
              </a:ext>
              <a:ext uri="{C183D7F6-B498-43B3-948B-1728B52AA6E4}">
                <adec:decorative xmlns:adec="http://schemas.microsoft.com/office/drawing/2017/decorative" val="1"/>
              </a:ext>
            </a:extLst>
          </p:cNvPr>
          <p:cNvSpPr/>
          <p:nvPr>
            <p:custDataLst>
              <p:tags r:id="rId706"/>
            </p:custDataLst>
          </p:nvPr>
        </p:nvSpPr>
        <p:spPr>
          <a:xfrm>
            <a:off x="88900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7" name="Rectangle 706">
            <a:extLst>
              <a:ext uri="{FF2B5EF4-FFF2-40B4-BE49-F238E27FC236}">
                <a16:creationId xmlns:a16="http://schemas.microsoft.com/office/drawing/2014/main" id="{F6AADD12-A45C-433D-9F15-407E9246DFA9}"/>
              </a:ext>
              <a:ext uri="{C183D7F6-B498-43B3-948B-1728B52AA6E4}">
                <adec:decorative xmlns:adec="http://schemas.microsoft.com/office/drawing/2017/decorative" val="1"/>
              </a:ext>
            </a:extLst>
          </p:cNvPr>
          <p:cNvSpPr/>
          <p:nvPr>
            <p:custDataLst>
              <p:tags r:id="rId707"/>
            </p:custDataLst>
          </p:nvPr>
        </p:nvSpPr>
        <p:spPr>
          <a:xfrm>
            <a:off x="89789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8" name="Rectangle 707">
            <a:extLst>
              <a:ext uri="{FF2B5EF4-FFF2-40B4-BE49-F238E27FC236}">
                <a16:creationId xmlns:a16="http://schemas.microsoft.com/office/drawing/2014/main" id="{4DF86F14-DFAC-4FBB-A7FD-749CD5616C85}"/>
              </a:ext>
              <a:ext uri="{C183D7F6-B498-43B3-948B-1728B52AA6E4}">
                <adec:decorative xmlns:adec="http://schemas.microsoft.com/office/drawing/2017/decorative" val="1"/>
              </a:ext>
            </a:extLst>
          </p:cNvPr>
          <p:cNvSpPr/>
          <p:nvPr>
            <p:custDataLst>
              <p:tags r:id="rId708"/>
            </p:custDataLst>
          </p:nvPr>
        </p:nvSpPr>
        <p:spPr>
          <a:xfrm>
            <a:off x="90678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09" name="Rectangle 708">
            <a:extLst>
              <a:ext uri="{FF2B5EF4-FFF2-40B4-BE49-F238E27FC236}">
                <a16:creationId xmlns:a16="http://schemas.microsoft.com/office/drawing/2014/main" id="{69D4C16D-8CCE-4A49-AA09-F3A0DD0094D5}"/>
              </a:ext>
              <a:ext uri="{C183D7F6-B498-43B3-948B-1728B52AA6E4}">
                <adec:decorative xmlns:adec="http://schemas.microsoft.com/office/drawing/2017/decorative" val="1"/>
              </a:ext>
            </a:extLst>
          </p:cNvPr>
          <p:cNvSpPr/>
          <p:nvPr>
            <p:custDataLst>
              <p:tags r:id="rId709"/>
            </p:custDataLst>
          </p:nvPr>
        </p:nvSpPr>
        <p:spPr>
          <a:xfrm>
            <a:off x="91567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0" name="Rectangle 709">
            <a:extLst>
              <a:ext uri="{FF2B5EF4-FFF2-40B4-BE49-F238E27FC236}">
                <a16:creationId xmlns:a16="http://schemas.microsoft.com/office/drawing/2014/main" id="{467E8E28-7C83-4971-9FDB-BF329656BEDC}"/>
              </a:ext>
              <a:ext uri="{C183D7F6-B498-43B3-948B-1728B52AA6E4}">
                <adec:decorative xmlns:adec="http://schemas.microsoft.com/office/drawing/2017/decorative" val="1"/>
              </a:ext>
            </a:extLst>
          </p:cNvPr>
          <p:cNvSpPr/>
          <p:nvPr>
            <p:custDataLst>
              <p:tags r:id="rId710"/>
            </p:custDataLst>
          </p:nvPr>
        </p:nvSpPr>
        <p:spPr>
          <a:xfrm>
            <a:off x="92456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1" name="Rectangle 710">
            <a:extLst>
              <a:ext uri="{FF2B5EF4-FFF2-40B4-BE49-F238E27FC236}">
                <a16:creationId xmlns:a16="http://schemas.microsoft.com/office/drawing/2014/main" id="{5FFC2710-2580-48F6-A314-A81231B5C1DC}"/>
              </a:ext>
              <a:ext uri="{C183D7F6-B498-43B3-948B-1728B52AA6E4}">
                <adec:decorative xmlns:adec="http://schemas.microsoft.com/office/drawing/2017/decorative" val="1"/>
              </a:ext>
            </a:extLst>
          </p:cNvPr>
          <p:cNvSpPr/>
          <p:nvPr>
            <p:custDataLst>
              <p:tags r:id="rId711"/>
            </p:custDataLst>
          </p:nvPr>
        </p:nvSpPr>
        <p:spPr>
          <a:xfrm>
            <a:off x="93345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2" name="Rectangle 711">
            <a:extLst>
              <a:ext uri="{FF2B5EF4-FFF2-40B4-BE49-F238E27FC236}">
                <a16:creationId xmlns:a16="http://schemas.microsoft.com/office/drawing/2014/main" id="{DC0FD7C4-2877-4AD1-8F16-287B9B147BA8}"/>
              </a:ext>
              <a:ext uri="{C183D7F6-B498-43B3-948B-1728B52AA6E4}">
                <adec:decorative xmlns:adec="http://schemas.microsoft.com/office/drawing/2017/decorative" val="1"/>
              </a:ext>
            </a:extLst>
          </p:cNvPr>
          <p:cNvSpPr/>
          <p:nvPr>
            <p:custDataLst>
              <p:tags r:id="rId712"/>
            </p:custDataLst>
          </p:nvPr>
        </p:nvSpPr>
        <p:spPr>
          <a:xfrm>
            <a:off x="94234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3" name="Rectangle 712">
            <a:extLst>
              <a:ext uri="{FF2B5EF4-FFF2-40B4-BE49-F238E27FC236}">
                <a16:creationId xmlns:a16="http://schemas.microsoft.com/office/drawing/2014/main" id="{69A3730E-0B1E-4D03-B557-34AE309968F6}"/>
              </a:ext>
              <a:ext uri="{C183D7F6-B498-43B3-948B-1728B52AA6E4}">
                <adec:decorative xmlns:adec="http://schemas.microsoft.com/office/drawing/2017/decorative" val="1"/>
              </a:ext>
            </a:extLst>
          </p:cNvPr>
          <p:cNvSpPr/>
          <p:nvPr>
            <p:custDataLst>
              <p:tags r:id="rId713"/>
            </p:custDataLst>
          </p:nvPr>
        </p:nvSpPr>
        <p:spPr>
          <a:xfrm>
            <a:off x="95123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4" name="Rectangle 713">
            <a:extLst>
              <a:ext uri="{FF2B5EF4-FFF2-40B4-BE49-F238E27FC236}">
                <a16:creationId xmlns:a16="http://schemas.microsoft.com/office/drawing/2014/main" id="{D3944EB2-E839-45D4-BB41-0269EF10E366}"/>
              </a:ext>
              <a:ext uri="{C183D7F6-B498-43B3-948B-1728B52AA6E4}">
                <adec:decorative xmlns:adec="http://schemas.microsoft.com/office/drawing/2017/decorative" val="1"/>
              </a:ext>
            </a:extLst>
          </p:cNvPr>
          <p:cNvSpPr/>
          <p:nvPr>
            <p:custDataLst>
              <p:tags r:id="rId714"/>
            </p:custDataLst>
          </p:nvPr>
        </p:nvSpPr>
        <p:spPr>
          <a:xfrm>
            <a:off x="96012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5" name="Rectangle 714">
            <a:extLst>
              <a:ext uri="{FF2B5EF4-FFF2-40B4-BE49-F238E27FC236}">
                <a16:creationId xmlns:a16="http://schemas.microsoft.com/office/drawing/2014/main" id="{E83DC48E-8444-4317-95F6-8D8A0586BB23}"/>
              </a:ext>
              <a:ext uri="{C183D7F6-B498-43B3-948B-1728B52AA6E4}">
                <adec:decorative xmlns:adec="http://schemas.microsoft.com/office/drawing/2017/decorative" val="1"/>
              </a:ext>
            </a:extLst>
          </p:cNvPr>
          <p:cNvSpPr/>
          <p:nvPr>
            <p:custDataLst>
              <p:tags r:id="rId715"/>
            </p:custDataLst>
          </p:nvPr>
        </p:nvSpPr>
        <p:spPr>
          <a:xfrm>
            <a:off x="96901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6" name="Rectangle 715">
            <a:extLst>
              <a:ext uri="{FF2B5EF4-FFF2-40B4-BE49-F238E27FC236}">
                <a16:creationId xmlns:a16="http://schemas.microsoft.com/office/drawing/2014/main" id="{6E2822CE-E2A2-4B11-83B7-2D8394CBBD2C}"/>
              </a:ext>
              <a:ext uri="{C183D7F6-B498-43B3-948B-1728B52AA6E4}">
                <adec:decorative xmlns:adec="http://schemas.microsoft.com/office/drawing/2017/decorative" val="1"/>
              </a:ext>
            </a:extLst>
          </p:cNvPr>
          <p:cNvSpPr/>
          <p:nvPr>
            <p:custDataLst>
              <p:tags r:id="rId716"/>
            </p:custDataLst>
          </p:nvPr>
        </p:nvSpPr>
        <p:spPr>
          <a:xfrm>
            <a:off x="97790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7" name="Rectangle 716">
            <a:extLst>
              <a:ext uri="{FF2B5EF4-FFF2-40B4-BE49-F238E27FC236}">
                <a16:creationId xmlns:a16="http://schemas.microsoft.com/office/drawing/2014/main" id="{C9FDBB4D-0020-4E95-8CA1-D487F52018CD}"/>
              </a:ext>
              <a:ext uri="{C183D7F6-B498-43B3-948B-1728B52AA6E4}">
                <adec:decorative xmlns:adec="http://schemas.microsoft.com/office/drawing/2017/decorative" val="1"/>
              </a:ext>
            </a:extLst>
          </p:cNvPr>
          <p:cNvSpPr/>
          <p:nvPr>
            <p:custDataLst>
              <p:tags r:id="rId717"/>
            </p:custDataLst>
          </p:nvPr>
        </p:nvSpPr>
        <p:spPr>
          <a:xfrm>
            <a:off x="98679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8" name="Rectangle 717">
            <a:extLst>
              <a:ext uri="{FF2B5EF4-FFF2-40B4-BE49-F238E27FC236}">
                <a16:creationId xmlns:a16="http://schemas.microsoft.com/office/drawing/2014/main" id="{6B0AC81C-5ABA-4732-B746-9CBC32FD0775}"/>
              </a:ext>
              <a:ext uri="{C183D7F6-B498-43B3-948B-1728B52AA6E4}">
                <adec:decorative xmlns:adec="http://schemas.microsoft.com/office/drawing/2017/decorative" val="1"/>
              </a:ext>
            </a:extLst>
          </p:cNvPr>
          <p:cNvSpPr/>
          <p:nvPr>
            <p:custDataLst>
              <p:tags r:id="rId718"/>
            </p:custDataLst>
          </p:nvPr>
        </p:nvSpPr>
        <p:spPr>
          <a:xfrm>
            <a:off x="99568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19" name="Rectangle 718">
            <a:extLst>
              <a:ext uri="{FF2B5EF4-FFF2-40B4-BE49-F238E27FC236}">
                <a16:creationId xmlns:a16="http://schemas.microsoft.com/office/drawing/2014/main" id="{C0D511E3-843C-4A73-BE71-82F99EA97B6F}"/>
              </a:ext>
              <a:ext uri="{C183D7F6-B498-43B3-948B-1728B52AA6E4}">
                <adec:decorative xmlns:adec="http://schemas.microsoft.com/office/drawing/2017/decorative" val="1"/>
              </a:ext>
            </a:extLst>
          </p:cNvPr>
          <p:cNvSpPr/>
          <p:nvPr>
            <p:custDataLst>
              <p:tags r:id="rId719"/>
            </p:custDataLst>
          </p:nvPr>
        </p:nvSpPr>
        <p:spPr>
          <a:xfrm>
            <a:off x="100457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0" name="Rectangle 719">
            <a:extLst>
              <a:ext uri="{FF2B5EF4-FFF2-40B4-BE49-F238E27FC236}">
                <a16:creationId xmlns:a16="http://schemas.microsoft.com/office/drawing/2014/main" id="{D1C6A093-AA39-4EE5-AB3B-FDE0BD3BE877}"/>
              </a:ext>
              <a:ext uri="{C183D7F6-B498-43B3-948B-1728B52AA6E4}">
                <adec:decorative xmlns:adec="http://schemas.microsoft.com/office/drawing/2017/decorative" val="1"/>
              </a:ext>
            </a:extLst>
          </p:cNvPr>
          <p:cNvSpPr/>
          <p:nvPr>
            <p:custDataLst>
              <p:tags r:id="rId720"/>
            </p:custDataLst>
          </p:nvPr>
        </p:nvSpPr>
        <p:spPr>
          <a:xfrm>
            <a:off x="101346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1" name="Rectangle 720">
            <a:extLst>
              <a:ext uri="{FF2B5EF4-FFF2-40B4-BE49-F238E27FC236}">
                <a16:creationId xmlns:a16="http://schemas.microsoft.com/office/drawing/2014/main" id="{81D57076-3ED3-487F-B188-909707E037D2}"/>
              </a:ext>
              <a:ext uri="{C183D7F6-B498-43B3-948B-1728B52AA6E4}">
                <adec:decorative xmlns:adec="http://schemas.microsoft.com/office/drawing/2017/decorative" val="1"/>
              </a:ext>
            </a:extLst>
          </p:cNvPr>
          <p:cNvSpPr/>
          <p:nvPr>
            <p:custDataLst>
              <p:tags r:id="rId721"/>
            </p:custDataLst>
          </p:nvPr>
        </p:nvSpPr>
        <p:spPr>
          <a:xfrm>
            <a:off x="102235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2" name="Rectangle 721">
            <a:extLst>
              <a:ext uri="{FF2B5EF4-FFF2-40B4-BE49-F238E27FC236}">
                <a16:creationId xmlns:a16="http://schemas.microsoft.com/office/drawing/2014/main" id="{4D5E28F4-BFB9-423D-98AC-40314D22F66B}"/>
              </a:ext>
              <a:ext uri="{C183D7F6-B498-43B3-948B-1728B52AA6E4}">
                <adec:decorative xmlns:adec="http://schemas.microsoft.com/office/drawing/2017/decorative" val="1"/>
              </a:ext>
            </a:extLst>
          </p:cNvPr>
          <p:cNvSpPr/>
          <p:nvPr>
            <p:custDataLst>
              <p:tags r:id="rId722"/>
            </p:custDataLst>
          </p:nvPr>
        </p:nvSpPr>
        <p:spPr>
          <a:xfrm>
            <a:off x="103124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3" name="Rectangle 722">
            <a:extLst>
              <a:ext uri="{FF2B5EF4-FFF2-40B4-BE49-F238E27FC236}">
                <a16:creationId xmlns:a16="http://schemas.microsoft.com/office/drawing/2014/main" id="{699633D2-9DB3-4597-BA37-B1643693806C}"/>
              </a:ext>
              <a:ext uri="{C183D7F6-B498-43B3-948B-1728B52AA6E4}">
                <adec:decorative xmlns:adec="http://schemas.microsoft.com/office/drawing/2017/decorative" val="1"/>
              </a:ext>
            </a:extLst>
          </p:cNvPr>
          <p:cNvSpPr/>
          <p:nvPr>
            <p:custDataLst>
              <p:tags r:id="rId723"/>
            </p:custDataLst>
          </p:nvPr>
        </p:nvSpPr>
        <p:spPr>
          <a:xfrm>
            <a:off x="104013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4" name="Rectangle 723">
            <a:extLst>
              <a:ext uri="{FF2B5EF4-FFF2-40B4-BE49-F238E27FC236}">
                <a16:creationId xmlns:a16="http://schemas.microsoft.com/office/drawing/2014/main" id="{F13E579F-3F5A-4AB3-973F-D7D6A674921C}"/>
              </a:ext>
              <a:ext uri="{C183D7F6-B498-43B3-948B-1728B52AA6E4}">
                <adec:decorative xmlns:adec="http://schemas.microsoft.com/office/drawing/2017/decorative" val="1"/>
              </a:ext>
            </a:extLst>
          </p:cNvPr>
          <p:cNvSpPr/>
          <p:nvPr>
            <p:custDataLst>
              <p:tags r:id="rId724"/>
            </p:custDataLst>
          </p:nvPr>
        </p:nvSpPr>
        <p:spPr>
          <a:xfrm>
            <a:off x="10490200" y="4170679"/>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5" name="Rectangle 724">
            <a:extLst>
              <a:ext uri="{FF2B5EF4-FFF2-40B4-BE49-F238E27FC236}">
                <a16:creationId xmlns:a16="http://schemas.microsoft.com/office/drawing/2014/main" id="{B84C1578-8F3F-4C06-8F0A-03E48DAEB76A}"/>
              </a:ext>
              <a:ext uri="{C183D7F6-B498-43B3-948B-1728B52AA6E4}">
                <adec:decorative xmlns:adec="http://schemas.microsoft.com/office/drawing/2017/decorative" val="1"/>
              </a:ext>
            </a:extLst>
          </p:cNvPr>
          <p:cNvSpPr/>
          <p:nvPr>
            <p:custDataLst>
              <p:tags r:id="rId725"/>
            </p:custDataLst>
          </p:nvPr>
        </p:nvSpPr>
        <p:spPr>
          <a:xfrm>
            <a:off x="10579100" y="4170679"/>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6" name="Rectangle 725">
            <a:extLst>
              <a:ext uri="{FF2B5EF4-FFF2-40B4-BE49-F238E27FC236}">
                <a16:creationId xmlns:a16="http://schemas.microsoft.com/office/drawing/2014/main" id="{03ABEBB6-F498-4CB1-AF7A-BD5E373A189E}"/>
              </a:ext>
              <a:ext uri="{C183D7F6-B498-43B3-948B-1728B52AA6E4}">
                <adec:decorative xmlns:adec="http://schemas.microsoft.com/office/drawing/2017/decorative" val="1"/>
              </a:ext>
            </a:extLst>
          </p:cNvPr>
          <p:cNvSpPr/>
          <p:nvPr>
            <p:custDataLst>
              <p:tags r:id="rId726"/>
            </p:custDataLst>
          </p:nvPr>
        </p:nvSpPr>
        <p:spPr>
          <a:xfrm>
            <a:off x="81788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7" name="Rectangle 726">
            <a:extLst>
              <a:ext uri="{FF2B5EF4-FFF2-40B4-BE49-F238E27FC236}">
                <a16:creationId xmlns:a16="http://schemas.microsoft.com/office/drawing/2014/main" id="{2933A865-6791-4C40-B683-3A5AAE219B94}"/>
              </a:ext>
              <a:ext uri="{C183D7F6-B498-43B3-948B-1728B52AA6E4}">
                <adec:decorative xmlns:adec="http://schemas.microsoft.com/office/drawing/2017/decorative" val="1"/>
              </a:ext>
            </a:extLst>
          </p:cNvPr>
          <p:cNvSpPr/>
          <p:nvPr>
            <p:custDataLst>
              <p:tags r:id="rId727"/>
            </p:custDataLst>
          </p:nvPr>
        </p:nvSpPr>
        <p:spPr>
          <a:xfrm>
            <a:off x="82677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8" name="Rectangle 727">
            <a:extLst>
              <a:ext uri="{FF2B5EF4-FFF2-40B4-BE49-F238E27FC236}">
                <a16:creationId xmlns:a16="http://schemas.microsoft.com/office/drawing/2014/main" id="{AF455742-F2FD-4033-BA8F-763F882166F2}"/>
              </a:ext>
              <a:ext uri="{C183D7F6-B498-43B3-948B-1728B52AA6E4}">
                <adec:decorative xmlns:adec="http://schemas.microsoft.com/office/drawing/2017/decorative" val="1"/>
              </a:ext>
            </a:extLst>
          </p:cNvPr>
          <p:cNvSpPr/>
          <p:nvPr>
            <p:custDataLst>
              <p:tags r:id="rId728"/>
            </p:custDataLst>
          </p:nvPr>
        </p:nvSpPr>
        <p:spPr>
          <a:xfrm>
            <a:off x="83566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29" name="Rectangle 728">
            <a:extLst>
              <a:ext uri="{FF2B5EF4-FFF2-40B4-BE49-F238E27FC236}">
                <a16:creationId xmlns:a16="http://schemas.microsoft.com/office/drawing/2014/main" id="{9B02F13D-F686-4342-BAB2-72B8A51FDC6D}"/>
              </a:ext>
              <a:ext uri="{C183D7F6-B498-43B3-948B-1728B52AA6E4}">
                <adec:decorative xmlns:adec="http://schemas.microsoft.com/office/drawing/2017/decorative" val="1"/>
              </a:ext>
            </a:extLst>
          </p:cNvPr>
          <p:cNvSpPr/>
          <p:nvPr>
            <p:custDataLst>
              <p:tags r:id="rId729"/>
            </p:custDataLst>
          </p:nvPr>
        </p:nvSpPr>
        <p:spPr>
          <a:xfrm>
            <a:off x="84455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0" name="Rectangle 729">
            <a:extLst>
              <a:ext uri="{FF2B5EF4-FFF2-40B4-BE49-F238E27FC236}">
                <a16:creationId xmlns:a16="http://schemas.microsoft.com/office/drawing/2014/main" id="{7048532F-0124-4452-ACC6-44860A4FA182}"/>
              </a:ext>
              <a:ext uri="{C183D7F6-B498-43B3-948B-1728B52AA6E4}">
                <adec:decorative xmlns:adec="http://schemas.microsoft.com/office/drawing/2017/decorative" val="1"/>
              </a:ext>
            </a:extLst>
          </p:cNvPr>
          <p:cNvSpPr/>
          <p:nvPr>
            <p:custDataLst>
              <p:tags r:id="rId730"/>
            </p:custDataLst>
          </p:nvPr>
        </p:nvSpPr>
        <p:spPr>
          <a:xfrm>
            <a:off x="85344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1" name="Rectangle 730">
            <a:extLst>
              <a:ext uri="{FF2B5EF4-FFF2-40B4-BE49-F238E27FC236}">
                <a16:creationId xmlns:a16="http://schemas.microsoft.com/office/drawing/2014/main" id="{1710E096-5DDE-437E-884B-652E6596617C}"/>
              </a:ext>
              <a:ext uri="{C183D7F6-B498-43B3-948B-1728B52AA6E4}">
                <adec:decorative xmlns:adec="http://schemas.microsoft.com/office/drawing/2017/decorative" val="1"/>
              </a:ext>
            </a:extLst>
          </p:cNvPr>
          <p:cNvSpPr/>
          <p:nvPr>
            <p:custDataLst>
              <p:tags r:id="rId731"/>
            </p:custDataLst>
          </p:nvPr>
        </p:nvSpPr>
        <p:spPr>
          <a:xfrm>
            <a:off x="86233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2" name="Rectangle 731">
            <a:extLst>
              <a:ext uri="{FF2B5EF4-FFF2-40B4-BE49-F238E27FC236}">
                <a16:creationId xmlns:a16="http://schemas.microsoft.com/office/drawing/2014/main" id="{DE2D7A1F-A0F3-4182-9A56-BBD84FA917F1}"/>
              </a:ext>
              <a:ext uri="{C183D7F6-B498-43B3-948B-1728B52AA6E4}">
                <adec:decorative xmlns:adec="http://schemas.microsoft.com/office/drawing/2017/decorative" val="1"/>
              </a:ext>
            </a:extLst>
          </p:cNvPr>
          <p:cNvSpPr/>
          <p:nvPr>
            <p:custDataLst>
              <p:tags r:id="rId732"/>
            </p:custDataLst>
          </p:nvPr>
        </p:nvSpPr>
        <p:spPr>
          <a:xfrm>
            <a:off x="87122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3" name="Rectangle 732">
            <a:extLst>
              <a:ext uri="{FF2B5EF4-FFF2-40B4-BE49-F238E27FC236}">
                <a16:creationId xmlns:a16="http://schemas.microsoft.com/office/drawing/2014/main" id="{A79FEB42-9784-4374-A472-D54FD80298A6}"/>
              </a:ext>
              <a:ext uri="{C183D7F6-B498-43B3-948B-1728B52AA6E4}">
                <adec:decorative xmlns:adec="http://schemas.microsoft.com/office/drawing/2017/decorative" val="1"/>
              </a:ext>
            </a:extLst>
          </p:cNvPr>
          <p:cNvSpPr/>
          <p:nvPr>
            <p:custDataLst>
              <p:tags r:id="rId733"/>
            </p:custDataLst>
          </p:nvPr>
        </p:nvSpPr>
        <p:spPr>
          <a:xfrm>
            <a:off x="88011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4" name="Rectangle 733">
            <a:extLst>
              <a:ext uri="{FF2B5EF4-FFF2-40B4-BE49-F238E27FC236}">
                <a16:creationId xmlns:a16="http://schemas.microsoft.com/office/drawing/2014/main" id="{F550666E-1DDF-4C87-8E59-E24988425555}"/>
              </a:ext>
              <a:ext uri="{C183D7F6-B498-43B3-948B-1728B52AA6E4}">
                <adec:decorative xmlns:adec="http://schemas.microsoft.com/office/drawing/2017/decorative" val="1"/>
              </a:ext>
            </a:extLst>
          </p:cNvPr>
          <p:cNvSpPr/>
          <p:nvPr>
            <p:custDataLst>
              <p:tags r:id="rId734"/>
            </p:custDataLst>
          </p:nvPr>
        </p:nvSpPr>
        <p:spPr>
          <a:xfrm>
            <a:off x="88900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5" name="Rectangle 734">
            <a:extLst>
              <a:ext uri="{FF2B5EF4-FFF2-40B4-BE49-F238E27FC236}">
                <a16:creationId xmlns:a16="http://schemas.microsoft.com/office/drawing/2014/main" id="{4CF381B9-E46A-49D2-998A-3414992AC8F0}"/>
              </a:ext>
              <a:ext uri="{C183D7F6-B498-43B3-948B-1728B52AA6E4}">
                <adec:decorative xmlns:adec="http://schemas.microsoft.com/office/drawing/2017/decorative" val="1"/>
              </a:ext>
            </a:extLst>
          </p:cNvPr>
          <p:cNvSpPr/>
          <p:nvPr>
            <p:custDataLst>
              <p:tags r:id="rId735"/>
            </p:custDataLst>
          </p:nvPr>
        </p:nvSpPr>
        <p:spPr>
          <a:xfrm>
            <a:off x="89789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6" name="Rectangle 735">
            <a:extLst>
              <a:ext uri="{FF2B5EF4-FFF2-40B4-BE49-F238E27FC236}">
                <a16:creationId xmlns:a16="http://schemas.microsoft.com/office/drawing/2014/main" id="{CE87F26E-C07C-41FD-9840-DD2243B9B1F8}"/>
              </a:ext>
              <a:ext uri="{C183D7F6-B498-43B3-948B-1728B52AA6E4}">
                <adec:decorative xmlns:adec="http://schemas.microsoft.com/office/drawing/2017/decorative" val="1"/>
              </a:ext>
            </a:extLst>
          </p:cNvPr>
          <p:cNvSpPr/>
          <p:nvPr>
            <p:custDataLst>
              <p:tags r:id="rId736"/>
            </p:custDataLst>
          </p:nvPr>
        </p:nvSpPr>
        <p:spPr>
          <a:xfrm>
            <a:off x="90678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7" name="Rectangle 736">
            <a:extLst>
              <a:ext uri="{FF2B5EF4-FFF2-40B4-BE49-F238E27FC236}">
                <a16:creationId xmlns:a16="http://schemas.microsoft.com/office/drawing/2014/main" id="{FC2F2554-21E8-480D-A067-8CE40D0EBD7D}"/>
              </a:ext>
              <a:ext uri="{C183D7F6-B498-43B3-948B-1728B52AA6E4}">
                <adec:decorative xmlns:adec="http://schemas.microsoft.com/office/drawing/2017/decorative" val="1"/>
              </a:ext>
            </a:extLst>
          </p:cNvPr>
          <p:cNvSpPr/>
          <p:nvPr>
            <p:custDataLst>
              <p:tags r:id="rId737"/>
            </p:custDataLst>
          </p:nvPr>
        </p:nvSpPr>
        <p:spPr>
          <a:xfrm>
            <a:off x="91567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8" name="Rectangle 737">
            <a:extLst>
              <a:ext uri="{FF2B5EF4-FFF2-40B4-BE49-F238E27FC236}">
                <a16:creationId xmlns:a16="http://schemas.microsoft.com/office/drawing/2014/main" id="{684583A0-F082-4474-9D9F-A53387CA1059}"/>
              </a:ext>
              <a:ext uri="{C183D7F6-B498-43B3-948B-1728B52AA6E4}">
                <adec:decorative xmlns:adec="http://schemas.microsoft.com/office/drawing/2017/decorative" val="1"/>
              </a:ext>
            </a:extLst>
          </p:cNvPr>
          <p:cNvSpPr/>
          <p:nvPr>
            <p:custDataLst>
              <p:tags r:id="rId738"/>
            </p:custDataLst>
          </p:nvPr>
        </p:nvSpPr>
        <p:spPr>
          <a:xfrm>
            <a:off x="92456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39" name="Rectangle 738">
            <a:extLst>
              <a:ext uri="{FF2B5EF4-FFF2-40B4-BE49-F238E27FC236}">
                <a16:creationId xmlns:a16="http://schemas.microsoft.com/office/drawing/2014/main" id="{B4011A5D-69FA-47E6-98A5-9B37C80232DA}"/>
              </a:ext>
              <a:ext uri="{C183D7F6-B498-43B3-948B-1728B52AA6E4}">
                <adec:decorative xmlns:adec="http://schemas.microsoft.com/office/drawing/2017/decorative" val="1"/>
              </a:ext>
            </a:extLst>
          </p:cNvPr>
          <p:cNvSpPr/>
          <p:nvPr>
            <p:custDataLst>
              <p:tags r:id="rId739"/>
            </p:custDataLst>
          </p:nvPr>
        </p:nvSpPr>
        <p:spPr>
          <a:xfrm>
            <a:off x="93345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0" name="Rectangle 739">
            <a:extLst>
              <a:ext uri="{FF2B5EF4-FFF2-40B4-BE49-F238E27FC236}">
                <a16:creationId xmlns:a16="http://schemas.microsoft.com/office/drawing/2014/main" id="{EF3A15DC-39A6-4673-B2EF-CCD4A397C3A3}"/>
              </a:ext>
              <a:ext uri="{C183D7F6-B498-43B3-948B-1728B52AA6E4}">
                <adec:decorative xmlns:adec="http://schemas.microsoft.com/office/drawing/2017/decorative" val="1"/>
              </a:ext>
            </a:extLst>
          </p:cNvPr>
          <p:cNvSpPr/>
          <p:nvPr>
            <p:custDataLst>
              <p:tags r:id="rId740"/>
            </p:custDataLst>
          </p:nvPr>
        </p:nvSpPr>
        <p:spPr>
          <a:xfrm>
            <a:off x="94234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1" name="Rectangle 740">
            <a:extLst>
              <a:ext uri="{FF2B5EF4-FFF2-40B4-BE49-F238E27FC236}">
                <a16:creationId xmlns:a16="http://schemas.microsoft.com/office/drawing/2014/main" id="{3B8BE501-FD9D-4903-9A92-5603859F46AF}"/>
              </a:ext>
              <a:ext uri="{C183D7F6-B498-43B3-948B-1728B52AA6E4}">
                <adec:decorative xmlns:adec="http://schemas.microsoft.com/office/drawing/2017/decorative" val="1"/>
              </a:ext>
            </a:extLst>
          </p:cNvPr>
          <p:cNvSpPr/>
          <p:nvPr>
            <p:custDataLst>
              <p:tags r:id="rId741"/>
            </p:custDataLst>
          </p:nvPr>
        </p:nvSpPr>
        <p:spPr>
          <a:xfrm>
            <a:off x="95123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2" name="Rectangle 741">
            <a:extLst>
              <a:ext uri="{FF2B5EF4-FFF2-40B4-BE49-F238E27FC236}">
                <a16:creationId xmlns:a16="http://schemas.microsoft.com/office/drawing/2014/main" id="{391317BC-28BB-4565-A024-FA3DA66A08BA}"/>
              </a:ext>
              <a:ext uri="{C183D7F6-B498-43B3-948B-1728B52AA6E4}">
                <adec:decorative xmlns:adec="http://schemas.microsoft.com/office/drawing/2017/decorative" val="1"/>
              </a:ext>
            </a:extLst>
          </p:cNvPr>
          <p:cNvSpPr/>
          <p:nvPr>
            <p:custDataLst>
              <p:tags r:id="rId742"/>
            </p:custDataLst>
          </p:nvPr>
        </p:nvSpPr>
        <p:spPr>
          <a:xfrm>
            <a:off x="96012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3" name="Rectangle 742">
            <a:extLst>
              <a:ext uri="{FF2B5EF4-FFF2-40B4-BE49-F238E27FC236}">
                <a16:creationId xmlns:a16="http://schemas.microsoft.com/office/drawing/2014/main" id="{EC5F34C0-5DF0-4EFC-9FED-16F4A1E784DC}"/>
              </a:ext>
              <a:ext uri="{C183D7F6-B498-43B3-948B-1728B52AA6E4}">
                <adec:decorative xmlns:adec="http://schemas.microsoft.com/office/drawing/2017/decorative" val="1"/>
              </a:ext>
            </a:extLst>
          </p:cNvPr>
          <p:cNvSpPr/>
          <p:nvPr>
            <p:custDataLst>
              <p:tags r:id="rId743"/>
            </p:custDataLst>
          </p:nvPr>
        </p:nvSpPr>
        <p:spPr>
          <a:xfrm>
            <a:off x="96901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4" name="Rectangle 743">
            <a:extLst>
              <a:ext uri="{FF2B5EF4-FFF2-40B4-BE49-F238E27FC236}">
                <a16:creationId xmlns:a16="http://schemas.microsoft.com/office/drawing/2014/main" id="{69FF247A-4FF8-47C8-A636-5320E8E95DD3}"/>
              </a:ext>
              <a:ext uri="{C183D7F6-B498-43B3-948B-1728B52AA6E4}">
                <adec:decorative xmlns:adec="http://schemas.microsoft.com/office/drawing/2017/decorative" val="1"/>
              </a:ext>
            </a:extLst>
          </p:cNvPr>
          <p:cNvSpPr/>
          <p:nvPr>
            <p:custDataLst>
              <p:tags r:id="rId744"/>
            </p:custDataLst>
          </p:nvPr>
        </p:nvSpPr>
        <p:spPr>
          <a:xfrm>
            <a:off x="97790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5" name="Rectangle 744">
            <a:extLst>
              <a:ext uri="{FF2B5EF4-FFF2-40B4-BE49-F238E27FC236}">
                <a16:creationId xmlns:a16="http://schemas.microsoft.com/office/drawing/2014/main" id="{47EA7BA8-25D9-4E8E-AFF4-C3BAEFC24C57}"/>
              </a:ext>
              <a:ext uri="{C183D7F6-B498-43B3-948B-1728B52AA6E4}">
                <adec:decorative xmlns:adec="http://schemas.microsoft.com/office/drawing/2017/decorative" val="1"/>
              </a:ext>
            </a:extLst>
          </p:cNvPr>
          <p:cNvSpPr/>
          <p:nvPr>
            <p:custDataLst>
              <p:tags r:id="rId745"/>
            </p:custDataLst>
          </p:nvPr>
        </p:nvSpPr>
        <p:spPr>
          <a:xfrm>
            <a:off x="98679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6" name="Rectangle 745">
            <a:extLst>
              <a:ext uri="{FF2B5EF4-FFF2-40B4-BE49-F238E27FC236}">
                <a16:creationId xmlns:a16="http://schemas.microsoft.com/office/drawing/2014/main" id="{E02C1182-C4F5-4061-BBC3-0C5B5C7CBF59}"/>
              </a:ext>
              <a:ext uri="{C183D7F6-B498-43B3-948B-1728B52AA6E4}">
                <adec:decorative xmlns:adec="http://schemas.microsoft.com/office/drawing/2017/decorative" val="1"/>
              </a:ext>
            </a:extLst>
          </p:cNvPr>
          <p:cNvSpPr/>
          <p:nvPr>
            <p:custDataLst>
              <p:tags r:id="rId746"/>
            </p:custDataLst>
          </p:nvPr>
        </p:nvSpPr>
        <p:spPr>
          <a:xfrm>
            <a:off x="99568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7" name="Rectangle 746">
            <a:extLst>
              <a:ext uri="{FF2B5EF4-FFF2-40B4-BE49-F238E27FC236}">
                <a16:creationId xmlns:a16="http://schemas.microsoft.com/office/drawing/2014/main" id="{68D2F4AB-0734-442E-BD50-8C9BE927B1D4}"/>
              </a:ext>
              <a:ext uri="{C183D7F6-B498-43B3-948B-1728B52AA6E4}">
                <adec:decorative xmlns:adec="http://schemas.microsoft.com/office/drawing/2017/decorative" val="1"/>
              </a:ext>
            </a:extLst>
          </p:cNvPr>
          <p:cNvSpPr/>
          <p:nvPr>
            <p:custDataLst>
              <p:tags r:id="rId747"/>
            </p:custDataLst>
          </p:nvPr>
        </p:nvSpPr>
        <p:spPr>
          <a:xfrm>
            <a:off x="100457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8" name="Rectangle 747">
            <a:extLst>
              <a:ext uri="{FF2B5EF4-FFF2-40B4-BE49-F238E27FC236}">
                <a16:creationId xmlns:a16="http://schemas.microsoft.com/office/drawing/2014/main" id="{8EAB2E83-7938-4C53-84C9-D60CD0E32E6A}"/>
              </a:ext>
              <a:ext uri="{C183D7F6-B498-43B3-948B-1728B52AA6E4}">
                <adec:decorative xmlns:adec="http://schemas.microsoft.com/office/drawing/2017/decorative" val="1"/>
              </a:ext>
            </a:extLst>
          </p:cNvPr>
          <p:cNvSpPr/>
          <p:nvPr>
            <p:custDataLst>
              <p:tags r:id="rId748"/>
            </p:custDataLst>
          </p:nvPr>
        </p:nvSpPr>
        <p:spPr>
          <a:xfrm>
            <a:off x="101346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49" name="Rectangle 748">
            <a:extLst>
              <a:ext uri="{FF2B5EF4-FFF2-40B4-BE49-F238E27FC236}">
                <a16:creationId xmlns:a16="http://schemas.microsoft.com/office/drawing/2014/main" id="{CEFE3E54-6613-4EE1-B7B1-E8B44867C915}"/>
              </a:ext>
              <a:ext uri="{C183D7F6-B498-43B3-948B-1728B52AA6E4}">
                <adec:decorative xmlns:adec="http://schemas.microsoft.com/office/drawing/2017/decorative" val="1"/>
              </a:ext>
            </a:extLst>
          </p:cNvPr>
          <p:cNvSpPr/>
          <p:nvPr>
            <p:custDataLst>
              <p:tags r:id="rId749"/>
            </p:custDataLst>
          </p:nvPr>
        </p:nvSpPr>
        <p:spPr>
          <a:xfrm>
            <a:off x="102235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0" name="Rectangle 749">
            <a:extLst>
              <a:ext uri="{FF2B5EF4-FFF2-40B4-BE49-F238E27FC236}">
                <a16:creationId xmlns:a16="http://schemas.microsoft.com/office/drawing/2014/main" id="{19D00EE6-F37D-4A24-BCAE-1C3E1C31B4A6}"/>
              </a:ext>
              <a:ext uri="{C183D7F6-B498-43B3-948B-1728B52AA6E4}">
                <adec:decorative xmlns:adec="http://schemas.microsoft.com/office/drawing/2017/decorative" val="1"/>
              </a:ext>
            </a:extLst>
          </p:cNvPr>
          <p:cNvSpPr/>
          <p:nvPr>
            <p:custDataLst>
              <p:tags r:id="rId750"/>
            </p:custDataLst>
          </p:nvPr>
        </p:nvSpPr>
        <p:spPr>
          <a:xfrm>
            <a:off x="103124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1" name="Rectangle 750">
            <a:extLst>
              <a:ext uri="{FF2B5EF4-FFF2-40B4-BE49-F238E27FC236}">
                <a16:creationId xmlns:a16="http://schemas.microsoft.com/office/drawing/2014/main" id="{8F93E15C-C0A1-49F0-BF9F-5A1A620B7948}"/>
              </a:ext>
              <a:ext uri="{C183D7F6-B498-43B3-948B-1728B52AA6E4}">
                <adec:decorative xmlns:adec="http://schemas.microsoft.com/office/drawing/2017/decorative" val="1"/>
              </a:ext>
            </a:extLst>
          </p:cNvPr>
          <p:cNvSpPr/>
          <p:nvPr>
            <p:custDataLst>
              <p:tags r:id="rId751"/>
            </p:custDataLst>
          </p:nvPr>
        </p:nvSpPr>
        <p:spPr>
          <a:xfrm>
            <a:off x="10401300" y="42595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2" name="Rectangle 751">
            <a:extLst>
              <a:ext uri="{FF2B5EF4-FFF2-40B4-BE49-F238E27FC236}">
                <a16:creationId xmlns:a16="http://schemas.microsoft.com/office/drawing/2014/main" id="{73FAAE17-AD42-4FF1-BAB4-800EB1036BAC}"/>
              </a:ext>
              <a:ext uri="{C183D7F6-B498-43B3-948B-1728B52AA6E4}">
                <adec:decorative xmlns:adec="http://schemas.microsoft.com/office/drawing/2017/decorative" val="1"/>
              </a:ext>
            </a:extLst>
          </p:cNvPr>
          <p:cNvSpPr/>
          <p:nvPr>
            <p:custDataLst>
              <p:tags r:id="rId752"/>
            </p:custDataLst>
          </p:nvPr>
        </p:nvSpPr>
        <p:spPr>
          <a:xfrm>
            <a:off x="104902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3" name="Rectangle 752">
            <a:extLst>
              <a:ext uri="{FF2B5EF4-FFF2-40B4-BE49-F238E27FC236}">
                <a16:creationId xmlns:a16="http://schemas.microsoft.com/office/drawing/2014/main" id="{5FEA65E1-C40C-4BDC-BE4F-2117745A8BFB}"/>
              </a:ext>
              <a:ext uri="{C183D7F6-B498-43B3-948B-1728B52AA6E4}">
                <adec:decorative xmlns:adec="http://schemas.microsoft.com/office/drawing/2017/decorative" val="1"/>
              </a:ext>
            </a:extLst>
          </p:cNvPr>
          <p:cNvSpPr/>
          <p:nvPr>
            <p:custDataLst>
              <p:tags r:id="rId753"/>
            </p:custDataLst>
          </p:nvPr>
        </p:nvSpPr>
        <p:spPr>
          <a:xfrm>
            <a:off x="10579100" y="42595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4" name="Rectangle 753">
            <a:extLst>
              <a:ext uri="{FF2B5EF4-FFF2-40B4-BE49-F238E27FC236}">
                <a16:creationId xmlns:a16="http://schemas.microsoft.com/office/drawing/2014/main" id="{482E8E7B-5AE7-4D36-BC46-8527A04D334C}"/>
              </a:ext>
              <a:ext uri="{C183D7F6-B498-43B3-948B-1728B52AA6E4}">
                <adec:decorative xmlns:adec="http://schemas.microsoft.com/office/drawing/2017/decorative" val="1"/>
              </a:ext>
            </a:extLst>
          </p:cNvPr>
          <p:cNvSpPr/>
          <p:nvPr>
            <p:custDataLst>
              <p:tags r:id="rId754"/>
            </p:custDataLst>
          </p:nvPr>
        </p:nvSpPr>
        <p:spPr>
          <a:xfrm>
            <a:off x="81788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5" name="Rectangle 754">
            <a:extLst>
              <a:ext uri="{FF2B5EF4-FFF2-40B4-BE49-F238E27FC236}">
                <a16:creationId xmlns:a16="http://schemas.microsoft.com/office/drawing/2014/main" id="{C9EA84CE-0B10-494B-9BDC-78897C19B0D2}"/>
              </a:ext>
              <a:ext uri="{C183D7F6-B498-43B3-948B-1728B52AA6E4}">
                <adec:decorative xmlns:adec="http://schemas.microsoft.com/office/drawing/2017/decorative" val="1"/>
              </a:ext>
            </a:extLst>
          </p:cNvPr>
          <p:cNvSpPr/>
          <p:nvPr>
            <p:custDataLst>
              <p:tags r:id="rId755"/>
            </p:custDataLst>
          </p:nvPr>
        </p:nvSpPr>
        <p:spPr>
          <a:xfrm>
            <a:off x="82677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6" name="Rectangle 755">
            <a:extLst>
              <a:ext uri="{FF2B5EF4-FFF2-40B4-BE49-F238E27FC236}">
                <a16:creationId xmlns:a16="http://schemas.microsoft.com/office/drawing/2014/main" id="{546C43C0-3FDB-4136-863D-F82B7F4A580F}"/>
              </a:ext>
              <a:ext uri="{C183D7F6-B498-43B3-948B-1728B52AA6E4}">
                <adec:decorative xmlns:adec="http://schemas.microsoft.com/office/drawing/2017/decorative" val="1"/>
              </a:ext>
            </a:extLst>
          </p:cNvPr>
          <p:cNvSpPr/>
          <p:nvPr>
            <p:custDataLst>
              <p:tags r:id="rId756"/>
            </p:custDataLst>
          </p:nvPr>
        </p:nvSpPr>
        <p:spPr>
          <a:xfrm>
            <a:off x="83566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7" name="Rectangle 756">
            <a:extLst>
              <a:ext uri="{FF2B5EF4-FFF2-40B4-BE49-F238E27FC236}">
                <a16:creationId xmlns:a16="http://schemas.microsoft.com/office/drawing/2014/main" id="{2E42C342-4BCA-42C4-A788-88D7A4D2B83F}"/>
              </a:ext>
              <a:ext uri="{C183D7F6-B498-43B3-948B-1728B52AA6E4}">
                <adec:decorative xmlns:adec="http://schemas.microsoft.com/office/drawing/2017/decorative" val="1"/>
              </a:ext>
            </a:extLst>
          </p:cNvPr>
          <p:cNvSpPr/>
          <p:nvPr>
            <p:custDataLst>
              <p:tags r:id="rId757"/>
            </p:custDataLst>
          </p:nvPr>
        </p:nvSpPr>
        <p:spPr>
          <a:xfrm>
            <a:off x="84455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8" name="Rectangle 757">
            <a:extLst>
              <a:ext uri="{FF2B5EF4-FFF2-40B4-BE49-F238E27FC236}">
                <a16:creationId xmlns:a16="http://schemas.microsoft.com/office/drawing/2014/main" id="{FB67AA37-E842-45DE-A216-6BD521A81047}"/>
              </a:ext>
              <a:ext uri="{C183D7F6-B498-43B3-948B-1728B52AA6E4}">
                <adec:decorative xmlns:adec="http://schemas.microsoft.com/office/drawing/2017/decorative" val="1"/>
              </a:ext>
            </a:extLst>
          </p:cNvPr>
          <p:cNvSpPr/>
          <p:nvPr>
            <p:custDataLst>
              <p:tags r:id="rId758"/>
            </p:custDataLst>
          </p:nvPr>
        </p:nvSpPr>
        <p:spPr>
          <a:xfrm>
            <a:off x="85344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59" name="Rectangle 758">
            <a:extLst>
              <a:ext uri="{FF2B5EF4-FFF2-40B4-BE49-F238E27FC236}">
                <a16:creationId xmlns:a16="http://schemas.microsoft.com/office/drawing/2014/main" id="{31C2F419-694B-473E-BBCB-DB11158ED053}"/>
              </a:ext>
              <a:ext uri="{C183D7F6-B498-43B3-948B-1728B52AA6E4}">
                <adec:decorative xmlns:adec="http://schemas.microsoft.com/office/drawing/2017/decorative" val="1"/>
              </a:ext>
            </a:extLst>
          </p:cNvPr>
          <p:cNvSpPr/>
          <p:nvPr>
            <p:custDataLst>
              <p:tags r:id="rId759"/>
            </p:custDataLst>
          </p:nvPr>
        </p:nvSpPr>
        <p:spPr>
          <a:xfrm>
            <a:off x="86233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0" name="Rectangle 759">
            <a:extLst>
              <a:ext uri="{FF2B5EF4-FFF2-40B4-BE49-F238E27FC236}">
                <a16:creationId xmlns:a16="http://schemas.microsoft.com/office/drawing/2014/main" id="{E1ECB495-EDA4-4C69-BCE3-01EE9978FFCE}"/>
              </a:ext>
              <a:ext uri="{C183D7F6-B498-43B3-948B-1728B52AA6E4}">
                <adec:decorative xmlns:adec="http://schemas.microsoft.com/office/drawing/2017/decorative" val="1"/>
              </a:ext>
            </a:extLst>
          </p:cNvPr>
          <p:cNvSpPr/>
          <p:nvPr>
            <p:custDataLst>
              <p:tags r:id="rId760"/>
            </p:custDataLst>
          </p:nvPr>
        </p:nvSpPr>
        <p:spPr>
          <a:xfrm>
            <a:off x="87122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1" name="Rectangle 760">
            <a:extLst>
              <a:ext uri="{FF2B5EF4-FFF2-40B4-BE49-F238E27FC236}">
                <a16:creationId xmlns:a16="http://schemas.microsoft.com/office/drawing/2014/main" id="{361033D6-9E32-4F83-A798-C73D7DB27A4E}"/>
              </a:ext>
              <a:ext uri="{C183D7F6-B498-43B3-948B-1728B52AA6E4}">
                <adec:decorative xmlns:adec="http://schemas.microsoft.com/office/drawing/2017/decorative" val="1"/>
              </a:ext>
            </a:extLst>
          </p:cNvPr>
          <p:cNvSpPr/>
          <p:nvPr>
            <p:custDataLst>
              <p:tags r:id="rId761"/>
            </p:custDataLst>
          </p:nvPr>
        </p:nvSpPr>
        <p:spPr>
          <a:xfrm>
            <a:off x="88011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2" name="Rectangle 761">
            <a:extLst>
              <a:ext uri="{FF2B5EF4-FFF2-40B4-BE49-F238E27FC236}">
                <a16:creationId xmlns:a16="http://schemas.microsoft.com/office/drawing/2014/main" id="{C90956F1-5D92-41F5-9E6D-DA1D0234C07C}"/>
              </a:ext>
              <a:ext uri="{C183D7F6-B498-43B3-948B-1728B52AA6E4}">
                <adec:decorative xmlns:adec="http://schemas.microsoft.com/office/drawing/2017/decorative" val="1"/>
              </a:ext>
            </a:extLst>
          </p:cNvPr>
          <p:cNvSpPr/>
          <p:nvPr>
            <p:custDataLst>
              <p:tags r:id="rId762"/>
            </p:custDataLst>
          </p:nvPr>
        </p:nvSpPr>
        <p:spPr>
          <a:xfrm>
            <a:off x="88900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3" name="Rectangle 762">
            <a:extLst>
              <a:ext uri="{FF2B5EF4-FFF2-40B4-BE49-F238E27FC236}">
                <a16:creationId xmlns:a16="http://schemas.microsoft.com/office/drawing/2014/main" id="{149B8A08-6496-4C74-BEF9-50002CBFAABA}"/>
              </a:ext>
              <a:ext uri="{C183D7F6-B498-43B3-948B-1728B52AA6E4}">
                <adec:decorative xmlns:adec="http://schemas.microsoft.com/office/drawing/2017/decorative" val="1"/>
              </a:ext>
            </a:extLst>
          </p:cNvPr>
          <p:cNvSpPr/>
          <p:nvPr>
            <p:custDataLst>
              <p:tags r:id="rId763"/>
            </p:custDataLst>
          </p:nvPr>
        </p:nvSpPr>
        <p:spPr>
          <a:xfrm>
            <a:off x="89789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4" name="Rectangle 763">
            <a:extLst>
              <a:ext uri="{FF2B5EF4-FFF2-40B4-BE49-F238E27FC236}">
                <a16:creationId xmlns:a16="http://schemas.microsoft.com/office/drawing/2014/main" id="{CF357EDA-7D6D-4FE9-B3F8-79622CC25975}"/>
              </a:ext>
              <a:ext uri="{C183D7F6-B498-43B3-948B-1728B52AA6E4}">
                <adec:decorative xmlns:adec="http://schemas.microsoft.com/office/drawing/2017/decorative" val="1"/>
              </a:ext>
            </a:extLst>
          </p:cNvPr>
          <p:cNvSpPr/>
          <p:nvPr>
            <p:custDataLst>
              <p:tags r:id="rId764"/>
            </p:custDataLst>
          </p:nvPr>
        </p:nvSpPr>
        <p:spPr>
          <a:xfrm>
            <a:off x="90678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5" name="Rectangle 764">
            <a:extLst>
              <a:ext uri="{FF2B5EF4-FFF2-40B4-BE49-F238E27FC236}">
                <a16:creationId xmlns:a16="http://schemas.microsoft.com/office/drawing/2014/main" id="{3F2E898D-6D00-42BD-9E1B-171E7BAAC92F}"/>
              </a:ext>
              <a:ext uri="{C183D7F6-B498-43B3-948B-1728B52AA6E4}">
                <adec:decorative xmlns:adec="http://schemas.microsoft.com/office/drawing/2017/decorative" val="1"/>
              </a:ext>
            </a:extLst>
          </p:cNvPr>
          <p:cNvSpPr/>
          <p:nvPr>
            <p:custDataLst>
              <p:tags r:id="rId765"/>
            </p:custDataLst>
          </p:nvPr>
        </p:nvSpPr>
        <p:spPr>
          <a:xfrm>
            <a:off x="91567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6" name="Rectangle 765">
            <a:extLst>
              <a:ext uri="{FF2B5EF4-FFF2-40B4-BE49-F238E27FC236}">
                <a16:creationId xmlns:a16="http://schemas.microsoft.com/office/drawing/2014/main" id="{B4D5242E-13D5-4EBF-976F-A64F3DD01926}"/>
              </a:ext>
              <a:ext uri="{C183D7F6-B498-43B3-948B-1728B52AA6E4}">
                <adec:decorative xmlns:adec="http://schemas.microsoft.com/office/drawing/2017/decorative" val="1"/>
              </a:ext>
            </a:extLst>
          </p:cNvPr>
          <p:cNvSpPr/>
          <p:nvPr>
            <p:custDataLst>
              <p:tags r:id="rId766"/>
            </p:custDataLst>
          </p:nvPr>
        </p:nvSpPr>
        <p:spPr>
          <a:xfrm>
            <a:off x="92456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7" name="Rectangle 766">
            <a:extLst>
              <a:ext uri="{FF2B5EF4-FFF2-40B4-BE49-F238E27FC236}">
                <a16:creationId xmlns:a16="http://schemas.microsoft.com/office/drawing/2014/main" id="{6B9DA9EB-E6FA-4D89-8031-B7BC724350ED}"/>
              </a:ext>
              <a:ext uri="{C183D7F6-B498-43B3-948B-1728B52AA6E4}">
                <adec:decorative xmlns:adec="http://schemas.microsoft.com/office/drawing/2017/decorative" val="1"/>
              </a:ext>
            </a:extLst>
          </p:cNvPr>
          <p:cNvSpPr/>
          <p:nvPr>
            <p:custDataLst>
              <p:tags r:id="rId767"/>
            </p:custDataLst>
          </p:nvPr>
        </p:nvSpPr>
        <p:spPr>
          <a:xfrm>
            <a:off x="93345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8" name="Rectangle 767">
            <a:extLst>
              <a:ext uri="{FF2B5EF4-FFF2-40B4-BE49-F238E27FC236}">
                <a16:creationId xmlns:a16="http://schemas.microsoft.com/office/drawing/2014/main" id="{1D61DE6A-06A7-414B-BCAB-4D27D0ED4263}"/>
              </a:ext>
              <a:ext uri="{C183D7F6-B498-43B3-948B-1728B52AA6E4}">
                <adec:decorative xmlns:adec="http://schemas.microsoft.com/office/drawing/2017/decorative" val="1"/>
              </a:ext>
            </a:extLst>
          </p:cNvPr>
          <p:cNvSpPr/>
          <p:nvPr>
            <p:custDataLst>
              <p:tags r:id="rId768"/>
            </p:custDataLst>
          </p:nvPr>
        </p:nvSpPr>
        <p:spPr>
          <a:xfrm>
            <a:off x="94234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69" name="Rectangle 768">
            <a:extLst>
              <a:ext uri="{FF2B5EF4-FFF2-40B4-BE49-F238E27FC236}">
                <a16:creationId xmlns:a16="http://schemas.microsoft.com/office/drawing/2014/main" id="{FF03AE19-FE65-4920-B7F1-A5C8933F7E70}"/>
              </a:ext>
              <a:ext uri="{C183D7F6-B498-43B3-948B-1728B52AA6E4}">
                <adec:decorative xmlns:adec="http://schemas.microsoft.com/office/drawing/2017/decorative" val="1"/>
              </a:ext>
            </a:extLst>
          </p:cNvPr>
          <p:cNvSpPr/>
          <p:nvPr>
            <p:custDataLst>
              <p:tags r:id="rId769"/>
            </p:custDataLst>
          </p:nvPr>
        </p:nvSpPr>
        <p:spPr>
          <a:xfrm>
            <a:off x="95123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0" name="Rectangle 769">
            <a:extLst>
              <a:ext uri="{FF2B5EF4-FFF2-40B4-BE49-F238E27FC236}">
                <a16:creationId xmlns:a16="http://schemas.microsoft.com/office/drawing/2014/main" id="{58C3F101-4B63-4169-9654-AB6ECCDE250B}"/>
              </a:ext>
              <a:ext uri="{C183D7F6-B498-43B3-948B-1728B52AA6E4}">
                <adec:decorative xmlns:adec="http://schemas.microsoft.com/office/drawing/2017/decorative" val="1"/>
              </a:ext>
            </a:extLst>
          </p:cNvPr>
          <p:cNvSpPr/>
          <p:nvPr>
            <p:custDataLst>
              <p:tags r:id="rId770"/>
            </p:custDataLst>
          </p:nvPr>
        </p:nvSpPr>
        <p:spPr>
          <a:xfrm>
            <a:off x="96012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1" name="Rectangle 770">
            <a:extLst>
              <a:ext uri="{FF2B5EF4-FFF2-40B4-BE49-F238E27FC236}">
                <a16:creationId xmlns:a16="http://schemas.microsoft.com/office/drawing/2014/main" id="{B7E91D00-93F8-4360-8F8E-CC5B2B3928AE}"/>
              </a:ext>
              <a:ext uri="{C183D7F6-B498-43B3-948B-1728B52AA6E4}">
                <adec:decorative xmlns:adec="http://schemas.microsoft.com/office/drawing/2017/decorative" val="1"/>
              </a:ext>
            </a:extLst>
          </p:cNvPr>
          <p:cNvSpPr/>
          <p:nvPr>
            <p:custDataLst>
              <p:tags r:id="rId771"/>
            </p:custDataLst>
          </p:nvPr>
        </p:nvSpPr>
        <p:spPr>
          <a:xfrm>
            <a:off x="96901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2" name="Rectangle 771">
            <a:extLst>
              <a:ext uri="{FF2B5EF4-FFF2-40B4-BE49-F238E27FC236}">
                <a16:creationId xmlns:a16="http://schemas.microsoft.com/office/drawing/2014/main" id="{D0D2EBEE-CD38-412E-A60A-07FFE04574B3}"/>
              </a:ext>
              <a:ext uri="{C183D7F6-B498-43B3-948B-1728B52AA6E4}">
                <adec:decorative xmlns:adec="http://schemas.microsoft.com/office/drawing/2017/decorative" val="1"/>
              </a:ext>
            </a:extLst>
          </p:cNvPr>
          <p:cNvSpPr/>
          <p:nvPr>
            <p:custDataLst>
              <p:tags r:id="rId772"/>
            </p:custDataLst>
          </p:nvPr>
        </p:nvSpPr>
        <p:spPr>
          <a:xfrm>
            <a:off x="97790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3" name="Rectangle 772">
            <a:extLst>
              <a:ext uri="{FF2B5EF4-FFF2-40B4-BE49-F238E27FC236}">
                <a16:creationId xmlns:a16="http://schemas.microsoft.com/office/drawing/2014/main" id="{DC989C6D-928E-4F35-A8D0-ED3D8231BBD5}"/>
              </a:ext>
              <a:ext uri="{C183D7F6-B498-43B3-948B-1728B52AA6E4}">
                <adec:decorative xmlns:adec="http://schemas.microsoft.com/office/drawing/2017/decorative" val="1"/>
              </a:ext>
            </a:extLst>
          </p:cNvPr>
          <p:cNvSpPr/>
          <p:nvPr>
            <p:custDataLst>
              <p:tags r:id="rId773"/>
            </p:custDataLst>
          </p:nvPr>
        </p:nvSpPr>
        <p:spPr>
          <a:xfrm>
            <a:off x="98679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4" name="Rectangle 773">
            <a:extLst>
              <a:ext uri="{FF2B5EF4-FFF2-40B4-BE49-F238E27FC236}">
                <a16:creationId xmlns:a16="http://schemas.microsoft.com/office/drawing/2014/main" id="{3BD6A046-4008-4080-8B5A-6F2E1841E286}"/>
              </a:ext>
              <a:ext uri="{C183D7F6-B498-43B3-948B-1728B52AA6E4}">
                <adec:decorative xmlns:adec="http://schemas.microsoft.com/office/drawing/2017/decorative" val="1"/>
              </a:ext>
            </a:extLst>
          </p:cNvPr>
          <p:cNvSpPr/>
          <p:nvPr>
            <p:custDataLst>
              <p:tags r:id="rId774"/>
            </p:custDataLst>
          </p:nvPr>
        </p:nvSpPr>
        <p:spPr>
          <a:xfrm>
            <a:off x="99568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5" name="Rectangle 774">
            <a:extLst>
              <a:ext uri="{FF2B5EF4-FFF2-40B4-BE49-F238E27FC236}">
                <a16:creationId xmlns:a16="http://schemas.microsoft.com/office/drawing/2014/main" id="{89FB0C65-A8EA-473E-AF49-60CDF747944A}"/>
              </a:ext>
              <a:ext uri="{C183D7F6-B498-43B3-948B-1728B52AA6E4}">
                <adec:decorative xmlns:adec="http://schemas.microsoft.com/office/drawing/2017/decorative" val="1"/>
              </a:ext>
            </a:extLst>
          </p:cNvPr>
          <p:cNvSpPr/>
          <p:nvPr>
            <p:custDataLst>
              <p:tags r:id="rId775"/>
            </p:custDataLst>
          </p:nvPr>
        </p:nvSpPr>
        <p:spPr>
          <a:xfrm>
            <a:off x="100457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6" name="Rectangle 775">
            <a:extLst>
              <a:ext uri="{FF2B5EF4-FFF2-40B4-BE49-F238E27FC236}">
                <a16:creationId xmlns:a16="http://schemas.microsoft.com/office/drawing/2014/main" id="{D6843C19-E46D-4F61-9753-32D4325B63E8}"/>
              </a:ext>
              <a:ext uri="{C183D7F6-B498-43B3-948B-1728B52AA6E4}">
                <adec:decorative xmlns:adec="http://schemas.microsoft.com/office/drawing/2017/decorative" val="1"/>
              </a:ext>
            </a:extLst>
          </p:cNvPr>
          <p:cNvSpPr/>
          <p:nvPr>
            <p:custDataLst>
              <p:tags r:id="rId776"/>
            </p:custDataLst>
          </p:nvPr>
        </p:nvSpPr>
        <p:spPr>
          <a:xfrm>
            <a:off x="10134600" y="43484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7" name="Rectangle 776">
            <a:extLst>
              <a:ext uri="{FF2B5EF4-FFF2-40B4-BE49-F238E27FC236}">
                <a16:creationId xmlns:a16="http://schemas.microsoft.com/office/drawing/2014/main" id="{0CB7BB5C-762D-4B22-8717-F820A8E6F18F}"/>
              </a:ext>
              <a:ext uri="{C183D7F6-B498-43B3-948B-1728B52AA6E4}">
                <adec:decorative xmlns:adec="http://schemas.microsoft.com/office/drawing/2017/decorative" val="1"/>
              </a:ext>
            </a:extLst>
          </p:cNvPr>
          <p:cNvSpPr/>
          <p:nvPr>
            <p:custDataLst>
              <p:tags r:id="rId777"/>
            </p:custDataLst>
          </p:nvPr>
        </p:nvSpPr>
        <p:spPr>
          <a:xfrm>
            <a:off x="102235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8" name="Rectangle 777">
            <a:extLst>
              <a:ext uri="{FF2B5EF4-FFF2-40B4-BE49-F238E27FC236}">
                <a16:creationId xmlns:a16="http://schemas.microsoft.com/office/drawing/2014/main" id="{F8BBABB9-EFA7-4343-9B1F-3DF7451B670C}"/>
              </a:ext>
              <a:ext uri="{C183D7F6-B498-43B3-948B-1728B52AA6E4}">
                <adec:decorative xmlns:adec="http://schemas.microsoft.com/office/drawing/2017/decorative" val="1"/>
              </a:ext>
            </a:extLst>
          </p:cNvPr>
          <p:cNvSpPr/>
          <p:nvPr>
            <p:custDataLst>
              <p:tags r:id="rId778"/>
            </p:custDataLst>
          </p:nvPr>
        </p:nvSpPr>
        <p:spPr>
          <a:xfrm>
            <a:off x="103124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79" name="Rectangle 778">
            <a:extLst>
              <a:ext uri="{FF2B5EF4-FFF2-40B4-BE49-F238E27FC236}">
                <a16:creationId xmlns:a16="http://schemas.microsoft.com/office/drawing/2014/main" id="{C62BD448-ED4E-46E8-BD5C-53C333C90B61}"/>
              </a:ext>
              <a:ext uri="{C183D7F6-B498-43B3-948B-1728B52AA6E4}">
                <adec:decorative xmlns:adec="http://schemas.microsoft.com/office/drawing/2017/decorative" val="1"/>
              </a:ext>
            </a:extLst>
          </p:cNvPr>
          <p:cNvSpPr/>
          <p:nvPr>
            <p:custDataLst>
              <p:tags r:id="rId779"/>
            </p:custDataLst>
          </p:nvPr>
        </p:nvSpPr>
        <p:spPr>
          <a:xfrm>
            <a:off x="104013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0" name="Rectangle 779">
            <a:extLst>
              <a:ext uri="{FF2B5EF4-FFF2-40B4-BE49-F238E27FC236}">
                <a16:creationId xmlns:a16="http://schemas.microsoft.com/office/drawing/2014/main" id="{BC4116C8-110A-4DF9-B1B8-1F814946F468}"/>
              </a:ext>
              <a:ext uri="{C183D7F6-B498-43B3-948B-1728B52AA6E4}">
                <adec:decorative xmlns:adec="http://schemas.microsoft.com/office/drawing/2017/decorative" val="1"/>
              </a:ext>
            </a:extLst>
          </p:cNvPr>
          <p:cNvSpPr/>
          <p:nvPr>
            <p:custDataLst>
              <p:tags r:id="rId780"/>
            </p:custDataLst>
          </p:nvPr>
        </p:nvSpPr>
        <p:spPr>
          <a:xfrm>
            <a:off x="104902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1" name="Rectangle 780">
            <a:extLst>
              <a:ext uri="{FF2B5EF4-FFF2-40B4-BE49-F238E27FC236}">
                <a16:creationId xmlns:a16="http://schemas.microsoft.com/office/drawing/2014/main" id="{71A6F972-60CC-4286-BD69-3C908009F2E4}"/>
              </a:ext>
              <a:ext uri="{C183D7F6-B498-43B3-948B-1728B52AA6E4}">
                <adec:decorative xmlns:adec="http://schemas.microsoft.com/office/drawing/2017/decorative" val="1"/>
              </a:ext>
            </a:extLst>
          </p:cNvPr>
          <p:cNvSpPr/>
          <p:nvPr>
            <p:custDataLst>
              <p:tags r:id="rId781"/>
            </p:custDataLst>
          </p:nvPr>
        </p:nvSpPr>
        <p:spPr>
          <a:xfrm>
            <a:off x="105791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2" name="Rectangle 781">
            <a:extLst>
              <a:ext uri="{FF2B5EF4-FFF2-40B4-BE49-F238E27FC236}">
                <a16:creationId xmlns:a16="http://schemas.microsoft.com/office/drawing/2014/main" id="{F0B7A766-5209-404A-8D75-7DAAA24D6C50}"/>
              </a:ext>
              <a:ext uri="{C183D7F6-B498-43B3-948B-1728B52AA6E4}">
                <adec:decorative xmlns:adec="http://schemas.microsoft.com/office/drawing/2017/decorative" val="1"/>
              </a:ext>
            </a:extLst>
          </p:cNvPr>
          <p:cNvSpPr/>
          <p:nvPr>
            <p:custDataLst>
              <p:tags r:id="rId782"/>
            </p:custDataLst>
          </p:nvPr>
        </p:nvSpPr>
        <p:spPr>
          <a:xfrm>
            <a:off x="10668000" y="43484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3" name="Rectangle 782">
            <a:extLst>
              <a:ext uri="{FF2B5EF4-FFF2-40B4-BE49-F238E27FC236}">
                <a16:creationId xmlns:a16="http://schemas.microsoft.com/office/drawing/2014/main" id="{BB15EC4A-42C0-4958-8DDA-59C1D01A3B00}"/>
              </a:ext>
              <a:ext uri="{C183D7F6-B498-43B3-948B-1728B52AA6E4}">
                <adec:decorative xmlns:adec="http://schemas.microsoft.com/office/drawing/2017/decorative" val="1"/>
              </a:ext>
            </a:extLst>
          </p:cNvPr>
          <p:cNvSpPr/>
          <p:nvPr>
            <p:custDataLst>
              <p:tags r:id="rId783"/>
            </p:custDataLst>
          </p:nvPr>
        </p:nvSpPr>
        <p:spPr>
          <a:xfrm>
            <a:off x="81788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4" name="Rectangle 783">
            <a:extLst>
              <a:ext uri="{FF2B5EF4-FFF2-40B4-BE49-F238E27FC236}">
                <a16:creationId xmlns:a16="http://schemas.microsoft.com/office/drawing/2014/main" id="{DBE2BE91-F8D4-4848-9804-6AE678F51747}"/>
              </a:ext>
              <a:ext uri="{C183D7F6-B498-43B3-948B-1728B52AA6E4}">
                <adec:decorative xmlns:adec="http://schemas.microsoft.com/office/drawing/2017/decorative" val="1"/>
              </a:ext>
            </a:extLst>
          </p:cNvPr>
          <p:cNvSpPr/>
          <p:nvPr>
            <p:custDataLst>
              <p:tags r:id="rId784"/>
            </p:custDataLst>
          </p:nvPr>
        </p:nvSpPr>
        <p:spPr>
          <a:xfrm>
            <a:off x="82677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5" name="Rectangle 784">
            <a:extLst>
              <a:ext uri="{FF2B5EF4-FFF2-40B4-BE49-F238E27FC236}">
                <a16:creationId xmlns:a16="http://schemas.microsoft.com/office/drawing/2014/main" id="{0F8EC68F-66CD-4F1C-B6C2-DA2B530D80BC}"/>
              </a:ext>
              <a:ext uri="{C183D7F6-B498-43B3-948B-1728B52AA6E4}">
                <adec:decorative xmlns:adec="http://schemas.microsoft.com/office/drawing/2017/decorative" val="1"/>
              </a:ext>
            </a:extLst>
          </p:cNvPr>
          <p:cNvSpPr/>
          <p:nvPr>
            <p:custDataLst>
              <p:tags r:id="rId785"/>
            </p:custDataLst>
          </p:nvPr>
        </p:nvSpPr>
        <p:spPr>
          <a:xfrm>
            <a:off x="83566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6" name="Rectangle 785">
            <a:extLst>
              <a:ext uri="{FF2B5EF4-FFF2-40B4-BE49-F238E27FC236}">
                <a16:creationId xmlns:a16="http://schemas.microsoft.com/office/drawing/2014/main" id="{CFA9EE12-E8FC-4186-AC15-87A8593A42D5}"/>
              </a:ext>
              <a:ext uri="{C183D7F6-B498-43B3-948B-1728B52AA6E4}">
                <adec:decorative xmlns:adec="http://schemas.microsoft.com/office/drawing/2017/decorative" val="1"/>
              </a:ext>
            </a:extLst>
          </p:cNvPr>
          <p:cNvSpPr/>
          <p:nvPr>
            <p:custDataLst>
              <p:tags r:id="rId786"/>
            </p:custDataLst>
          </p:nvPr>
        </p:nvSpPr>
        <p:spPr>
          <a:xfrm>
            <a:off x="84455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7" name="Rectangle 786">
            <a:extLst>
              <a:ext uri="{FF2B5EF4-FFF2-40B4-BE49-F238E27FC236}">
                <a16:creationId xmlns:a16="http://schemas.microsoft.com/office/drawing/2014/main" id="{1291D608-D278-46C0-BA5F-89CA065EC7EA}"/>
              </a:ext>
              <a:ext uri="{C183D7F6-B498-43B3-948B-1728B52AA6E4}">
                <adec:decorative xmlns:adec="http://schemas.microsoft.com/office/drawing/2017/decorative" val="1"/>
              </a:ext>
            </a:extLst>
          </p:cNvPr>
          <p:cNvSpPr/>
          <p:nvPr>
            <p:custDataLst>
              <p:tags r:id="rId787"/>
            </p:custDataLst>
          </p:nvPr>
        </p:nvSpPr>
        <p:spPr>
          <a:xfrm>
            <a:off x="85344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8" name="Rectangle 787">
            <a:extLst>
              <a:ext uri="{FF2B5EF4-FFF2-40B4-BE49-F238E27FC236}">
                <a16:creationId xmlns:a16="http://schemas.microsoft.com/office/drawing/2014/main" id="{C2CB6A61-DD1C-48F9-86A2-61FBF3CE81FC}"/>
              </a:ext>
              <a:ext uri="{C183D7F6-B498-43B3-948B-1728B52AA6E4}">
                <adec:decorative xmlns:adec="http://schemas.microsoft.com/office/drawing/2017/decorative" val="1"/>
              </a:ext>
            </a:extLst>
          </p:cNvPr>
          <p:cNvSpPr/>
          <p:nvPr>
            <p:custDataLst>
              <p:tags r:id="rId788"/>
            </p:custDataLst>
          </p:nvPr>
        </p:nvSpPr>
        <p:spPr>
          <a:xfrm>
            <a:off x="86233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89" name="Rectangle 788">
            <a:extLst>
              <a:ext uri="{FF2B5EF4-FFF2-40B4-BE49-F238E27FC236}">
                <a16:creationId xmlns:a16="http://schemas.microsoft.com/office/drawing/2014/main" id="{7DE138A9-4DE8-4545-967B-C66514D9D76C}"/>
              </a:ext>
              <a:ext uri="{C183D7F6-B498-43B3-948B-1728B52AA6E4}">
                <adec:decorative xmlns:adec="http://schemas.microsoft.com/office/drawing/2017/decorative" val="1"/>
              </a:ext>
            </a:extLst>
          </p:cNvPr>
          <p:cNvSpPr/>
          <p:nvPr>
            <p:custDataLst>
              <p:tags r:id="rId789"/>
            </p:custDataLst>
          </p:nvPr>
        </p:nvSpPr>
        <p:spPr>
          <a:xfrm>
            <a:off x="87122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0" name="Rectangle 789">
            <a:extLst>
              <a:ext uri="{FF2B5EF4-FFF2-40B4-BE49-F238E27FC236}">
                <a16:creationId xmlns:a16="http://schemas.microsoft.com/office/drawing/2014/main" id="{8B59C7EB-CCE9-42C1-A47F-DD9094685254}"/>
              </a:ext>
              <a:ext uri="{C183D7F6-B498-43B3-948B-1728B52AA6E4}">
                <adec:decorative xmlns:adec="http://schemas.microsoft.com/office/drawing/2017/decorative" val="1"/>
              </a:ext>
            </a:extLst>
          </p:cNvPr>
          <p:cNvSpPr/>
          <p:nvPr>
            <p:custDataLst>
              <p:tags r:id="rId790"/>
            </p:custDataLst>
          </p:nvPr>
        </p:nvSpPr>
        <p:spPr>
          <a:xfrm>
            <a:off x="88011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1" name="Rectangle 790">
            <a:extLst>
              <a:ext uri="{FF2B5EF4-FFF2-40B4-BE49-F238E27FC236}">
                <a16:creationId xmlns:a16="http://schemas.microsoft.com/office/drawing/2014/main" id="{8B626447-D664-4211-BDCB-DFA5146063E2}"/>
              </a:ext>
              <a:ext uri="{C183D7F6-B498-43B3-948B-1728B52AA6E4}">
                <adec:decorative xmlns:adec="http://schemas.microsoft.com/office/drawing/2017/decorative" val="1"/>
              </a:ext>
            </a:extLst>
          </p:cNvPr>
          <p:cNvSpPr/>
          <p:nvPr>
            <p:custDataLst>
              <p:tags r:id="rId791"/>
            </p:custDataLst>
          </p:nvPr>
        </p:nvSpPr>
        <p:spPr>
          <a:xfrm>
            <a:off x="88900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2" name="Rectangle 791">
            <a:extLst>
              <a:ext uri="{FF2B5EF4-FFF2-40B4-BE49-F238E27FC236}">
                <a16:creationId xmlns:a16="http://schemas.microsoft.com/office/drawing/2014/main" id="{077482D7-011B-474E-965F-41E41273B016}"/>
              </a:ext>
              <a:ext uri="{C183D7F6-B498-43B3-948B-1728B52AA6E4}">
                <adec:decorative xmlns:adec="http://schemas.microsoft.com/office/drawing/2017/decorative" val="1"/>
              </a:ext>
            </a:extLst>
          </p:cNvPr>
          <p:cNvSpPr/>
          <p:nvPr>
            <p:custDataLst>
              <p:tags r:id="rId792"/>
            </p:custDataLst>
          </p:nvPr>
        </p:nvSpPr>
        <p:spPr>
          <a:xfrm>
            <a:off x="89789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3" name="Rectangle 792">
            <a:extLst>
              <a:ext uri="{FF2B5EF4-FFF2-40B4-BE49-F238E27FC236}">
                <a16:creationId xmlns:a16="http://schemas.microsoft.com/office/drawing/2014/main" id="{86620CFC-F863-4C18-BCC9-EFECB1A701D0}"/>
              </a:ext>
              <a:ext uri="{C183D7F6-B498-43B3-948B-1728B52AA6E4}">
                <adec:decorative xmlns:adec="http://schemas.microsoft.com/office/drawing/2017/decorative" val="1"/>
              </a:ext>
            </a:extLst>
          </p:cNvPr>
          <p:cNvSpPr/>
          <p:nvPr>
            <p:custDataLst>
              <p:tags r:id="rId793"/>
            </p:custDataLst>
          </p:nvPr>
        </p:nvSpPr>
        <p:spPr>
          <a:xfrm>
            <a:off x="90678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4" name="Rectangle 793">
            <a:extLst>
              <a:ext uri="{FF2B5EF4-FFF2-40B4-BE49-F238E27FC236}">
                <a16:creationId xmlns:a16="http://schemas.microsoft.com/office/drawing/2014/main" id="{BDA7A9C3-2874-44FB-B1EF-8B27C6997591}"/>
              </a:ext>
              <a:ext uri="{C183D7F6-B498-43B3-948B-1728B52AA6E4}">
                <adec:decorative xmlns:adec="http://schemas.microsoft.com/office/drawing/2017/decorative" val="1"/>
              </a:ext>
            </a:extLst>
          </p:cNvPr>
          <p:cNvSpPr/>
          <p:nvPr>
            <p:custDataLst>
              <p:tags r:id="rId794"/>
            </p:custDataLst>
          </p:nvPr>
        </p:nvSpPr>
        <p:spPr>
          <a:xfrm>
            <a:off x="91567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5" name="Rectangle 794">
            <a:extLst>
              <a:ext uri="{FF2B5EF4-FFF2-40B4-BE49-F238E27FC236}">
                <a16:creationId xmlns:a16="http://schemas.microsoft.com/office/drawing/2014/main" id="{EA8E0EE4-F981-472F-B282-95B1D34B4D06}"/>
              </a:ext>
              <a:ext uri="{C183D7F6-B498-43B3-948B-1728B52AA6E4}">
                <adec:decorative xmlns:adec="http://schemas.microsoft.com/office/drawing/2017/decorative" val="1"/>
              </a:ext>
            </a:extLst>
          </p:cNvPr>
          <p:cNvSpPr/>
          <p:nvPr>
            <p:custDataLst>
              <p:tags r:id="rId795"/>
            </p:custDataLst>
          </p:nvPr>
        </p:nvSpPr>
        <p:spPr>
          <a:xfrm>
            <a:off x="92456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6" name="Rectangle 795">
            <a:extLst>
              <a:ext uri="{FF2B5EF4-FFF2-40B4-BE49-F238E27FC236}">
                <a16:creationId xmlns:a16="http://schemas.microsoft.com/office/drawing/2014/main" id="{3F602B0A-A276-4290-B35A-6CE749CFB12D}"/>
              </a:ext>
              <a:ext uri="{C183D7F6-B498-43B3-948B-1728B52AA6E4}">
                <adec:decorative xmlns:adec="http://schemas.microsoft.com/office/drawing/2017/decorative" val="1"/>
              </a:ext>
            </a:extLst>
          </p:cNvPr>
          <p:cNvSpPr/>
          <p:nvPr>
            <p:custDataLst>
              <p:tags r:id="rId796"/>
            </p:custDataLst>
          </p:nvPr>
        </p:nvSpPr>
        <p:spPr>
          <a:xfrm>
            <a:off x="93345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7" name="Rectangle 796">
            <a:extLst>
              <a:ext uri="{FF2B5EF4-FFF2-40B4-BE49-F238E27FC236}">
                <a16:creationId xmlns:a16="http://schemas.microsoft.com/office/drawing/2014/main" id="{D1D67A9E-3FB9-4538-BF07-13437DD2D77B}"/>
              </a:ext>
              <a:ext uri="{C183D7F6-B498-43B3-948B-1728B52AA6E4}">
                <adec:decorative xmlns:adec="http://schemas.microsoft.com/office/drawing/2017/decorative" val="1"/>
              </a:ext>
            </a:extLst>
          </p:cNvPr>
          <p:cNvSpPr/>
          <p:nvPr>
            <p:custDataLst>
              <p:tags r:id="rId797"/>
            </p:custDataLst>
          </p:nvPr>
        </p:nvSpPr>
        <p:spPr>
          <a:xfrm>
            <a:off x="94234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8" name="Rectangle 797">
            <a:extLst>
              <a:ext uri="{FF2B5EF4-FFF2-40B4-BE49-F238E27FC236}">
                <a16:creationId xmlns:a16="http://schemas.microsoft.com/office/drawing/2014/main" id="{CF9D840A-0F23-4F7E-876C-751968334A11}"/>
              </a:ext>
              <a:ext uri="{C183D7F6-B498-43B3-948B-1728B52AA6E4}">
                <adec:decorative xmlns:adec="http://schemas.microsoft.com/office/drawing/2017/decorative" val="1"/>
              </a:ext>
            </a:extLst>
          </p:cNvPr>
          <p:cNvSpPr/>
          <p:nvPr>
            <p:custDataLst>
              <p:tags r:id="rId798"/>
            </p:custDataLst>
          </p:nvPr>
        </p:nvSpPr>
        <p:spPr>
          <a:xfrm>
            <a:off x="95123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99" name="Rectangle 798">
            <a:extLst>
              <a:ext uri="{FF2B5EF4-FFF2-40B4-BE49-F238E27FC236}">
                <a16:creationId xmlns:a16="http://schemas.microsoft.com/office/drawing/2014/main" id="{32DA933E-D5CC-42BF-B318-0006DB4F9DF4}"/>
              </a:ext>
              <a:ext uri="{C183D7F6-B498-43B3-948B-1728B52AA6E4}">
                <adec:decorative xmlns:adec="http://schemas.microsoft.com/office/drawing/2017/decorative" val="1"/>
              </a:ext>
            </a:extLst>
          </p:cNvPr>
          <p:cNvSpPr/>
          <p:nvPr>
            <p:custDataLst>
              <p:tags r:id="rId799"/>
            </p:custDataLst>
          </p:nvPr>
        </p:nvSpPr>
        <p:spPr>
          <a:xfrm>
            <a:off x="96012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0" name="Rectangle 799">
            <a:extLst>
              <a:ext uri="{FF2B5EF4-FFF2-40B4-BE49-F238E27FC236}">
                <a16:creationId xmlns:a16="http://schemas.microsoft.com/office/drawing/2014/main" id="{0D8C79E6-178F-45F2-9906-BFDD9C32F9EB}"/>
              </a:ext>
              <a:ext uri="{C183D7F6-B498-43B3-948B-1728B52AA6E4}">
                <adec:decorative xmlns:adec="http://schemas.microsoft.com/office/drawing/2017/decorative" val="1"/>
              </a:ext>
            </a:extLst>
          </p:cNvPr>
          <p:cNvSpPr/>
          <p:nvPr>
            <p:custDataLst>
              <p:tags r:id="rId800"/>
            </p:custDataLst>
          </p:nvPr>
        </p:nvSpPr>
        <p:spPr>
          <a:xfrm>
            <a:off x="96901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1" name="Rectangle 800">
            <a:extLst>
              <a:ext uri="{FF2B5EF4-FFF2-40B4-BE49-F238E27FC236}">
                <a16:creationId xmlns:a16="http://schemas.microsoft.com/office/drawing/2014/main" id="{8D653156-4260-4B89-AA1A-89687549ADD6}"/>
              </a:ext>
              <a:ext uri="{C183D7F6-B498-43B3-948B-1728B52AA6E4}">
                <adec:decorative xmlns:adec="http://schemas.microsoft.com/office/drawing/2017/decorative" val="1"/>
              </a:ext>
            </a:extLst>
          </p:cNvPr>
          <p:cNvSpPr/>
          <p:nvPr>
            <p:custDataLst>
              <p:tags r:id="rId801"/>
            </p:custDataLst>
          </p:nvPr>
        </p:nvSpPr>
        <p:spPr>
          <a:xfrm>
            <a:off x="97790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2" name="Rectangle 801">
            <a:extLst>
              <a:ext uri="{FF2B5EF4-FFF2-40B4-BE49-F238E27FC236}">
                <a16:creationId xmlns:a16="http://schemas.microsoft.com/office/drawing/2014/main" id="{5E4EF582-A44B-4864-9DD9-DB9F93287EF2}"/>
              </a:ext>
              <a:ext uri="{C183D7F6-B498-43B3-948B-1728B52AA6E4}">
                <adec:decorative xmlns:adec="http://schemas.microsoft.com/office/drawing/2017/decorative" val="1"/>
              </a:ext>
            </a:extLst>
          </p:cNvPr>
          <p:cNvSpPr/>
          <p:nvPr>
            <p:custDataLst>
              <p:tags r:id="rId802"/>
            </p:custDataLst>
          </p:nvPr>
        </p:nvSpPr>
        <p:spPr>
          <a:xfrm>
            <a:off x="98679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3" name="Rectangle 802">
            <a:extLst>
              <a:ext uri="{FF2B5EF4-FFF2-40B4-BE49-F238E27FC236}">
                <a16:creationId xmlns:a16="http://schemas.microsoft.com/office/drawing/2014/main" id="{871C342F-C453-4238-BD8B-13C6E0A47BAA}"/>
              </a:ext>
              <a:ext uri="{C183D7F6-B498-43B3-948B-1728B52AA6E4}">
                <adec:decorative xmlns:adec="http://schemas.microsoft.com/office/drawing/2017/decorative" val="1"/>
              </a:ext>
            </a:extLst>
          </p:cNvPr>
          <p:cNvSpPr/>
          <p:nvPr>
            <p:custDataLst>
              <p:tags r:id="rId803"/>
            </p:custDataLst>
          </p:nvPr>
        </p:nvSpPr>
        <p:spPr>
          <a:xfrm>
            <a:off x="99568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4" name="Rectangle 803">
            <a:extLst>
              <a:ext uri="{FF2B5EF4-FFF2-40B4-BE49-F238E27FC236}">
                <a16:creationId xmlns:a16="http://schemas.microsoft.com/office/drawing/2014/main" id="{D4EBD584-50E0-4B78-BEFF-F0DEFD147412}"/>
              </a:ext>
              <a:ext uri="{C183D7F6-B498-43B3-948B-1728B52AA6E4}">
                <adec:decorative xmlns:adec="http://schemas.microsoft.com/office/drawing/2017/decorative" val="1"/>
              </a:ext>
            </a:extLst>
          </p:cNvPr>
          <p:cNvSpPr/>
          <p:nvPr>
            <p:custDataLst>
              <p:tags r:id="rId804"/>
            </p:custDataLst>
          </p:nvPr>
        </p:nvSpPr>
        <p:spPr>
          <a:xfrm>
            <a:off x="100457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5" name="Rectangle 804">
            <a:extLst>
              <a:ext uri="{FF2B5EF4-FFF2-40B4-BE49-F238E27FC236}">
                <a16:creationId xmlns:a16="http://schemas.microsoft.com/office/drawing/2014/main" id="{2783EF4F-3CEE-4688-BD31-B37AA1FB8876}"/>
              </a:ext>
              <a:ext uri="{C183D7F6-B498-43B3-948B-1728B52AA6E4}">
                <adec:decorative xmlns:adec="http://schemas.microsoft.com/office/drawing/2017/decorative" val="1"/>
              </a:ext>
            </a:extLst>
          </p:cNvPr>
          <p:cNvSpPr/>
          <p:nvPr>
            <p:custDataLst>
              <p:tags r:id="rId805"/>
            </p:custDataLst>
          </p:nvPr>
        </p:nvSpPr>
        <p:spPr>
          <a:xfrm>
            <a:off x="101346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6" name="Rectangle 805">
            <a:extLst>
              <a:ext uri="{FF2B5EF4-FFF2-40B4-BE49-F238E27FC236}">
                <a16:creationId xmlns:a16="http://schemas.microsoft.com/office/drawing/2014/main" id="{54CF71D6-35BA-43EF-B336-FD591E140A17}"/>
              </a:ext>
              <a:ext uri="{C183D7F6-B498-43B3-948B-1728B52AA6E4}">
                <adec:decorative xmlns:adec="http://schemas.microsoft.com/office/drawing/2017/decorative" val="1"/>
              </a:ext>
            </a:extLst>
          </p:cNvPr>
          <p:cNvSpPr/>
          <p:nvPr>
            <p:custDataLst>
              <p:tags r:id="rId806"/>
            </p:custDataLst>
          </p:nvPr>
        </p:nvSpPr>
        <p:spPr>
          <a:xfrm>
            <a:off x="102235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7" name="Rectangle 806">
            <a:extLst>
              <a:ext uri="{FF2B5EF4-FFF2-40B4-BE49-F238E27FC236}">
                <a16:creationId xmlns:a16="http://schemas.microsoft.com/office/drawing/2014/main" id="{1E3CE65E-1DA3-4724-BAA8-B5A51575423F}"/>
              </a:ext>
              <a:ext uri="{C183D7F6-B498-43B3-948B-1728B52AA6E4}">
                <adec:decorative xmlns:adec="http://schemas.microsoft.com/office/drawing/2017/decorative" val="1"/>
              </a:ext>
            </a:extLst>
          </p:cNvPr>
          <p:cNvSpPr/>
          <p:nvPr>
            <p:custDataLst>
              <p:tags r:id="rId807"/>
            </p:custDataLst>
          </p:nvPr>
        </p:nvSpPr>
        <p:spPr>
          <a:xfrm>
            <a:off x="103124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8" name="Rectangle 807">
            <a:extLst>
              <a:ext uri="{FF2B5EF4-FFF2-40B4-BE49-F238E27FC236}">
                <a16:creationId xmlns:a16="http://schemas.microsoft.com/office/drawing/2014/main" id="{51811489-EDAA-4D90-9DCC-1A7331A15F10}"/>
              </a:ext>
              <a:ext uri="{C183D7F6-B498-43B3-948B-1728B52AA6E4}">
                <adec:decorative xmlns:adec="http://schemas.microsoft.com/office/drawing/2017/decorative" val="1"/>
              </a:ext>
            </a:extLst>
          </p:cNvPr>
          <p:cNvSpPr/>
          <p:nvPr>
            <p:custDataLst>
              <p:tags r:id="rId808"/>
            </p:custDataLst>
          </p:nvPr>
        </p:nvSpPr>
        <p:spPr>
          <a:xfrm>
            <a:off x="104013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09" name="Rectangle 808">
            <a:extLst>
              <a:ext uri="{FF2B5EF4-FFF2-40B4-BE49-F238E27FC236}">
                <a16:creationId xmlns:a16="http://schemas.microsoft.com/office/drawing/2014/main" id="{2E84A387-726F-4874-8842-F36062B9C25C}"/>
              </a:ext>
              <a:ext uri="{C183D7F6-B498-43B3-948B-1728B52AA6E4}">
                <adec:decorative xmlns:adec="http://schemas.microsoft.com/office/drawing/2017/decorative" val="1"/>
              </a:ext>
            </a:extLst>
          </p:cNvPr>
          <p:cNvSpPr/>
          <p:nvPr>
            <p:custDataLst>
              <p:tags r:id="rId809"/>
            </p:custDataLst>
          </p:nvPr>
        </p:nvSpPr>
        <p:spPr>
          <a:xfrm>
            <a:off x="104902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0" name="Rectangle 809">
            <a:extLst>
              <a:ext uri="{FF2B5EF4-FFF2-40B4-BE49-F238E27FC236}">
                <a16:creationId xmlns:a16="http://schemas.microsoft.com/office/drawing/2014/main" id="{DF229A2A-C98F-4C30-B2A7-82B054EB313D}"/>
              </a:ext>
              <a:ext uri="{C183D7F6-B498-43B3-948B-1728B52AA6E4}">
                <adec:decorative xmlns:adec="http://schemas.microsoft.com/office/drawing/2017/decorative" val="1"/>
              </a:ext>
            </a:extLst>
          </p:cNvPr>
          <p:cNvSpPr/>
          <p:nvPr>
            <p:custDataLst>
              <p:tags r:id="rId810"/>
            </p:custDataLst>
          </p:nvPr>
        </p:nvSpPr>
        <p:spPr>
          <a:xfrm>
            <a:off x="10579100" y="44373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1" name="Rectangle 810">
            <a:extLst>
              <a:ext uri="{FF2B5EF4-FFF2-40B4-BE49-F238E27FC236}">
                <a16:creationId xmlns:a16="http://schemas.microsoft.com/office/drawing/2014/main" id="{BAACC39C-76B9-442C-89BD-AEAEFD82E7A6}"/>
              </a:ext>
              <a:ext uri="{C183D7F6-B498-43B3-948B-1728B52AA6E4}">
                <adec:decorative xmlns:adec="http://schemas.microsoft.com/office/drawing/2017/decorative" val="1"/>
              </a:ext>
            </a:extLst>
          </p:cNvPr>
          <p:cNvSpPr/>
          <p:nvPr>
            <p:custDataLst>
              <p:tags r:id="rId811"/>
            </p:custDataLst>
          </p:nvPr>
        </p:nvSpPr>
        <p:spPr>
          <a:xfrm>
            <a:off x="10668000" y="44373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2" name="Rectangle 811">
            <a:extLst>
              <a:ext uri="{FF2B5EF4-FFF2-40B4-BE49-F238E27FC236}">
                <a16:creationId xmlns:a16="http://schemas.microsoft.com/office/drawing/2014/main" id="{24D0E856-0EDA-4C40-B223-09F57E3A91B0}"/>
              </a:ext>
              <a:ext uri="{C183D7F6-B498-43B3-948B-1728B52AA6E4}">
                <adec:decorative xmlns:adec="http://schemas.microsoft.com/office/drawing/2017/decorative" val="1"/>
              </a:ext>
            </a:extLst>
          </p:cNvPr>
          <p:cNvSpPr/>
          <p:nvPr>
            <p:custDataLst>
              <p:tags r:id="rId812"/>
            </p:custDataLst>
          </p:nvPr>
        </p:nvSpPr>
        <p:spPr>
          <a:xfrm>
            <a:off x="81788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3" name="Rectangle 812">
            <a:extLst>
              <a:ext uri="{FF2B5EF4-FFF2-40B4-BE49-F238E27FC236}">
                <a16:creationId xmlns:a16="http://schemas.microsoft.com/office/drawing/2014/main" id="{7D3BDA9D-337B-4977-B3A8-2369963BABB0}"/>
              </a:ext>
              <a:ext uri="{C183D7F6-B498-43B3-948B-1728B52AA6E4}">
                <adec:decorative xmlns:adec="http://schemas.microsoft.com/office/drawing/2017/decorative" val="1"/>
              </a:ext>
            </a:extLst>
          </p:cNvPr>
          <p:cNvSpPr/>
          <p:nvPr>
            <p:custDataLst>
              <p:tags r:id="rId813"/>
            </p:custDataLst>
          </p:nvPr>
        </p:nvSpPr>
        <p:spPr>
          <a:xfrm>
            <a:off x="82677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4" name="Rectangle 813">
            <a:extLst>
              <a:ext uri="{FF2B5EF4-FFF2-40B4-BE49-F238E27FC236}">
                <a16:creationId xmlns:a16="http://schemas.microsoft.com/office/drawing/2014/main" id="{FE3CDA63-9C89-4497-8292-62EFF1C85E3F}"/>
              </a:ext>
              <a:ext uri="{C183D7F6-B498-43B3-948B-1728B52AA6E4}">
                <adec:decorative xmlns:adec="http://schemas.microsoft.com/office/drawing/2017/decorative" val="1"/>
              </a:ext>
            </a:extLst>
          </p:cNvPr>
          <p:cNvSpPr/>
          <p:nvPr>
            <p:custDataLst>
              <p:tags r:id="rId814"/>
            </p:custDataLst>
          </p:nvPr>
        </p:nvSpPr>
        <p:spPr>
          <a:xfrm>
            <a:off x="83566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5" name="Rectangle 814">
            <a:extLst>
              <a:ext uri="{FF2B5EF4-FFF2-40B4-BE49-F238E27FC236}">
                <a16:creationId xmlns:a16="http://schemas.microsoft.com/office/drawing/2014/main" id="{903F5C1E-6486-41E6-95EA-B96A82FC0E9A}"/>
              </a:ext>
              <a:ext uri="{C183D7F6-B498-43B3-948B-1728B52AA6E4}">
                <adec:decorative xmlns:adec="http://schemas.microsoft.com/office/drawing/2017/decorative" val="1"/>
              </a:ext>
            </a:extLst>
          </p:cNvPr>
          <p:cNvSpPr/>
          <p:nvPr>
            <p:custDataLst>
              <p:tags r:id="rId815"/>
            </p:custDataLst>
          </p:nvPr>
        </p:nvSpPr>
        <p:spPr>
          <a:xfrm>
            <a:off x="84455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6" name="Rectangle 815">
            <a:extLst>
              <a:ext uri="{FF2B5EF4-FFF2-40B4-BE49-F238E27FC236}">
                <a16:creationId xmlns:a16="http://schemas.microsoft.com/office/drawing/2014/main" id="{2D5C9F34-2CBA-4D9A-8D0F-8024B637CFA7}"/>
              </a:ext>
              <a:ext uri="{C183D7F6-B498-43B3-948B-1728B52AA6E4}">
                <adec:decorative xmlns:adec="http://schemas.microsoft.com/office/drawing/2017/decorative" val="1"/>
              </a:ext>
            </a:extLst>
          </p:cNvPr>
          <p:cNvSpPr/>
          <p:nvPr>
            <p:custDataLst>
              <p:tags r:id="rId816"/>
            </p:custDataLst>
          </p:nvPr>
        </p:nvSpPr>
        <p:spPr>
          <a:xfrm>
            <a:off x="85344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7" name="Rectangle 816">
            <a:extLst>
              <a:ext uri="{FF2B5EF4-FFF2-40B4-BE49-F238E27FC236}">
                <a16:creationId xmlns:a16="http://schemas.microsoft.com/office/drawing/2014/main" id="{E4B38951-564B-4777-BD97-E67CF9378437}"/>
              </a:ext>
              <a:ext uri="{C183D7F6-B498-43B3-948B-1728B52AA6E4}">
                <adec:decorative xmlns:adec="http://schemas.microsoft.com/office/drawing/2017/decorative" val="1"/>
              </a:ext>
            </a:extLst>
          </p:cNvPr>
          <p:cNvSpPr/>
          <p:nvPr>
            <p:custDataLst>
              <p:tags r:id="rId817"/>
            </p:custDataLst>
          </p:nvPr>
        </p:nvSpPr>
        <p:spPr>
          <a:xfrm>
            <a:off x="86233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8" name="Rectangle 817">
            <a:extLst>
              <a:ext uri="{FF2B5EF4-FFF2-40B4-BE49-F238E27FC236}">
                <a16:creationId xmlns:a16="http://schemas.microsoft.com/office/drawing/2014/main" id="{DF0362BF-3C97-4AA7-859F-D91470E8A9B5}"/>
              </a:ext>
              <a:ext uri="{C183D7F6-B498-43B3-948B-1728B52AA6E4}">
                <adec:decorative xmlns:adec="http://schemas.microsoft.com/office/drawing/2017/decorative" val="1"/>
              </a:ext>
            </a:extLst>
          </p:cNvPr>
          <p:cNvSpPr/>
          <p:nvPr>
            <p:custDataLst>
              <p:tags r:id="rId818"/>
            </p:custDataLst>
          </p:nvPr>
        </p:nvSpPr>
        <p:spPr>
          <a:xfrm>
            <a:off x="87122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19" name="Rectangle 818">
            <a:extLst>
              <a:ext uri="{FF2B5EF4-FFF2-40B4-BE49-F238E27FC236}">
                <a16:creationId xmlns:a16="http://schemas.microsoft.com/office/drawing/2014/main" id="{A318D875-F036-4D01-8B31-DB672B458A77}"/>
              </a:ext>
              <a:ext uri="{C183D7F6-B498-43B3-948B-1728B52AA6E4}">
                <adec:decorative xmlns:adec="http://schemas.microsoft.com/office/drawing/2017/decorative" val="1"/>
              </a:ext>
            </a:extLst>
          </p:cNvPr>
          <p:cNvSpPr/>
          <p:nvPr>
            <p:custDataLst>
              <p:tags r:id="rId819"/>
            </p:custDataLst>
          </p:nvPr>
        </p:nvSpPr>
        <p:spPr>
          <a:xfrm>
            <a:off x="88011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0" name="Rectangle 819">
            <a:extLst>
              <a:ext uri="{FF2B5EF4-FFF2-40B4-BE49-F238E27FC236}">
                <a16:creationId xmlns:a16="http://schemas.microsoft.com/office/drawing/2014/main" id="{B5661E8B-5948-4DD3-A0A8-CEA989E79288}"/>
              </a:ext>
              <a:ext uri="{C183D7F6-B498-43B3-948B-1728B52AA6E4}">
                <adec:decorative xmlns:adec="http://schemas.microsoft.com/office/drawing/2017/decorative" val="1"/>
              </a:ext>
            </a:extLst>
          </p:cNvPr>
          <p:cNvSpPr/>
          <p:nvPr>
            <p:custDataLst>
              <p:tags r:id="rId820"/>
            </p:custDataLst>
          </p:nvPr>
        </p:nvSpPr>
        <p:spPr>
          <a:xfrm>
            <a:off x="88900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1" name="Rectangle 820">
            <a:extLst>
              <a:ext uri="{FF2B5EF4-FFF2-40B4-BE49-F238E27FC236}">
                <a16:creationId xmlns:a16="http://schemas.microsoft.com/office/drawing/2014/main" id="{6ED67CE1-700A-4D4C-BA02-7806D6BC09F3}"/>
              </a:ext>
              <a:ext uri="{C183D7F6-B498-43B3-948B-1728B52AA6E4}">
                <adec:decorative xmlns:adec="http://schemas.microsoft.com/office/drawing/2017/decorative" val="1"/>
              </a:ext>
            </a:extLst>
          </p:cNvPr>
          <p:cNvSpPr/>
          <p:nvPr>
            <p:custDataLst>
              <p:tags r:id="rId821"/>
            </p:custDataLst>
          </p:nvPr>
        </p:nvSpPr>
        <p:spPr>
          <a:xfrm>
            <a:off x="89789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2" name="Rectangle 821">
            <a:extLst>
              <a:ext uri="{FF2B5EF4-FFF2-40B4-BE49-F238E27FC236}">
                <a16:creationId xmlns:a16="http://schemas.microsoft.com/office/drawing/2014/main" id="{6D45F762-3553-4516-97B5-78E62287F0C5}"/>
              </a:ext>
              <a:ext uri="{C183D7F6-B498-43B3-948B-1728B52AA6E4}">
                <adec:decorative xmlns:adec="http://schemas.microsoft.com/office/drawing/2017/decorative" val="1"/>
              </a:ext>
            </a:extLst>
          </p:cNvPr>
          <p:cNvSpPr/>
          <p:nvPr>
            <p:custDataLst>
              <p:tags r:id="rId822"/>
            </p:custDataLst>
          </p:nvPr>
        </p:nvSpPr>
        <p:spPr>
          <a:xfrm>
            <a:off x="90678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3" name="Rectangle 822">
            <a:extLst>
              <a:ext uri="{FF2B5EF4-FFF2-40B4-BE49-F238E27FC236}">
                <a16:creationId xmlns:a16="http://schemas.microsoft.com/office/drawing/2014/main" id="{BEB0268F-0E7F-4E8C-A911-E1D9421BA98B}"/>
              </a:ext>
              <a:ext uri="{C183D7F6-B498-43B3-948B-1728B52AA6E4}">
                <adec:decorative xmlns:adec="http://schemas.microsoft.com/office/drawing/2017/decorative" val="1"/>
              </a:ext>
            </a:extLst>
          </p:cNvPr>
          <p:cNvSpPr/>
          <p:nvPr>
            <p:custDataLst>
              <p:tags r:id="rId823"/>
            </p:custDataLst>
          </p:nvPr>
        </p:nvSpPr>
        <p:spPr>
          <a:xfrm>
            <a:off x="91567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4" name="Rectangle 823">
            <a:extLst>
              <a:ext uri="{FF2B5EF4-FFF2-40B4-BE49-F238E27FC236}">
                <a16:creationId xmlns:a16="http://schemas.microsoft.com/office/drawing/2014/main" id="{265F1E71-30C2-4589-93F4-92CE66378542}"/>
              </a:ext>
              <a:ext uri="{C183D7F6-B498-43B3-948B-1728B52AA6E4}">
                <adec:decorative xmlns:adec="http://schemas.microsoft.com/office/drawing/2017/decorative" val="1"/>
              </a:ext>
            </a:extLst>
          </p:cNvPr>
          <p:cNvSpPr/>
          <p:nvPr>
            <p:custDataLst>
              <p:tags r:id="rId824"/>
            </p:custDataLst>
          </p:nvPr>
        </p:nvSpPr>
        <p:spPr>
          <a:xfrm>
            <a:off x="92456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5" name="Rectangle 824">
            <a:extLst>
              <a:ext uri="{FF2B5EF4-FFF2-40B4-BE49-F238E27FC236}">
                <a16:creationId xmlns:a16="http://schemas.microsoft.com/office/drawing/2014/main" id="{7080DC32-5D49-41C6-BBBF-F881D880036C}"/>
              </a:ext>
              <a:ext uri="{C183D7F6-B498-43B3-948B-1728B52AA6E4}">
                <adec:decorative xmlns:adec="http://schemas.microsoft.com/office/drawing/2017/decorative" val="1"/>
              </a:ext>
            </a:extLst>
          </p:cNvPr>
          <p:cNvSpPr/>
          <p:nvPr>
            <p:custDataLst>
              <p:tags r:id="rId825"/>
            </p:custDataLst>
          </p:nvPr>
        </p:nvSpPr>
        <p:spPr>
          <a:xfrm>
            <a:off x="93345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6" name="Rectangle 825">
            <a:extLst>
              <a:ext uri="{FF2B5EF4-FFF2-40B4-BE49-F238E27FC236}">
                <a16:creationId xmlns:a16="http://schemas.microsoft.com/office/drawing/2014/main" id="{C40C2E13-4D50-4F59-A22F-84D0E68DE2E7}"/>
              </a:ext>
              <a:ext uri="{C183D7F6-B498-43B3-948B-1728B52AA6E4}">
                <adec:decorative xmlns:adec="http://schemas.microsoft.com/office/drawing/2017/decorative" val="1"/>
              </a:ext>
            </a:extLst>
          </p:cNvPr>
          <p:cNvSpPr/>
          <p:nvPr>
            <p:custDataLst>
              <p:tags r:id="rId826"/>
            </p:custDataLst>
          </p:nvPr>
        </p:nvSpPr>
        <p:spPr>
          <a:xfrm>
            <a:off x="94234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7" name="Rectangle 826">
            <a:extLst>
              <a:ext uri="{FF2B5EF4-FFF2-40B4-BE49-F238E27FC236}">
                <a16:creationId xmlns:a16="http://schemas.microsoft.com/office/drawing/2014/main" id="{1B83B75B-3515-41AE-B0A1-80543A8AE724}"/>
              </a:ext>
              <a:ext uri="{C183D7F6-B498-43B3-948B-1728B52AA6E4}">
                <adec:decorative xmlns:adec="http://schemas.microsoft.com/office/drawing/2017/decorative" val="1"/>
              </a:ext>
            </a:extLst>
          </p:cNvPr>
          <p:cNvSpPr/>
          <p:nvPr>
            <p:custDataLst>
              <p:tags r:id="rId827"/>
            </p:custDataLst>
          </p:nvPr>
        </p:nvSpPr>
        <p:spPr>
          <a:xfrm>
            <a:off x="95123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8" name="Rectangle 827">
            <a:extLst>
              <a:ext uri="{FF2B5EF4-FFF2-40B4-BE49-F238E27FC236}">
                <a16:creationId xmlns:a16="http://schemas.microsoft.com/office/drawing/2014/main" id="{04F2DE1D-D464-4EC4-97E8-DE6057576788}"/>
              </a:ext>
              <a:ext uri="{C183D7F6-B498-43B3-948B-1728B52AA6E4}">
                <adec:decorative xmlns:adec="http://schemas.microsoft.com/office/drawing/2017/decorative" val="1"/>
              </a:ext>
            </a:extLst>
          </p:cNvPr>
          <p:cNvSpPr/>
          <p:nvPr>
            <p:custDataLst>
              <p:tags r:id="rId828"/>
            </p:custDataLst>
          </p:nvPr>
        </p:nvSpPr>
        <p:spPr>
          <a:xfrm>
            <a:off x="96012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29" name="Rectangle 828">
            <a:extLst>
              <a:ext uri="{FF2B5EF4-FFF2-40B4-BE49-F238E27FC236}">
                <a16:creationId xmlns:a16="http://schemas.microsoft.com/office/drawing/2014/main" id="{8E2CEF6E-2048-4D73-939B-D7E61B6FBD85}"/>
              </a:ext>
              <a:ext uri="{C183D7F6-B498-43B3-948B-1728B52AA6E4}">
                <adec:decorative xmlns:adec="http://schemas.microsoft.com/office/drawing/2017/decorative" val="1"/>
              </a:ext>
            </a:extLst>
          </p:cNvPr>
          <p:cNvSpPr/>
          <p:nvPr>
            <p:custDataLst>
              <p:tags r:id="rId829"/>
            </p:custDataLst>
          </p:nvPr>
        </p:nvSpPr>
        <p:spPr>
          <a:xfrm>
            <a:off x="96901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0" name="Rectangle 829">
            <a:extLst>
              <a:ext uri="{FF2B5EF4-FFF2-40B4-BE49-F238E27FC236}">
                <a16:creationId xmlns:a16="http://schemas.microsoft.com/office/drawing/2014/main" id="{92C4003D-33A2-48E5-8DED-33B558BFB27E}"/>
              </a:ext>
              <a:ext uri="{C183D7F6-B498-43B3-948B-1728B52AA6E4}">
                <adec:decorative xmlns:adec="http://schemas.microsoft.com/office/drawing/2017/decorative" val="1"/>
              </a:ext>
            </a:extLst>
          </p:cNvPr>
          <p:cNvSpPr/>
          <p:nvPr>
            <p:custDataLst>
              <p:tags r:id="rId830"/>
            </p:custDataLst>
          </p:nvPr>
        </p:nvSpPr>
        <p:spPr>
          <a:xfrm>
            <a:off x="97790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1" name="Rectangle 830">
            <a:extLst>
              <a:ext uri="{FF2B5EF4-FFF2-40B4-BE49-F238E27FC236}">
                <a16:creationId xmlns:a16="http://schemas.microsoft.com/office/drawing/2014/main" id="{F53CDB5C-1332-4A22-B8EE-8A6B28C843E9}"/>
              </a:ext>
              <a:ext uri="{C183D7F6-B498-43B3-948B-1728B52AA6E4}">
                <adec:decorative xmlns:adec="http://schemas.microsoft.com/office/drawing/2017/decorative" val="1"/>
              </a:ext>
            </a:extLst>
          </p:cNvPr>
          <p:cNvSpPr/>
          <p:nvPr>
            <p:custDataLst>
              <p:tags r:id="rId831"/>
            </p:custDataLst>
          </p:nvPr>
        </p:nvSpPr>
        <p:spPr>
          <a:xfrm>
            <a:off x="98679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2" name="Rectangle 831">
            <a:extLst>
              <a:ext uri="{FF2B5EF4-FFF2-40B4-BE49-F238E27FC236}">
                <a16:creationId xmlns:a16="http://schemas.microsoft.com/office/drawing/2014/main" id="{B8220CA1-DB75-463D-A859-46A4A46B298A}"/>
              </a:ext>
              <a:ext uri="{C183D7F6-B498-43B3-948B-1728B52AA6E4}">
                <adec:decorative xmlns:adec="http://schemas.microsoft.com/office/drawing/2017/decorative" val="1"/>
              </a:ext>
            </a:extLst>
          </p:cNvPr>
          <p:cNvSpPr/>
          <p:nvPr>
            <p:custDataLst>
              <p:tags r:id="rId832"/>
            </p:custDataLst>
          </p:nvPr>
        </p:nvSpPr>
        <p:spPr>
          <a:xfrm>
            <a:off x="99568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3" name="Rectangle 832">
            <a:extLst>
              <a:ext uri="{FF2B5EF4-FFF2-40B4-BE49-F238E27FC236}">
                <a16:creationId xmlns:a16="http://schemas.microsoft.com/office/drawing/2014/main" id="{665CB732-FE6B-429C-AC31-A425930841A1}"/>
              </a:ext>
              <a:ext uri="{C183D7F6-B498-43B3-948B-1728B52AA6E4}">
                <adec:decorative xmlns:adec="http://schemas.microsoft.com/office/drawing/2017/decorative" val="1"/>
              </a:ext>
            </a:extLst>
          </p:cNvPr>
          <p:cNvSpPr/>
          <p:nvPr>
            <p:custDataLst>
              <p:tags r:id="rId833"/>
            </p:custDataLst>
          </p:nvPr>
        </p:nvSpPr>
        <p:spPr>
          <a:xfrm>
            <a:off x="100457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4" name="Rectangle 833">
            <a:extLst>
              <a:ext uri="{FF2B5EF4-FFF2-40B4-BE49-F238E27FC236}">
                <a16:creationId xmlns:a16="http://schemas.microsoft.com/office/drawing/2014/main" id="{C568381F-EFB4-488F-9D28-7AD9869655BA}"/>
              </a:ext>
              <a:ext uri="{C183D7F6-B498-43B3-948B-1728B52AA6E4}">
                <adec:decorative xmlns:adec="http://schemas.microsoft.com/office/drawing/2017/decorative" val="1"/>
              </a:ext>
            </a:extLst>
          </p:cNvPr>
          <p:cNvSpPr/>
          <p:nvPr>
            <p:custDataLst>
              <p:tags r:id="rId834"/>
            </p:custDataLst>
          </p:nvPr>
        </p:nvSpPr>
        <p:spPr>
          <a:xfrm>
            <a:off x="101346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5" name="Rectangle 834">
            <a:extLst>
              <a:ext uri="{FF2B5EF4-FFF2-40B4-BE49-F238E27FC236}">
                <a16:creationId xmlns:a16="http://schemas.microsoft.com/office/drawing/2014/main" id="{0AA022FA-5F80-400E-968B-231393479411}"/>
              </a:ext>
              <a:ext uri="{C183D7F6-B498-43B3-948B-1728B52AA6E4}">
                <adec:decorative xmlns:adec="http://schemas.microsoft.com/office/drawing/2017/decorative" val="1"/>
              </a:ext>
            </a:extLst>
          </p:cNvPr>
          <p:cNvSpPr/>
          <p:nvPr>
            <p:custDataLst>
              <p:tags r:id="rId835"/>
            </p:custDataLst>
          </p:nvPr>
        </p:nvSpPr>
        <p:spPr>
          <a:xfrm>
            <a:off x="10223500" y="4526280"/>
            <a:ext cx="88900" cy="88900"/>
          </a:xfrm>
          <a:prstGeom prst="rect">
            <a:avLst/>
          </a:prstGeom>
          <a:solidFill>
            <a:srgbClr val="FFFFFF"/>
          </a:solidFill>
          <a:ln w="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6" name="Rectangle 835">
            <a:extLst>
              <a:ext uri="{FF2B5EF4-FFF2-40B4-BE49-F238E27FC236}">
                <a16:creationId xmlns:a16="http://schemas.microsoft.com/office/drawing/2014/main" id="{752BD369-4BE2-459B-ADB6-D43219841324}"/>
              </a:ext>
              <a:ext uri="{C183D7F6-B498-43B3-948B-1728B52AA6E4}">
                <adec:decorative xmlns:adec="http://schemas.microsoft.com/office/drawing/2017/decorative" val="1"/>
              </a:ext>
            </a:extLst>
          </p:cNvPr>
          <p:cNvSpPr/>
          <p:nvPr>
            <p:custDataLst>
              <p:tags r:id="rId836"/>
            </p:custDataLst>
          </p:nvPr>
        </p:nvSpPr>
        <p:spPr>
          <a:xfrm>
            <a:off x="103124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7" name="Rectangle 836">
            <a:extLst>
              <a:ext uri="{FF2B5EF4-FFF2-40B4-BE49-F238E27FC236}">
                <a16:creationId xmlns:a16="http://schemas.microsoft.com/office/drawing/2014/main" id="{434CCAB7-783B-431F-99B9-3AA48781AA78}"/>
              </a:ext>
              <a:ext uri="{C183D7F6-B498-43B3-948B-1728B52AA6E4}">
                <adec:decorative xmlns:adec="http://schemas.microsoft.com/office/drawing/2017/decorative" val="1"/>
              </a:ext>
            </a:extLst>
          </p:cNvPr>
          <p:cNvSpPr/>
          <p:nvPr>
            <p:custDataLst>
              <p:tags r:id="rId837"/>
            </p:custDataLst>
          </p:nvPr>
        </p:nvSpPr>
        <p:spPr>
          <a:xfrm>
            <a:off x="104013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8" name="Rectangle 837">
            <a:extLst>
              <a:ext uri="{FF2B5EF4-FFF2-40B4-BE49-F238E27FC236}">
                <a16:creationId xmlns:a16="http://schemas.microsoft.com/office/drawing/2014/main" id="{17EE71BA-984C-47EF-9F3E-75A3937512A7}"/>
              </a:ext>
              <a:ext uri="{C183D7F6-B498-43B3-948B-1728B52AA6E4}">
                <adec:decorative xmlns:adec="http://schemas.microsoft.com/office/drawing/2017/decorative" val="1"/>
              </a:ext>
            </a:extLst>
          </p:cNvPr>
          <p:cNvSpPr/>
          <p:nvPr>
            <p:custDataLst>
              <p:tags r:id="rId838"/>
            </p:custDataLst>
          </p:nvPr>
        </p:nvSpPr>
        <p:spPr>
          <a:xfrm>
            <a:off x="104902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39" name="Rectangle 838">
            <a:extLst>
              <a:ext uri="{FF2B5EF4-FFF2-40B4-BE49-F238E27FC236}">
                <a16:creationId xmlns:a16="http://schemas.microsoft.com/office/drawing/2014/main" id="{4B496F36-DA8F-443E-A343-A20192F905E6}"/>
              </a:ext>
              <a:ext uri="{C183D7F6-B498-43B3-948B-1728B52AA6E4}">
                <adec:decorative xmlns:adec="http://schemas.microsoft.com/office/drawing/2017/decorative" val="1"/>
              </a:ext>
            </a:extLst>
          </p:cNvPr>
          <p:cNvSpPr/>
          <p:nvPr>
            <p:custDataLst>
              <p:tags r:id="rId839"/>
            </p:custDataLst>
          </p:nvPr>
        </p:nvSpPr>
        <p:spPr>
          <a:xfrm>
            <a:off x="10579100" y="4526280"/>
            <a:ext cx="88900" cy="88900"/>
          </a:xfrm>
          <a:prstGeom prst="rect">
            <a:avLst/>
          </a:prstGeom>
          <a:solidFill>
            <a:srgbClr val="000000"/>
          </a:solidFill>
          <a:ln w="0" cap="flat" cmpd="sng" algn="ctr">
            <a:solidFill>
              <a:srgbClr val="00000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Tree>
    <p:custDataLst>
      <p:tags r:id="rId1"/>
    </p:custDataLst>
    <p:extLst>
      <p:ext uri="{BB962C8B-B14F-4D97-AF65-F5344CB8AC3E}">
        <p14:creationId xmlns:p14="http://schemas.microsoft.com/office/powerpoint/2010/main" val="1635377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a:xfrm>
            <a:off x="1303468" y="283544"/>
            <a:ext cx="11685973" cy="1154096"/>
          </a:xfrm>
        </p:spPr>
        <p:txBody>
          <a:bodyPr>
            <a:noAutofit/>
          </a:bodyPr>
          <a:lstStyle/>
          <a:p>
            <a:r>
              <a:rPr lang="en-GB" sz="4000" dirty="0"/>
              <a:t>Where do you store your files for </a:t>
            </a:r>
            <a:r>
              <a:rPr lang="en-GB" sz="4000" dirty="0" err="1"/>
              <a:t>uni</a:t>
            </a:r>
            <a:r>
              <a:rPr lang="en-GB" sz="4000" dirty="0"/>
              <a:t> work?</a:t>
            </a:r>
            <a:endParaRPr lang="en-FI" sz="4000" dirty="0"/>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Rectangle: Rounded Corners 3">
            <a:extLst>
              <a:ext uri="{FF2B5EF4-FFF2-40B4-BE49-F238E27FC236}">
                <a16:creationId xmlns:a16="http://schemas.microsoft.com/office/drawing/2014/main" id="{187AA915-CE03-483E-A6B8-8AE342C835F9}"/>
              </a:ext>
            </a:extLst>
          </p:cNvPr>
          <p:cNvSpPr/>
          <p:nvPr>
            <p:custDataLst>
              <p:tags r:id="rId4"/>
            </p:custDataLst>
          </p:nvPr>
        </p:nvSpPr>
        <p:spPr>
          <a:xfrm>
            <a:off x="63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a:t>
            </a:r>
          </a:p>
        </p:txBody>
      </p:sp>
      <p:sp>
        <p:nvSpPr>
          <p:cNvPr id="5" name="Rectangle: Rounded Corners 4">
            <a:extLst>
              <a:ext uri="{FF2B5EF4-FFF2-40B4-BE49-F238E27FC236}">
                <a16:creationId xmlns:a16="http://schemas.microsoft.com/office/drawing/2014/main" id="{89D2FD82-67D8-47E6-A295-86B72FA52259}"/>
              </a:ext>
              <a:ext uri="{C183D7F6-B498-43B3-948B-1728B52AA6E4}">
                <adec:decorative xmlns:adec="http://schemas.microsoft.com/office/drawing/2017/decorative" val="1"/>
              </a:ext>
            </a:extLst>
          </p:cNvPr>
          <p:cNvSpPr/>
          <p:nvPr>
            <p:custDataLst>
              <p:tags r:id="rId5"/>
            </p:custDataLst>
          </p:nvPr>
        </p:nvSpPr>
        <p:spPr>
          <a:xfrm>
            <a:off x="10096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Question slide</a:t>
            </a:r>
          </a:p>
        </p:txBody>
      </p:sp>
      <p:sp>
        <p:nvSpPr>
          <p:cNvPr id="6" name="Rectangle: Top Corners Snipped 5">
            <a:extLst>
              <a:ext uri="{FF2B5EF4-FFF2-40B4-BE49-F238E27FC236}">
                <a16:creationId xmlns:a16="http://schemas.microsoft.com/office/drawing/2014/main" id="{2BFA859A-615D-44A6-9197-C4B36CE7540D}"/>
              </a:ext>
              <a:ext uri="{C183D7F6-B498-43B3-948B-1728B52AA6E4}">
                <adec:decorative xmlns:adec="http://schemas.microsoft.com/office/drawing/2017/decorative" val="1"/>
              </a:ext>
            </a:extLst>
          </p:cNvPr>
          <p:cNvSpPr/>
          <p:nvPr>
            <p:custDataLst>
              <p:tags r:id="rId6"/>
            </p:custDataLst>
          </p:nvPr>
        </p:nvSpPr>
        <p:spPr>
          <a:xfrm>
            <a:off x="165100" y="254000"/>
            <a:ext cx="177800" cy="127000"/>
          </a:xfrm>
          <a:prstGeom prst="snip2Same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 name="Oval 6">
            <a:extLst>
              <a:ext uri="{FF2B5EF4-FFF2-40B4-BE49-F238E27FC236}">
                <a16:creationId xmlns:a16="http://schemas.microsoft.com/office/drawing/2014/main" id="{FB3C8CA2-156F-48EF-8BE4-6189487E8E1B}"/>
              </a:ext>
              <a:ext uri="{C183D7F6-B498-43B3-948B-1728B52AA6E4}">
                <adec:decorative xmlns:adec="http://schemas.microsoft.com/office/drawing/2017/decorative" val="1"/>
              </a:ext>
            </a:extLst>
          </p:cNvPr>
          <p:cNvSpPr/>
          <p:nvPr>
            <p:custDataLst>
              <p:tags r:id="rId7"/>
            </p:custDataLst>
          </p:nvPr>
        </p:nvSpPr>
        <p:spPr>
          <a:xfrm>
            <a:off x="190500" y="127000"/>
            <a:ext cx="127000" cy="127000"/>
          </a:xfrm>
          <a:prstGeom prst="ellipse">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 name="Oval 7">
            <a:extLst>
              <a:ext uri="{FF2B5EF4-FFF2-40B4-BE49-F238E27FC236}">
                <a16:creationId xmlns:a16="http://schemas.microsoft.com/office/drawing/2014/main" id="{2C41E8AC-006F-4B2E-A31B-5204730A43B3}"/>
              </a:ext>
              <a:ext uri="{C183D7F6-B498-43B3-948B-1728B52AA6E4}">
                <adec:decorative xmlns:adec="http://schemas.microsoft.com/office/drawing/2017/decorative" val="1"/>
              </a:ext>
            </a:extLst>
          </p:cNvPr>
          <p:cNvSpPr/>
          <p:nvPr>
            <p:custDataLst>
              <p:tags r:id="rId8"/>
            </p:custDataLst>
          </p:nvPr>
        </p:nvSpPr>
        <p:spPr>
          <a:xfrm>
            <a:off x="11341100" y="6007100"/>
            <a:ext cx="762000" cy="76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ctr" anchorCtr="1"/>
          <a:lstStyle/>
          <a:p>
            <a:pPr algn="l"/>
            <a:endParaRPr lang="en-GB"/>
          </a:p>
        </p:txBody>
      </p:sp>
      <p:sp>
        <p:nvSpPr>
          <p:cNvPr id="9" name="TextBox 8">
            <a:extLst>
              <a:ext uri="{FF2B5EF4-FFF2-40B4-BE49-F238E27FC236}">
                <a16:creationId xmlns:a16="http://schemas.microsoft.com/office/drawing/2014/main" id="{B0596395-485C-4BCD-BC5D-E80869CD50DD}"/>
              </a:ext>
            </a:extLst>
          </p:cNvPr>
          <p:cNvSpPr txBox="1"/>
          <p:nvPr>
            <p:custDataLst>
              <p:tags r:id="rId9"/>
            </p:custDataLst>
          </p:nvPr>
        </p:nvSpPr>
        <p:spPr>
          <a:xfrm>
            <a:off x="3429000" y="88900"/>
            <a:ext cx="2413000" cy="381000"/>
          </a:xfrm>
          <a:prstGeom prst="rect">
            <a:avLst/>
          </a:prstGeom>
          <a:noFill/>
        </p:spPr>
        <p:txBody>
          <a:bodyPr vertOverflow="overflow" vert="horz" wrap="square" rtlCol="0" anchor="t">
            <a:spAutoFit/>
          </a:bodyPr>
          <a:lstStyle/>
          <a:p>
            <a:pPr algn="l"/>
            <a:r>
              <a:rPr lang="en-GB"/>
              <a:t>Join at: </a:t>
            </a:r>
            <a:r>
              <a:rPr lang="en-GB" b="1"/>
              <a:t>vevox.app</a:t>
            </a:r>
            <a:endParaRPr lang="en-GB"/>
          </a:p>
        </p:txBody>
      </p:sp>
      <p:sp>
        <p:nvSpPr>
          <p:cNvPr id="10" name="TextBox 9">
            <a:extLst>
              <a:ext uri="{FF2B5EF4-FFF2-40B4-BE49-F238E27FC236}">
                <a16:creationId xmlns:a16="http://schemas.microsoft.com/office/drawing/2014/main" id="{E74E72D9-1F1F-4E3C-976A-58214CC30856}"/>
              </a:ext>
            </a:extLst>
          </p:cNvPr>
          <p:cNvSpPr txBox="1"/>
          <p:nvPr>
            <p:custDataLst>
              <p:tags r:id="rId10"/>
            </p:custDataLst>
          </p:nvPr>
        </p:nvSpPr>
        <p:spPr>
          <a:xfrm>
            <a:off x="6350000" y="101600"/>
            <a:ext cx="2413000" cy="381000"/>
          </a:xfrm>
          <a:prstGeom prst="rect">
            <a:avLst/>
          </a:prstGeom>
          <a:noFill/>
        </p:spPr>
        <p:txBody>
          <a:bodyPr vertOverflow="overflow" vert="horz" wrap="square" rtlCol="0" anchor="t">
            <a:spAutoFit/>
          </a:bodyPr>
          <a:lstStyle/>
          <a:p>
            <a:pPr algn="l"/>
            <a:r>
              <a:rPr lang="en-GB"/>
              <a:t>ID: </a:t>
            </a:r>
            <a:r>
              <a:rPr lang="en-GB" b="1"/>
              <a:t>XXX-XXX-XXX</a:t>
            </a:r>
            <a:endParaRPr lang="en-GB"/>
          </a:p>
        </p:txBody>
      </p:sp>
      <p:sp>
        <p:nvSpPr>
          <p:cNvPr id="11" name="TextBox 10">
            <a:extLst>
              <a:ext uri="{FF2B5EF4-FFF2-40B4-BE49-F238E27FC236}">
                <a16:creationId xmlns:a16="http://schemas.microsoft.com/office/drawing/2014/main" id="{CDFC3707-7CDF-4E65-B864-3C6EAE043076}"/>
              </a:ext>
            </a:extLst>
          </p:cNvPr>
          <p:cNvSpPr txBox="1"/>
          <p:nvPr>
            <p:custDataLst>
              <p:tags r:id="rId11"/>
            </p:custDataLst>
          </p:nvPr>
        </p:nvSpPr>
        <p:spPr>
          <a:xfrm>
            <a:off x="838200" y="1798320"/>
            <a:ext cx="9499600" cy="317500"/>
          </a:xfrm>
          <a:prstGeom prst="rect">
            <a:avLst/>
          </a:prstGeom>
          <a:noFill/>
        </p:spPr>
        <p:txBody>
          <a:bodyPr vertOverflow="overflow" vert="horz" wrap="square" tIns="0" bIns="0" rtlCol="0" anchor="b" anchorCtr="0">
            <a:normAutofit/>
          </a:bodyPr>
          <a:lstStyle/>
          <a:p>
            <a:pPr algn="l"/>
            <a:r>
              <a:rPr lang="en-GB"/>
              <a:t>Cloud storage (googledrive/dropbox/onedrive)</a:t>
            </a:r>
          </a:p>
        </p:txBody>
      </p:sp>
      <p:sp>
        <p:nvSpPr>
          <p:cNvPr id="12" name="TextBox 11">
            <a:extLst>
              <a:ext uri="{FF2B5EF4-FFF2-40B4-BE49-F238E27FC236}">
                <a16:creationId xmlns:a16="http://schemas.microsoft.com/office/drawing/2014/main" id="{705EA898-24BF-4C3C-8758-83BC14970957}"/>
              </a:ext>
              <a:ext uri="{C183D7F6-B498-43B3-948B-1728B52AA6E4}">
                <adec:decorative xmlns:adec="http://schemas.microsoft.com/office/drawing/2017/decorative" val="1"/>
              </a:ext>
            </a:extLst>
          </p:cNvPr>
          <p:cNvSpPr txBox="1"/>
          <p:nvPr>
            <p:custDataLst>
              <p:tags r:id="rId12"/>
            </p:custDataLst>
          </p:nvPr>
        </p:nvSpPr>
        <p:spPr>
          <a:xfrm>
            <a:off x="10337800" y="1963420"/>
            <a:ext cx="1016000" cy="635000"/>
          </a:xfrm>
          <a:prstGeom prst="rect">
            <a:avLst/>
          </a:prstGeom>
          <a:noFill/>
        </p:spPr>
        <p:txBody>
          <a:bodyPr vertOverflow="overflow" vert="horz" wrap="square" rtlCol="0" anchor="ctr" anchorCtr="0">
            <a:spAutoFit/>
          </a:bodyPr>
          <a:lstStyle/>
          <a:p>
            <a:pPr algn="r"/>
            <a:r>
              <a:rPr lang="en-GB"/>
              <a:t>##.##%</a:t>
            </a:r>
          </a:p>
        </p:txBody>
      </p:sp>
      <p:sp>
        <p:nvSpPr>
          <p:cNvPr id="13" name="Rectangle: Rounded Corners 12">
            <a:extLst>
              <a:ext uri="{FF2B5EF4-FFF2-40B4-BE49-F238E27FC236}">
                <a16:creationId xmlns:a16="http://schemas.microsoft.com/office/drawing/2014/main" id="{2848DFB6-3BDB-400A-B862-059D9776D122}"/>
              </a:ext>
              <a:ext uri="{C183D7F6-B498-43B3-948B-1728B52AA6E4}">
                <adec:decorative xmlns:adec="http://schemas.microsoft.com/office/drawing/2017/decorative" val="1"/>
              </a:ext>
            </a:extLst>
          </p:cNvPr>
          <p:cNvSpPr/>
          <p:nvPr>
            <p:custDataLst>
              <p:tags r:id="rId13"/>
            </p:custDataLst>
          </p:nvPr>
        </p:nvSpPr>
        <p:spPr>
          <a:xfrm>
            <a:off x="838200" y="2115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14" name="Rectangle: Rounded Corners 13">
            <a:extLst>
              <a:ext uri="{FF2B5EF4-FFF2-40B4-BE49-F238E27FC236}">
                <a16:creationId xmlns:a16="http://schemas.microsoft.com/office/drawing/2014/main" id="{27B55030-F6F9-475D-AE29-BF91CFDE11B6}"/>
              </a:ext>
              <a:ext uri="{C183D7F6-B498-43B3-948B-1728B52AA6E4}">
                <adec:decorative xmlns:adec="http://schemas.microsoft.com/office/drawing/2017/decorative" val="1"/>
              </a:ext>
            </a:extLst>
          </p:cNvPr>
          <p:cNvSpPr/>
          <p:nvPr>
            <p:custDataLst>
              <p:tags r:id="rId14"/>
            </p:custDataLst>
          </p:nvPr>
        </p:nvSpPr>
        <p:spPr>
          <a:xfrm>
            <a:off x="838200" y="2115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15" name="TextBox 14">
            <a:extLst>
              <a:ext uri="{FF2B5EF4-FFF2-40B4-BE49-F238E27FC236}">
                <a16:creationId xmlns:a16="http://schemas.microsoft.com/office/drawing/2014/main" id="{87E7A365-1A7B-47E7-959E-49520CC775EC}"/>
              </a:ext>
            </a:extLst>
          </p:cNvPr>
          <p:cNvSpPr txBox="1"/>
          <p:nvPr>
            <p:custDataLst>
              <p:tags r:id="rId15"/>
            </p:custDataLst>
          </p:nvPr>
        </p:nvSpPr>
        <p:spPr>
          <a:xfrm>
            <a:off x="838200" y="2560320"/>
            <a:ext cx="9499600" cy="317500"/>
          </a:xfrm>
          <a:prstGeom prst="rect">
            <a:avLst/>
          </a:prstGeom>
          <a:noFill/>
        </p:spPr>
        <p:txBody>
          <a:bodyPr vertOverflow="overflow" vert="horz" wrap="square" tIns="0" bIns="0" rtlCol="0" anchor="b" anchorCtr="0">
            <a:normAutofit/>
          </a:bodyPr>
          <a:lstStyle/>
          <a:p>
            <a:pPr algn="l"/>
            <a:r>
              <a:rPr lang="en-GB"/>
              <a:t>Everything lives and dies in the downloads folder</a:t>
            </a:r>
          </a:p>
        </p:txBody>
      </p:sp>
      <p:sp>
        <p:nvSpPr>
          <p:cNvPr id="16" name="TextBox 15">
            <a:extLst>
              <a:ext uri="{FF2B5EF4-FFF2-40B4-BE49-F238E27FC236}">
                <a16:creationId xmlns:a16="http://schemas.microsoft.com/office/drawing/2014/main" id="{76FF2402-D765-4000-922B-63B2ED13DB89}"/>
              </a:ext>
              <a:ext uri="{C183D7F6-B498-43B3-948B-1728B52AA6E4}">
                <adec:decorative xmlns:adec="http://schemas.microsoft.com/office/drawing/2017/decorative" val="1"/>
              </a:ext>
            </a:extLst>
          </p:cNvPr>
          <p:cNvSpPr txBox="1"/>
          <p:nvPr>
            <p:custDataLst>
              <p:tags r:id="rId16"/>
            </p:custDataLst>
          </p:nvPr>
        </p:nvSpPr>
        <p:spPr>
          <a:xfrm>
            <a:off x="10337800" y="2725420"/>
            <a:ext cx="1016000" cy="635000"/>
          </a:xfrm>
          <a:prstGeom prst="rect">
            <a:avLst/>
          </a:prstGeom>
          <a:noFill/>
        </p:spPr>
        <p:txBody>
          <a:bodyPr vertOverflow="overflow" vert="horz" wrap="square" rtlCol="0" anchor="ctr" anchorCtr="0">
            <a:spAutoFit/>
          </a:bodyPr>
          <a:lstStyle/>
          <a:p>
            <a:pPr algn="r"/>
            <a:r>
              <a:rPr lang="en-GB"/>
              <a:t>##.##%</a:t>
            </a:r>
          </a:p>
        </p:txBody>
      </p:sp>
      <p:sp>
        <p:nvSpPr>
          <p:cNvPr id="17" name="Rectangle: Rounded Corners 16">
            <a:extLst>
              <a:ext uri="{FF2B5EF4-FFF2-40B4-BE49-F238E27FC236}">
                <a16:creationId xmlns:a16="http://schemas.microsoft.com/office/drawing/2014/main" id="{212C865C-67CF-4DF2-A25F-EF5D6E3AEAA3}"/>
              </a:ext>
              <a:ext uri="{C183D7F6-B498-43B3-948B-1728B52AA6E4}">
                <adec:decorative xmlns:adec="http://schemas.microsoft.com/office/drawing/2017/decorative" val="1"/>
              </a:ext>
            </a:extLst>
          </p:cNvPr>
          <p:cNvSpPr/>
          <p:nvPr>
            <p:custDataLst>
              <p:tags r:id="rId17"/>
            </p:custDataLst>
          </p:nvPr>
        </p:nvSpPr>
        <p:spPr>
          <a:xfrm>
            <a:off x="838200" y="2877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18" name="Rectangle: Rounded Corners 17">
            <a:extLst>
              <a:ext uri="{FF2B5EF4-FFF2-40B4-BE49-F238E27FC236}">
                <a16:creationId xmlns:a16="http://schemas.microsoft.com/office/drawing/2014/main" id="{E09EB9B5-8766-45A8-9D4E-87CAFBF4B54F}"/>
              </a:ext>
              <a:ext uri="{C183D7F6-B498-43B3-948B-1728B52AA6E4}">
                <adec:decorative xmlns:adec="http://schemas.microsoft.com/office/drawing/2017/decorative" val="1"/>
              </a:ext>
            </a:extLst>
          </p:cNvPr>
          <p:cNvSpPr/>
          <p:nvPr>
            <p:custDataLst>
              <p:tags r:id="rId18"/>
            </p:custDataLst>
          </p:nvPr>
        </p:nvSpPr>
        <p:spPr>
          <a:xfrm>
            <a:off x="838200" y="2877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19" name="TextBox 18">
            <a:extLst>
              <a:ext uri="{FF2B5EF4-FFF2-40B4-BE49-F238E27FC236}">
                <a16:creationId xmlns:a16="http://schemas.microsoft.com/office/drawing/2014/main" id="{46E3470C-35B6-4772-B76D-8D36E8613B53}"/>
              </a:ext>
            </a:extLst>
          </p:cNvPr>
          <p:cNvSpPr txBox="1"/>
          <p:nvPr>
            <p:custDataLst>
              <p:tags r:id="rId19"/>
            </p:custDataLst>
          </p:nvPr>
        </p:nvSpPr>
        <p:spPr>
          <a:xfrm>
            <a:off x="838200" y="3322320"/>
            <a:ext cx="9499600" cy="317500"/>
          </a:xfrm>
          <a:prstGeom prst="rect">
            <a:avLst/>
          </a:prstGeom>
          <a:noFill/>
        </p:spPr>
        <p:txBody>
          <a:bodyPr vertOverflow="overflow" vert="horz" wrap="square" tIns="0" bIns="0" rtlCol="0" anchor="b" anchorCtr="0">
            <a:normAutofit/>
          </a:bodyPr>
          <a:lstStyle/>
          <a:p>
            <a:pPr algn="l"/>
            <a:r>
              <a:rPr lang="en-GB"/>
              <a:t>Keep my files together in folders</a:t>
            </a:r>
          </a:p>
        </p:txBody>
      </p:sp>
      <p:sp>
        <p:nvSpPr>
          <p:cNvPr id="20" name="TextBox 19">
            <a:extLst>
              <a:ext uri="{FF2B5EF4-FFF2-40B4-BE49-F238E27FC236}">
                <a16:creationId xmlns:a16="http://schemas.microsoft.com/office/drawing/2014/main" id="{544DEB23-1E42-44B2-92E5-F7F16B8D38FD}"/>
              </a:ext>
              <a:ext uri="{C183D7F6-B498-43B3-948B-1728B52AA6E4}">
                <adec:decorative xmlns:adec="http://schemas.microsoft.com/office/drawing/2017/decorative" val="1"/>
              </a:ext>
            </a:extLst>
          </p:cNvPr>
          <p:cNvSpPr txBox="1"/>
          <p:nvPr>
            <p:custDataLst>
              <p:tags r:id="rId20"/>
            </p:custDataLst>
          </p:nvPr>
        </p:nvSpPr>
        <p:spPr>
          <a:xfrm>
            <a:off x="10337800" y="3487420"/>
            <a:ext cx="1016000" cy="635000"/>
          </a:xfrm>
          <a:prstGeom prst="rect">
            <a:avLst/>
          </a:prstGeom>
          <a:noFill/>
        </p:spPr>
        <p:txBody>
          <a:bodyPr vertOverflow="overflow" vert="horz" wrap="square" rtlCol="0" anchor="ctr" anchorCtr="0">
            <a:spAutoFit/>
          </a:bodyPr>
          <a:lstStyle/>
          <a:p>
            <a:pPr algn="r"/>
            <a:r>
              <a:rPr lang="en-GB"/>
              <a:t>##.##%</a:t>
            </a:r>
          </a:p>
        </p:txBody>
      </p:sp>
      <p:sp>
        <p:nvSpPr>
          <p:cNvPr id="21" name="Rectangle: Rounded Corners 20">
            <a:extLst>
              <a:ext uri="{FF2B5EF4-FFF2-40B4-BE49-F238E27FC236}">
                <a16:creationId xmlns:a16="http://schemas.microsoft.com/office/drawing/2014/main" id="{F4AA7AA6-ACF6-44FF-807D-5870477FEB28}"/>
              </a:ext>
              <a:ext uri="{C183D7F6-B498-43B3-948B-1728B52AA6E4}">
                <adec:decorative xmlns:adec="http://schemas.microsoft.com/office/drawing/2017/decorative" val="1"/>
              </a:ext>
            </a:extLst>
          </p:cNvPr>
          <p:cNvSpPr/>
          <p:nvPr>
            <p:custDataLst>
              <p:tags r:id="rId21"/>
            </p:custDataLst>
          </p:nvPr>
        </p:nvSpPr>
        <p:spPr>
          <a:xfrm>
            <a:off x="838200" y="3639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22" name="Rectangle: Rounded Corners 21">
            <a:extLst>
              <a:ext uri="{FF2B5EF4-FFF2-40B4-BE49-F238E27FC236}">
                <a16:creationId xmlns:a16="http://schemas.microsoft.com/office/drawing/2014/main" id="{454EDC72-3381-40B8-9CE2-A2ECDF4824AB}"/>
              </a:ext>
              <a:ext uri="{C183D7F6-B498-43B3-948B-1728B52AA6E4}">
                <adec:decorative xmlns:adec="http://schemas.microsoft.com/office/drawing/2017/decorative" val="1"/>
              </a:ext>
            </a:extLst>
          </p:cNvPr>
          <p:cNvSpPr/>
          <p:nvPr>
            <p:custDataLst>
              <p:tags r:id="rId22"/>
            </p:custDataLst>
          </p:nvPr>
        </p:nvSpPr>
        <p:spPr>
          <a:xfrm>
            <a:off x="838200" y="3639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23" name="TextBox 22">
            <a:extLst>
              <a:ext uri="{FF2B5EF4-FFF2-40B4-BE49-F238E27FC236}">
                <a16:creationId xmlns:a16="http://schemas.microsoft.com/office/drawing/2014/main" id="{AFF90C9D-A34A-48E4-A195-E631BF5AD4BA}"/>
              </a:ext>
            </a:extLst>
          </p:cNvPr>
          <p:cNvSpPr txBox="1"/>
          <p:nvPr>
            <p:custDataLst>
              <p:tags r:id="rId23"/>
            </p:custDataLst>
          </p:nvPr>
        </p:nvSpPr>
        <p:spPr>
          <a:xfrm>
            <a:off x="838200" y="4084320"/>
            <a:ext cx="9499600" cy="317500"/>
          </a:xfrm>
          <a:prstGeom prst="rect">
            <a:avLst/>
          </a:prstGeom>
          <a:noFill/>
        </p:spPr>
        <p:txBody>
          <a:bodyPr vertOverflow="overflow" vert="horz" wrap="square" tIns="0" bIns="0" rtlCol="0" anchor="b" anchorCtr="0">
            <a:normAutofit/>
          </a:bodyPr>
          <a:lstStyle/>
          <a:p>
            <a:pPr algn="l"/>
            <a:r>
              <a:rPr lang="en-GB"/>
              <a:t>No idea</a:t>
            </a:r>
          </a:p>
        </p:txBody>
      </p:sp>
      <p:sp>
        <p:nvSpPr>
          <p:cNvPr id="24" name="TextBox 23">
            <a:extLst>
              <a:ext uri="{FF2B5EF4-FFF2-40B4-BE49-F238E27FC236}">
                <a16:creationId xmlns:a16="http://schemas.microsoft.com/office/drawing/2014/main" id="{817B1788-30D5-4B46-BBEC-506F05CB7ED4}"/>
              </a:ext>
              <a:ext uri="{C183D7F6-B498-43B3-948B-1728B52AA6E4}">
                <adec:decorative xmlns:adec="http://schemas.microsoft.com/office/drawing/2017/decorative" val="1"/>
              </a:ext>
            </a:extLst>
          </p:cNvPr>
          <p:cNvSpPr txBox="1"/>
          <p:nvPr>
            <p:custDataLst>
              <p:tags r:id="rId24"/>
            </p:custDataLst>
          </p:nvPr>
        </p:nvSpPr>
        <p:spPr>
          <a:xfrm>
            <a:off x="10337800" y="4249420"/>
            <a:ext cx="1016000" cy="635000"/>
          </a:xfrm>
          <a:prstGeom prst="rect">
            <a:avLst/>
          </a:prstGeom>
          <a:noFill/>
        </p:spPr>
        <p:txBody>
          <a:bodyPr vertOverflow="overflow" vert="horz" wrap="square" rtlCol="0" anchor="ctr" anchorCtr="0">
            <a:spAutoFit/>
          </a:bodyPr>
          <a:lstStyle/>
          <a:p>
            <a:pPr algn="r"/>
            <a:r>
              <a:rPr lang="en-GB"/>
              <a:t>##.##%</a:t>
            </a:r>
          </a:p>
        </p:txBody>
      </p:sp>
      <p:sp>
        <p:nvSpPr>
          <p:cNvPr id="25" name="Rectangle: Rounded Corners 24">
            <a:extLst>
              <a:ext uri="{FF2B5EF4-FFF2-40B4-BE49-F238E27FC236}">
                <a16:creationId xmlns:a16="http://schemas.microsoft.com/office/drawing/2014/main" id="{AAB53A3C-F9C9-45BB-AB4C-65D9F74BBB56}"/>
              </a:ext>
              <a:ext uri="{C183D7F6-B498-43B3-948B-1728B52AA6E4}">
                <adec:decorative xmlns:adec="http://schemas.microsoft.com/office/drawing/2017/decorative" val="1"/>
              </a:ext>
            </a:extLst>
          </p:cNvPr>
          <p:cNvSpPr/>
          <p:nvPr>
            <p:custDataLst>
              <p:tags r:id="rId25"/>
            </p:custDataLst>
          </p:nvPr>
        </p:nvSpPr>
        <p:spPr>
          <a:xfrm>
            <a:off x="838200" y="4401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26" name="Rectangle: Rounded Corners 25">
            <a:extLst>
              <a:ext uri="{FF2B5EF4-FFF2-40B4-BE49-F238E27FC236}">
                <a16:creationId xmlns:a16="http://schemas.microsoft.com/office/drawing/2014/main" id="{DD942FD0-E128-4D9F-B33B-E9DB72A1B1EC}"/>
              </a:ext>
              <a:ext uri="{C183D7F6-B498-43B3-948B-1728B52AA6E4}">
                <adec:decorative xmlns:adec="http://schemas.microsoft.com/office/drawing/2017/decorative" val="1"/>
              </a:ext>
            </a:extLst>
          </p:cNvPr>
          <p:cNvSpPr/>
          <p:nvPr>
            <p:custDataLst>
              <p:tags r:id="rId26"/>
            </p:custDataLst>
          </p:nvPr>
        </p:nvSpPr>
        <p:spPr>
          <a:xfrm>
            <a:off x="838200" y="4401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27" name="TextBox 26">
            <a:extLst>
              <a:ext uri="{FF2B5EF4-FFF2-40B4-BE49-F238E27FC236}">
                <a16:creationId xmlns:a16="http://schemas.microsoft.com/office/drawing/2014/main" id="{4D0DE234-D3AE-4D60-BFDB-C06663E08B58}"/>
              </a:ext>
            </a:extLst>
          </p:cNvPr>
          <p:cNvSpPr txBox="1"/>
          <p:nvPr>
            <p:custDataLst>
              <p:tags r:id="rId27"/>
            </p:custDataLst>
          </p:nvPr>
        </p:nvSpPr>
        <p:spPr>
          <a:xfrm>
            <a:off x="838200" y="4846320"/>
            <a:ext cx="9499600" cy="317500"/>
          </a:xfrm>
          <a:prstGeom prst="rect">
            <a:avLst/>
          </a:prstGeom>
          <a:noFill/>
        </p:spPr>
        <p:txBody>
          <a:bodyPr vertOverflow="overflow" vert="horz" wrap="square" tIns="0" bIns="0" rtlCol="0" anchor="b" anchorCtr="0">
            <a:normAutofit/>
          </a:bodyPr>
          <a:lstStyle/>
          <a:p>
            <a:pPr algn="l"/>
            <a:r>
              <a:rPr lang="en-GB"/>
              <a:t>On my phone</a:t>
            </a:r>
          </a:p>
        </p:txBody>
      </p:sp>
      <p:sp>
        <p:nvSpPr>
          <p:cNvPr id="28" name="TextBox 27">
            <a:extLst>
              <a:ext uri="{FF2B5EF4-FFF2-40B4-BE49-F238E27FC236}">
                <a16:creationId xmlns:a16="http://schemas.microsoft.com/office/drawing/2014/main" id="{5C6783DF-B2FB-4F72-8CB7-21DE8FB67DD1}"/>
              </a:ext>
              <a:ext uri="{C183D7F6-B498-43B3-948B-1728B52AA6E4}">
                <adec:decorative xmlns:adec="http://schemas.microsoft.com/office/drawing/2017/decorative" val="1"/>
              </a:ext>
            </a:extLst>
          </p:cNvPr>
          <p:cNvSpPr txBox="1"/>
          <p:nvPr>
            <p:custDataLst>
              <p:tags r:id="rId28"/>
            </p:custDataLst>
          </p:nvPr>
        </p:nvSpPr>
        <p:spPr>
          <a:xfrm>
            <a:off x="10337800" y="5011420"/>
            <a:ext cx="1016000" cy="635000"/>
          </a:xfrm>
          <a:prstGeom prst="rect">
            <a:avLst/>
          </a:prstGeom>
          <a:noFill/>
        </p:spPr>
        <p:txBody>
          <a:bodyPr vertOverflow="overflow" vert="horz" wrap="square" rtlCol="0" anchor="ctr" anchorCtr="0">
            <a:spAutoFit/>
          </a:bodyPr>
          <a:lstStyle/>
          <a:p>
            <a:pPr algn="r"/>
            <a:r>
              <a:rPr lang="en-GB"/>
              <a:t>##.##%</a:t>
            </a:r>
          </a:p>
        </p:txBody>
      </p:sp>
      <p:sp>
        <p:nvSpPr>
          <p:cNvPr id="29" name="Rectangle: Rounded Corners 28">
            <a:extLst>
              <a:ext uri="{FF2B5EF4-FFF2-40B4-BE49-F238E27FC236}">
                <a16:creationId xmlns:a16="http://schemas.microsoft.com/office/drawing/2014/main" id="{EF3822AE-C7C2-482A-A696-843AD18FF11A}"/>
              </a:ext>
              <a:ext uri="{C183D7F6-B498-43B3-948B-1728B52AA6E4}">
                <adec:decorative xmlns:adec="http://schemas.microsoft.com/office/drawing/2017/decorative" val="1"/>
              </a:ext>
            </a:extLst>
          </p:cNvPr>
          <p:cNvSpPr/>
          <p:nvPr>
            <p:custDataLst>
              <p:tags r:id="rId29"/>
            </p:custDataLst>
          </p:nvPr>
        </p:nvSpPr>
        <p:spPr>
          <a:xfrm>
            <a:off x="838200" y="5163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30" name="Rectangle: Rounded Corners 29">
            <a:extLst>
              <a:ext uri="{FF2B5EF4-FFF2-40B4-BE49-F238E27FC236}">
                <a16:creationId xmlns:a16="http://schemas.microsoft.com/office/drawing/2014/main" id="{289A77F3-35B2-4C5A-80CF-8E2041E6ABC9}"/>
              </a:ext>
              <a:ext uri="{C183D7F6-B498-43B3-948B-1728B52AA6E4}">
                <adec:decorative xmlns:adec="http://schemas.microsoft.com/office/drawing/2017/decorative" val="1"/>
              </a:ext>
            </a:extLst>
          </p:cNvPr>
          <p:cNvSpPr/>
          <p:nvPr>
            <p:custDataLst>
              <p:tags r:id="rId30"/>
            </p:custDataLst>
          </p:nvPr>
        </p:nvSpPr>
        <p:spPr>
          <a:xfrm>
            <a:off x="838200" y="5163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31" name="TextBox 30">
            <a:extLst>
              <a:ext uri="{FF2B5EF4-FFF2-40B4-BE49-F238E27FC236}">
                <a16:creationId xmlns:a16="http://schemas.microsoft.com/office/drawing/2014/main" id="{9DD032F1-E9D3-449E-A697-7E631CE0C336}"/>
              </a:ext>
            </a:extLst>
          </p:cNvPr>
          <p:cNvSpPr txBox="1"/>
          <p:nvPr>
            <p:custDataLst>
              <p:tags r:id="rId31"/>
            </p:custDataLst>
          </p:nvPr>
        </p:nvSpPr>
        <p:spPr>
          <a:xfrm>
            <a:off x="838200" y="5608320"/>
            <a:ext cx="9499600" cy="317500"/>
          </a:xfrm>
          <a:prstGeom prst="rect">
            <a:avLst/>
          </a:prstGeom>
          <a:noFill/>
        </p:spPr>
        <p:txBody>
          <a:bodyPr vertOverflow="overflow" vert="horz" wrap="square" tIns="0" bIns="0" rtlCol="0" anchor="b" anchorCtr="0">
            <a:normAutofit/>
          </a:bodyPr>
          <a:lstStyle/>
          <a:p>
            <a:pPr algn="l"/>
            <a:r>
              <a:rPr lang="en-GB"/>
              <a:t>USB stick</a:t>
            </a:r>
          </a:p>
        </p:txBody>
      </p:sp>
      <p:sp>
        <p:nvSpPr>
          <p:cNvPr id="32" name="TextBox 31">
            <a:extLst>
              <a:ext uri="{FF2B5EF4-FFF2-40B4-BE49-F238E27FC236}">
                <a16:creationId xmlns:a16="http://schemas.microsoft.com/office/drawing/2014/main" id="{FB962B2B-B013-4116-A63E-8A0787ADC3CB}"/>
              </a:ext>
              <a:ext uri="{C183D7F6-B498-43B3-948B-1728B52AA6E4}">
                <adec:decorative xmlns:adec="http://schemas.microsoft.com/office/drawing/2017/decorative" val="1"/>
              </a:ext>
            </a:extLst>
          </p:cNvPr>
          <p:cNvSpPr txBox="1"/>
          <p:nvPr>
            <p:custDataLst>
              <p:tags r:id="rId32"/>
            </p:custDataLst>
          </p:nvPr>
        </p:nvSpPr>
        <p:spPr>
          <a:xfrm>
            <a:off x="10337800" y="5773420"/>
            <a:ext cx="1016000" cy="635000"/>
          </a:xfrm>
          <a:prstGeom prst="rect">
            <a:avLst/>
          </a:prstGeom>
          <a:noFill/>
        </p:spPr>
        <p:txBody>
          <a:bodyPr vertOverflow="overflow" vert="horz" wrap="square" rtlCol="0" anchor="ctr" anchorCtr="0">
            <a:spAutoFit/>
          </a:bodyPr>
          <a:lstStyle/>
          <a:p>
            <a:pPr algn="r"/>
            <a:r>
              <a:rPr lang="en-GB"/>
              <a:t>##.##%</a:t>
            </a:r>
          </a:p>
        </p:txBody>
      </p:sp>
      <p:sp>
        <p:nvSpPr>
          <p:cNvPr id="33" name="Rectangle: Rounded Corners 32">
            <a:extLst>
              <a:ext uri="{FF2B5EF4-FFF2-40B4-BE49-F238E27FC236}">
                <a16:creationId xmlns:a16="http://schemas.microsoft.com/office/drawing/2014/main" id="{DEC0E54C-00C6-4140-8034-1F17F1ECFCA1}"/>
              </a:ext>
              <a:ext uri="{C183D7F6-B498-43B3-948B-1728B52AA6E4}">
                <adec:decorative xmlns:adec="http://schemas.microsoft.com/office/drawing/2017/decorative" val="1"/>
              </a:ext>
            </a:extLst>
          </p:cNvPr>
          <p:cNvSpPr/>
          <p:nvPr>
            <p:custDataLst>
              <p:tags r:id="rId33"/>
            </p:custDataLst>
          </p:nvPr>
        </p:nvSpPr>
        <p:spPr>
          <a:xfrm>
            <a:off x="838200" y="5925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34" name="Rectangle: Rounded Corners 33">
            <a:extLst>
              <a:ext uri="{FF2B5EF4-FFF2-40B4-BE49-F238E27FC236}">
                <a16:creationId xmlns:a16="http://schemas.microsoft.com/office/drawing/2014/main" id="{3AB8BE39-34FC-4535-8DA6-6298F86D07C6}"/>
              </a:ext>
              <a:ext uri="{C183D7F6-B498-43B3-948B-1728B52AA6E4}">
                <adec:decorative xmlns:adec="http://schemas.microsoft.com/office/drawing/2017/decorative" val="1"/>
              </a:ext>
            </a:extLst>
          </p:cNvPr>
          <p:cNvSpPr/>
          <p:nvPr>
            <p:custDataLst>
              <p:tags r:id="rId34"/>
            </p:custDataLst>
          </p:nvPr>
        </p:nvSpPr>
        <p:spPr>
          <a:xfrm>
            <a:off x="838200" y="5925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Tree>
    <p:custDataLst>
      <p:tags r:id="rId1"/>
    </p:custDataLst>
    <p:extLst>
      <p:ext uri="{BB962C8B-B14F-4D97-AF65-F5344CB8AC3E}">
        <p14:creationId xmlns:p14="http://schemas.microsoft.com/office/powerpoint/2010/main" val="1185938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a:xfrm>
            <a:off x="1207776" y="292100"/>
            <a:ext cx="11685973" cy="1154096"/>
          </a:xfrm>
        </p:spPr>
        <p:txBody>
          <a:bodyPr>
            <a:noAutofit/>
          </a:bodyPr>
          <a:lstStyle/>
          <a:p>
            <a:r>
              <a:rPr lang="en-GB" sz="4000" dirty="0"/>
              <a:t>Where do you store your files for </a:t>
            </a:r>
            <a:r>
              <a:rPr lang="en-GB" sz="4000" dirty="0" err="1"/>
              <a:t>uni</a:t>
            </a:r>
            <a:r>
              <a:rPr lang="en-GB" sz="4000" dirty="0"/>
              <a:t> work?</a:t>
            </a:r>
            <a:endParaRPr lang="en-FI" sz="4000" dirty="0"/>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Rectangle: Rounded Corners 3">
            <a:extLst>
              <a:ext uri="{FF2B5EF4-FFF2-40B4-BE49-F238E27FC236}">
                <a16:creationId xmlns:a16="http://schemas.microsoft.com/office/drawing/2014/main" id="{4DF69152-56E3-45BC-B6C8-E6450A063BF3}"/>
              </a:ext>
            </a:extLst>
          </p:cNvPr>
          <p:cNvSpPr/>
          <p:nvPr>
            <p:custDataLst>
              <p:tags r:id="rId4"/>
            </p:custDataLst>
          </p:nvPr>
        </p:nvSpPr>
        <p:spPr>
          <a:xfrm>
            <a:off x="63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a:t>
            </a:r>
          </a:p>
        </p:txBody>
      </p:sp>
      <p:sp>
        <p:nvSpPr>
          <p:cNvPr id="5" name="Rectangle: Rounded Corners 4">
            <a:extLst>
              <a:ext uri="{FF2B5EF4-FFF2-40B4-BE49-F238E27FC236}">
                <a16:creationId xmlns:a16="http://schemas.microsoft.com/office/drawing/2014/main" id="{F2343563-DA76-4E99-94C6-88905579E7A9}"/>
              </a:ext>
              <a:ext uri="{C183D7F6-B498-43B3-948B-1728B52AA6E4}">
                <adec:decorative xmlns:adec="http://schemas.microsoft.com/office/drawing/2017/decorative" val="1"/>
              </a:ext>
            </a:extLst>
          </p:cNvPr>
          <p:cNvSpPr/>
          <p:nvPr>
            <p:custDataLst>
              <p:tags r:id="rId5"/>
            </p:custDataLst>
          </p:nvPr>
        </p:nvSpPr>
        <p:spPr>
          <a:xfrm>
            <a:off x="10096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Results slide</a:t>
            </a:r>
          </a:p>
        </p:txBody>
      </p:sp>
      <p:sp>
        <p:nvSpPr>
          <p:cNvPr id="6" name="Rectangle: Top Corners Snipped 5">
            <a:extLst>
              <a:ext uri="{FF2B5EF4-FFF2-40B4-BE49-F238E27FC236}">
                <a16:creationId xmlns:a16="http://schemas.microsoft.com/office/drawing/2014/main" id="{47B51BF9-9DEC-4E55-9F9D-F7F2F27CBEF3}"/>
              </a:ext>
              <a:ext uri="{C183D7F6-B498-43B3-948B-1728B52AA6E4}">
                <adec:decorative xmlns:adec="http://schemas.microsoft.com/office/drawing/2017/decorative" val="1"/>
              </a:ext>
            </a:extLst>
          </p:cNvPr>
          <p:cNvSpPr/>
          <p:nvPr>
            <p:custDataLst>
              <p:tags r:id="rId6"/>
            </p:custDataLst>
          </p:nvPr>
        </p:nvSpPr>
        <p:spPr>
          <a:xfrm>
            <a:off x="165100" y="254000"/>
            <a:ext cx="177800" cy="127000"/>
          </a:xfrm>
          <a:prstGeom prst="snip2Same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 name="Oval 6">
            <a:extLst>
              <a:ext uri="{FF2B5EF4-FFF2-40B4-BE49-F238E27FC236}">
                <a16:creationId xmlns:a16="http://schemas.microsoft.com/office/drawing/2014/main" id="{32E827B2-F25A-405F-81C5-12B42F56ADAA}"/>
              </a:ext>
              <a:ext uri="{C183D7F6-B498-43B3-948B-1728B52AA6E4}">
                <adec:decorative xmlns:adec="http://schemas.microsoft.com/office/drawing/2017/decorative" val="1"/>
              </a:ext>
            </a:extLst>
          </p:cNvPr>
          <p:cNvSpPr/>
          <p:nvPr>
            <p:custDataLst>
              <p:tags r:id="rId7"/>
            </p:custDataLst>
          </p:nvPr>
        </p:nvSpPr>
        <p:spPr>
          <a:xfrm>
            <a:off x="190500" y="127000"/>
            <a:ext cx="127000" cy="127000"/>
          </a:xfrm>
          <a:prstGeom prst="ellipse">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 name="TextBox 7">
            <a:extLst>
              <a:ext uri="{FF2B5EF4-FFF2-40B4-BE49-F238E27FC236}">
                <a16:creationId xmlns:a16="http://schemas.microsoft.com/office/drawing/2014/main" id="{EAEBCF05-2A9F-4690-ADE4-75EC2ADCAE41}"/>
              </a:ext>
            </a:extLst>
          </p:cNvPr>
          <p:cNvSpPr txBox="1"/>
          <p:nvPr>
            <p:custDataLst>
              <p:tags r:id="rId8"/>
            </p:custDataLst>
          </p:nvPr>
        </p:nvSpPr>
        <p:spPr>
          <a:xfrm>
            <a:off x="3429000" y="88900"/>
            <a:ext cx="2413000" cy="381000"/>
          </a:xfrm>
          <a:prstGeom prst="rect">
            <a:avLst/>
          </a:prstGeom>
          <a:noFill/>
        </p:spPr>
        <p:txBody>
          <a:bodyPr vertOverflow="overflow" vert="horz" wrap="square" rtlCol="0" anchor="t">
            <a:spAutoFit/>
          </a:bodyPr>
          <a:lstStyle/>
          <a:p>
            <a:pPr algn="l"/>
            <a:r>
              <a:rPr lang="en-GB"/>
              <a:t>Join at: </a:t>
            </a:r>
            <a:r>
              <a:rPr lang="en-GB" b="1"/>
              <a:t>vevox.app</a:t>
            </a:r>
            <a:endParaRPr lang="en-GB"/>
          </a:p>
        </p:txBody>
      </p:sp>
      <p:sp>
        <p:nvSpPr>
          <p:cNvPr id="9" name="TextBox 8">
            <a:extLst>
              <a:ext uri="{FF2B5EF4-FFF2-40B4-BE49-F238E27FC236}">
                <a16:creationId xmlns:a16="http://schemas.microsoft.com/office/drawing/2014/main" id="{B2BC2400-A151-43E5-9149-1ADF34D82C4B}"/>
              </a:ext>
            </a:extLst>
          </p:cNvPr>
          <p:cNvSpPr txBox="1"/>
          <p:nvPr>
            <p:custDataLst>
              <p:tags r:id="rId9"/>
            </p:custDataLst>
          </p:nvPr>
        </p:nvSpPr>
        <p:spPr>
          <a:xfrm>
            <a:off x="6350000" y="101600"/>
            <a:ext cx="2413000" cy="381000"/>
          </a:xfrm>
          <a:prstGeom prst="rect">
            <a:avLst/>
          </a:prstGeom>
          <a:noFill/>
        </p:spPr>
        <p:txBody>
          <a:bodyPr vertOverflow="overflow" vert="horz" wrap="square" rtlCol="0" anchor="t">
            <a:spAutoFit/>
          </a:bodyPr>
          <a:lstStyle/>
          <a:p>
            <a:pPr algn="l"/>
            <a:r>
              <a:rPr lang="en-GB"/>
              <a:t>ID: </a:t>
            </a:r>
            <a:r>
              <a:rPr lang="en-GB" b="1"/>
              <a:t>XXX-XXX-XXX</a:t>
            </a:r>
            <a:endParaRPr lang="en-GB"/>
          </a:p>
        </p:txBody>
      </p:sp>
      <p:sp>
        <p:nvSpPr>
          <p:cNvPr id="10" name="TextBox 9">
            <a:extLst>
              <a:ext uri="{FF2B5EF4-FFF2-40B4-BE49-F238E27FC236}">
                <a16:creationId xmlns:a16="http://schemas.microsoft.com/office/drawing/2014/main" id="{ED35BB7F-25DD-48B6-9735-22FF8C5FD283}"/>
              </a:ext>
            </a:extLst>
          </p:cNvPr>
          <p:cNvSpPr txBox="1"/>
          <p:nvPr>
            <p:custDataLst>
              <p:tags r:id="rId10"/>
            </p:custDataLst>
          </p:nvPr>
        </p:nvSpPr>
        <p:spPr>
          <a:xfrm>
            <a:off x="838200" y="1798320"/>
            <a:ext cx="9499600" cy="317500"/>
          </a:xfrm>
          <a:prstGeom prst="rect">
            <a:avLst/>
          </a:prstGeom>
          <a:noFill/>
        </p:spPr>
        <p:txBody>
          <a:bodyPr vertOverflow="overflow" vert="horz" wrap="square" tIns="0" bIns="0" rtlCol="0" anchor="b" anchorCtr="0">
            <a:normAutofit/>
          </a:bodyPr>
          <a:lstStyle/>
          <a:p>
            <a:pPr algn="l"/>
            <a:r>
              <a:rPr lang="en-GB"/>
              <a:t>Cloud storage (googledrive/dropbox/onedrive)</a:t>
            </a:r>
          </a:p>
        </p:txBody>
      </p:sp>
      <p:sp>
        <p:nvSpPr>
          <p:cNvPr id="11" name="TextBox 10">
            <a:extLst>
              <a:ext uri="{FF2B5EF4-FFF2-40B4-BE49-F238E27FC236}">
                <a16:creationId xmlns:a16="http://schemas.microsoft.com/office/drawing/2014/main" id="{F9E1C720-7D29-4366-A086-9E9B4E143DF9}"/>
              </a:ext>
              <a:ext uri="{C183D7F6-B498-43B3-948B-1728B52AA6E4}">
                <adec:decorative xmlns:adec="http://schemas.microsoft.com/office/drawing/2017/decorative" val="1"/>
              </a:ext>
            </a:extLst>
          </p:cNvPr>
          <p:cNvSpPr txBox="1"/>
          <p:nvPr>
            <p:custDataLst>
              <p:tags r:id="rId11"/>
            </p:custDataLst>
          </p:nvPr>
        </p:nvSpPr>
        <p:spPr>
          <a:xfrm>
            <a:off x="10337800" y="1963420"/>
            <a:ext cx="1016000" cy="635000"/>
          </a:xfrm>
          <a:prstGeom prst="rect">
            <a:avLst/>
          </a:prstGeom>
          <a:noFill/>
        </p:spPr>
        <p:txBody>
          <a:bodyPr vertOverflow="overflow" vert="horz" wrap="square" rtlCol="0" anchor="ctr" anchorCtr="0">
            <a:spAutoFit/>
          </a:bodyPr>
          <a:lstStyle/>
          <a:p>
            <a:pPr algn="r"/>
            <a:r>
              <a:rPr lang="en-GB"/>
              <a:t>##.##%</a:t>
            </a:r>
          </a:p>
        </p:txBody>
      </p:sp>
      <p:sp>
        <p:nvSpPr>
          <p:cNvPr id="12" name="Rectangle: Rounded Corners 11">
            <a:extLst>
              <a:ext uri="{FF2B5EF4-FFF2-40B4-BE49-F238E27FC236}">
                <a16:creationId xmlns:a16="http://schemas.microsoft.com/office/drawing/2014/main" id="{BF42E835-091A-4F03-96E1-3E725824D75C}"/>
              </a:ext>
              <a:ext uri="{C183D7F6-B498-43B3-948B-1728B52AA6E4}">
                <adec:decorative xmlns:adec="http://schemas.microsoft.com/office/drawing/2017/decorative" val="1"/>
              </a:ext>
            </a:extLst>
          </p:cNvPr>
          <p:cNvSpPr/>
          <p:nvPr>
            <p:custDataLst>
              <p:tags r:id="rId12"/>
            </p:custDataLst>
          </p:nvPr>
        </p:nvSpPr>
        <p:spPr>
          <a:xfrm>
            <a:off x="838200" y="2115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13" name="Rectangle: Rounded Corners 12">
            <a:extLst>
              <a:ext uri="{FF2B5EF4-FFF2-40B4-BE49-F238E27FC236}">
                <a16:creationId xmlns:a16="http://schemas.microsoft.com/office/drawing/2014/main" id="{91C54EC7-5A9C-479B-95BF-BE52D98948D5}"/>
              </a:ext>
              <a:ext uri="{C183D7F6-B498-43B3-948B-1728B52AA6E4}">
                <adec:decorative xmlns:adec="http://schemas.microsoft.com/office/drawing/2017/decorative" val="1"/>
              </a:ext>
            </a:extLst>
          </p:cNvPr>
          <p:cNvSpPr/>
          <p:nvPr>
            <p:custDataLst>
              <p:tags r:id="rId13"/>
            </p:custDataLst>
          </p:nvPr>
        </p:nvSpPr>
        <p:spPr>
          <a:xfrm>
            <a:off x="838200" y="2115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14" name="TextBox 13">
            <a:extLst>
              <a:ext uri="{FF2B5EF4-FFF2-40B4-BE49-F238E27FC236}">
                <a16:creationId xmlns:a16="http://schemas.microsoft.com/office/drawing/2014/main" id="{CF179D33-3E62-479D-B80B-C8611AEDA74D}"/>
              </a:ext>
            </a:extLst>
          </p:cNvPr>
          <p:cNvSpPr txBox="1"/>
          <p:nvPr>
            <p:custDataLst>
              <p:tags r:id="rId14"/>
            </p:custDataLst>
          </p:nvPr>
        </p:nvSpPr>
        <p:spPr>
          <a:xfrm>
            <a:off x="838200" y="2560320"/>
            <a:ext cx="9499600" cy="317500"/>
          </a:xfrm>
          <a:prstGeom prst="rect">
            <a:avLst/>
          </a:prstGeom>
          <a:noFill/>
        </p:spPr>
        <p:txBody>
          <a:bodyPr vertOverflow="overflow" vert="horz" wrap="square" tIns="0" bIns="0" rtlCol="0" anchor="b" anchorCtr="0">
            <a:normAutofit/>
          </a:bodyPr>
          <a:lstStyle/>
          <a:p>
            <a:pPr algn="l"/>
            <a:r>
              <a:rPr lang="en-GB"/>
              <a:t>Everything lives and dies in the downloads folder</a:t>
            </a:r>
          </a:p>
        </p:txBody>
      </p:sp>
      <p:sp>
        <p:nvSpPr>
          <p:cNvPr id="15" name="TextBox 14">
            <a:extLst>
              <a:ext uri="{FF2B5EF4-FFF2-40B4-BE49-F238E27FC236}">
                <a16:creationId xmlns:a16="http://schemas.microsoft.com/office/drawing/2014/main" id="{CA78BCC5-01C0-4F00-B48A-B98E9D8CBE16}"/>
              </a:ext>
              <a:ext uri="{C183D7F6-B498-43B3-948B-1728B52AA6E4}">
                <adec:decorative xmlns:adec="http://schemas.microsoft.com/office/drawing/2017/decorative" val="1"/>
              </a:ext>
            </a:extLst>
          </p:cNvPr>
          <p:cNvSpPr txBox="1"/>
          <p:nvPr>
            <p:custDataLst>
              <p:tags r:id="rId15"/>
            </p:custDataLst>
          </p:nvPr>
        </p:nvSpPr>
        <p:spPr>
          <a:xfrm>
            <a:off x="10337800" y="2725420"/>
            <a:ext cx="1016000" cy="635000"/>
          </a:xfrm>
          <a:prstGeom prst="rect">
            <a:avLst/>
          </a:prstGeom>
          <a:noFill/>
        </p:spPr>
        <p:txBody>
          <a:bodyPr vertOverflow="overflow" vert="horz" wrap="square" rtlCol="0" anchor="ctr" anchorCtr="0">
            <a:spAutoFit/>
          </a:bodyPr>
          <a:lstStyle/>
          <a:p>
            <a:pPr algn="r"/>
            <a:r>
              <a:rPr lang="en-GB"/>
              <a:t>##.##%</a:t>
            </a:r>
          </a:p>
        </p:txBody>
      </p:sp>
      <p:sp>
        <p:nvSpPr>
          <p:cNvPr id="16" name="Rectangle: Rounded Corners 15">
            <a:extLst>
              <a:ext uri="{FF2B5EF4-FFF2-40B4-BE49-F238E27FC236}">
                <a16:creationId xmlns:a16="http://schemas.microsoft.com/office/drawing/2014/main" id="{953967B1-F5FF-44F5-A5AB-2CA45B7191C0}"/>
              </a:ext>
              <a:ext uri="{C183D7F6-B498-43B3-948B-1728B52AA6E4}">
                <adec:decorative xmlns:adec="http://schemas.microsoft.com/office/drawing/2017/decorative" val="1"/>
              </a:ext>
            </a:extLst>
          </p:cNvPr>
          <p:cNvSpPr/>
          <p:nvPr>
            <p:custDataLst>
              <p:tags r:id="rId16"/>
            </p:custDataLst>
          </p:nvPr>
        </p:nvSpPr>
        <p:spPr>
          <a:xfrm>
            <a:off x="838200" y="2877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17" name="Rectangle: Rounded Corners 16">
            <a:extLst>
              <a:ext uri="{FF2B5EF4-FFF2-40B4-BE49-F238E27FC236}">
                <a16:creationId xmlns:a16="http://schemas.microsoft.com/office/drawing/2014/main" id="{5E30D5FB-9CF6-4DC9-B1B0-7ABC05EC88AE}"/>
              </a:ext>
              <a:ext uri="{C183D7F6-B498-43B3-948B-1728B52AA6E4}">
                <adec:decorative xmlns:adec="http://schemas.microsoft.com/office/drawing/2017/decorative" val="1"/>
              </a:ext>
            </a:extLst>
          </p:cNvPr>
          <p:cNvSpPr/>
          <p:nvPr>
            <p:custDataLst>
              <p:tags r:id="rId17"/>
            </p:custDataLst>
          </p:nvPr>
        </p:nvSpPr>
        <p:spPr>
          <a:xfrm>
            <a:off x="838200" y="2877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18" name="TextBox 17">
            <a:extLst>
              <a:ext uri="{FF2B5EF4-FFF2-40B4-BE49-F238E27FC236}">
                <a16:creationId xmlns:a16="http://schemas.microsoft.com/office/drawing/2014/main" id="{B236F593-A145-4FF5-AD7E-497958E3AF98}"/>
              </a:ext>
            </a:extLst>
          </p:cNvPr>
          <p:cNvSpPr txBox="1"/>
          <p:nvPr>
            <p:custDataLst>
              <p:tags r:id="rId18"/>
            </p:custDataLst>
          </p:nvPr>
        </p:nvSpPr>
        <p:spPr>
          <a:xfrm>
            <a:off x="838200" y="3322320"/>
            <a:ext cx="9499600" cy="317500"/>
          </a:xfrm>
          <a:prstGeom prst="rect">
            <a:avLst/>
          </a:prstGeom>
          <a:noFill/>
        </p:spPr>
        <p:txBody>
          <a:bodyPr vertOverflow="overflow" vert="horz" wrap="square" tIns="0" bIns="0" rtlCol="0" anchor="b" anchorCtr="0">
            <a:normAutofit/>
          </a:bodyPr>
          <a:lstStyle/>
          <a:p>
            <a:pPr algn="l"/>
            <a:r>
              <a:rPr lang="en-GB"/>
              <a:t>Keep my files together in folders</a:t>
            </a:r>
          </a:p>
        </p:txBody>
      </p:sp>
      <p:sp>
        <p:nvSpPr>
          <p:cNvPr id="19" name="TextBox 18">
            <a:extLst>
              <a:ext uri="{FF2B5EF4-FFF2-40B4-BE49-F238E27FC236}">
                <a16:creationId xmlns:a16="http://schemas.microsoft.com/office/drawing/2014/main" id="{C81D0FA1-27B7-4888-AB58-D2A10E72E60E}"/>
              </a:ext>
              <a:ext uri="{C183D7F6-B498-43B3-948B-1728B52AA6E4}">
                <adec:decorative xmlns:adec="http://schemas.microsoft.com/office/drawing/2017/decorative" val="1"/>
              </a:ext>
            </a:extLst>
          </p:cNvPr>
          <p:cNvSpPr txBox="1"/>
          <p:nvPr>
            <p:custDataLst>
              <p:tags r:id="rId19"/>
            </p:custDataLst>
          </p:nvPr>
        </p:nvSpPr>
        <p:spPr>
          <a:xfrm>
            <a:off x="10337800" y="3487420"/>
            <a:ext cx="1016000" cy="635000"/>
          </a:xfrm>
          <a:prstGeom prst="rect">
            <a:avLst/>
          </a:prstGeom>
          <a:noFill/>
        </p:spPr>
        <p:txBody>
          <a:bodyPr vertOverflow="overflow" vert="horz" wrap="square" rtlCol="0" anchor="ctr" anchorCtr="0">
            <a:spAutoFit/>
          </a:bodyPr>
          <a:lstStyle/>
          <a:p>
            <a:pPr algn="r"/>
            <a:r>
              <a:rPr lang="en-GB"/>
              <a:t>##.##%</a:t>
            </a:r>
          </a:p>
        </p:txBody>
      </p:sp>
      <p:sp>
        <p:nvSpPr>
          <p:cNvPr id="20" name="Rectangle: Rounded Corners 19">
            <a:extLst>
              <a:ext uri="{FF2B5EF4-FFF2-40B4-BE49-F238E27FC236}">
                <a16:creationId xmlns:a16="http://schemas.microsoft.com/office/drawing/2014/main" id="{14684932-B040-4FE9-9726-2B836C51CC67}"/>
              </a:ext>
              <a:ext uri="{C183D7F6-B498-43B3-948B-1728B52AA6E4}">
                <adec:decorative xmlns:adec="http://schemas.microsoft.com/office/drawing/2017/decorative" val="1"/>
              </a:ext>
            </a:extLst>
          </p:cNvPr>
          <p:cNvSpPr/>
          <p:nvPr>
            <p:custDataLst>
              <p:tags r:id="rId20"/>
            </p:custDataLst>
          </p:nvPr>
        </p:nvSpPr>
        <p:spPr>
          <a:xfrm>
            <a:off x="838200" y="3639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21" name="Rectangle: Rounded Corners 20">
            <a:extLst>
              <a:ext uri="{FF2B5EF4-FFF2-40B4-BE49-F238E27FC236}">
                <a16:creationId xmlns:a16="http://schemas.microsoft.com/office/drawing/2014/main" id="{0115D5AB-2335-4CB7-B047-BC5AF2F36D13}"/>
              </a:ext>
              <a:ext uri="{C183D7F6-B498-43B3-948B-1728B52AA6E4}">
                <adec:decorative xmlns:adec="http://schemas.microsoft.com/office/drawing/2017/decorative" val="1"/>
              </a:ext>
            </a:extLst>
          </p:cNvPr>
          <p:cNvSpPr/>
          <p:nvPr>
            <p:custDataLst>
              <p:tags r:id="rId21"/>
            </p:custDataLst>
          </p:nvPr>
        </p:nvSpPr>
        <p:spPr>
          <a:xfrm>
            <a:off x="838200" y="3639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22" name="TextBox 21">
            <a:extLst>
              <a:ext uri="{FF2B5EF4-FFF2-40B4-BE49-F238E27FC236}">
                <a16:creationId xmlns:a16="http://schemas.microsoft.com/office/drawing/2014/main" id="{65E22B83-6D6F-4B16-8673-A1B47E02D1E2}"/>
              </a:ext>
            </a:extLst>
          </p:cNvPr>
          <p:cNvSpPr txBox="1"/>
          <p:nvPr>
            <p:custDataLst>
              <p:tags r:id="rId22"/>
            </p:custDataLst>
          </p:nvPr>
        </p:nvSpPr>
        <p:spPr>
          <a:xfrm>
            <a:off x="838200" y="4084320"/>
            <a:ext cx="9499600" cy="317500"/>
          </a:xfrm>
          <a:prstGeom prst="rect">
            <a:avLst/>
          </a:prstGeom>
          <a:noFill/>
        </p:spPr>
        <p:txBody>
          <a:bodyPr vertOverflow="overflow" vert="horz" wrap="square" tIns="0" bIns="0" rtlCol="0" anchor="b" anchorCtr="0">
            <a:normAutofit/>
          </a:bodyPr>
          <a:lstStyle/>
          <a:p>
            <a:pPr algn="l"/>
            <a:r>
              <a:rPr lang="en-GB"/>
              <a:t>No idea</a:t>
            </a:r>
          </a:p>
        </p:txBody>
      </p:sp>
      <p:sp>
        <p:nvSpPr>
          <p:cNvPr id="23" name="TextBox 22">
            <a:extLst>
              <a:ext uri="{FF2B5EF4-FFF2-40B4-BE49-F238E27FC236}">
                <a16:creationId xmlns:a16="http://schemas.microsoft.com/office/drawing/2014/main" id="{D31C844F-C9F9-46E1-A350-AB219CD22FAD}"/>
              </a:ext>
              <a:ext uri="{C183D7F6-B498-43B3-948B-1728B52AA6E4}">
                <adec:decorative xmlns:adec="http://schemas.microsoft.com/office/drawing/2017/decorative" val="1"/>
              </a:ext>
            </a:extLst>
          </p:cNvPr>
          <p:cNvSpPr txBox="1"/>
          <p:nvPr>
            <p:custDataLst>
              <p:tags r:id="rId23"/>
            </p:custDataLst>
          </p:nvPr>
        </p:nvSpPr>
        <p:spPr>
          <a:xfrm>
            <a:off x="10337800" y="4249420"/>
            <a:ext cx="1016000" cy="635000"/>
          </a:xfrm>
          <a:prstGeom prst="rect">
            <a:avLst/>
          </a:prstGeom>
          <a:noFill/>
        </p:spPr>
        <p:txBody>
          <a:bodyPr vertOverflow="overflow" vert="horz" wrap="square" rtlCol="0" anchor="ctr" anchorCtr="0">
            <a:spAutoFit/>
          </a:bodyPr>
          <a:lstStyle/>
          <a:p>
            <a:pPr algn="r"/>
            <a:r>
              <a:rPr lang="en-GB"/>
              <a:t>##.##%</a:t>
            </a:r>
          </a:p>
        </p:txBody>
      </p:sp>
      <p:sp>
        <p:nvSpPr>
          <p:cNvPr id="24" name="Rectangle: Rounded Corners 23">
            <a:extLst>
              <a:ext uri="{FF2B5EF4-FFF2-40B4-BE49-F238E27FC236}">
                <a16:creationId xmlns:a16="http://schemas.microsoft.com/office/drawing/2014/main" id="{52E02CF8-1EF4-4602-A300-F7707DDA9B00}"/>
              </a:ext>
              <a:ext uri="{C183D7F6-B498-43B3-948B-1728B52AA6E4}">
                <adec:decorative xmlns:adec="http://schemas.microsoft.com/office/drawing/2017/decorative" val="1"/>
              </a:ext>
            </a:extLst>
          </p:cNvPr>
          <p:cNvSpPr/>
          <p:nvPr>
            <p:custDataLst>
              <p:tags r:id="rId24"/>
            </p:custDataLst>
          </p:nvPr>
        </p:nvSpPr>
        <p:spPr>
          <a:xfrm>
            <a:off x="838200" y="4401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25" name="Rectangle: Rounded Corners 24">
            <a:extLst>
              <a:ext uri="{FF2B5EF4-FFF2-40B4-BE49-F238E27FC236}">
                <a16:creationId xmlns:a16="http://schemas.microsoft.com/office/drawing/2014/main" id="{A46BA349-F9C5-4458-92E1-355159468AC2}"/>
              </a:ext>
              <a:ext uri="{C183D7F6-B498-43B3-948B-1728B52AA6E4}">
                <adec:decorative xmlns:adec="http://schemas.microsoft.com/office/drawing/2017/decorative" val="1"/>
              </a:ext>
            </a:extLst>
          </p:cNvPr>
          <p:cNvSpPr/>
          <p:nvPr>
            <p:custDataLst>
              <p:tags r:id="rId25"/>
            </p:custDataLst>
          </p:nvPr>
        </p:nvSpPr>
        <p:spPr>
          <a:xfrm>
            <a:off x="838200" y="4401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26" name="TextBox 25">
            <a:extLst>
              <a:ext uri="{FF2B5EF4-FFF2-40B4-BE49-F238E27FC236}">
                <a16:creationId xmlns:a16="http://schemas.microsoft.com/office/drawing/2014/main" id="{E8C4D6A5-8986-4FB0-835A-29771F1B056C}"/>
              </a:ext>
            </a:extLst>
          </p:cNvPr>
          <p:cNvSpPr txBox="1"/>
          <p:nvPr>
            <p:custDataLst>
              <p:tags r:id="rId26"/>
            </p:custDataLst>
          </p:nvPr>
        </p:nvSpPr>
        <p:spPr>
          <a:xfrm>
            <a:off x="838200" y="4846320"/>
            <a:ext cx="9499600" cy="317500"/>
          </a:xfrm>
          <a:prstGeom prst="rect">
            <a:avLst/>
          </a:prstGeom>
          <a:noFill/>
        </p:spPr>
        <p:txBody>
          <a:bodyPr vertOverflow="overflow" vert="horz" wrap="square" tIns="0" bIns="0" rtlCol="0" anchor="b" anchorCtr="0">
            <a:normAutofit/>
          </a:bodyPr>
          <a:lstStyle/>
          <a:p>
            <a:pPr algn="l"/>
            <a:r>
              <a:rPr lang="en-GB"/>
              <a:t>On my phone</a:t>
            </a:r>
          </a:p>
        </p:txBody>
      </p:sp>
      <p:sp>
        <p:nvSpPr>
          <p:cNvPr id="27" name="TextBox 26">
            <a:extLst>
              <a:ext uri="{FF2B5EF4-FFF2-40B4-BE49-F238E27FC236}">
                <a16:creationId xmlns:a16="http://schemas.microsoft.com/office/drawing/2014/main" id="{6AA4A63C-7ECF-4914-BC5B-2C2B68D5C319}"/>
              </a:ext>
              <a:ext uri="{C183D7F6-B498-43B3-948B-1728B52AA6E4}">
                <adec:decorative xmlns:adec="http://schemas.microsoft.com/office/drawing/2017/decorative" val="1"/>
              </a:ext>
            </a:extLst>
          </p:cNvPr>
          <p:cNvSpPr txBox="1"/>
          <p:nvPr>
            <p:custDataLst>
              <p:tags r:id="rId27"/>
            </p:custDataLst>
          </p:nvPr>
        </p:nvSpPr>
        <p:spPr>
          <a:xfrm>
            <a:off x="10337800" y="5011420"/>
            <a:ext cx="1016000" cy="635000"/>
          </a:xfrm>
          <a:prstGeom prst="rect">
            <a:avLst/>
          </a:prstGeom>
          <a:noFill/>
        </p:spPr>
        <p:txBody>
          <a:bodyPr vertOverflow="overflow" vert="horz" wrap="square" rtlCol="0" anchor="ctr" anchorCtr="0">
            <a:spAutoFit/>
          </a:bodyPr>
          <a:lstStyle/>
          <a:p>
            <a:pPr algn="r"/>
            <a:r>
              <a:rPr lang="en-GB"/>
              <a:t>##.##%</a:t>
            </a:r>
          </a:p>
        </p:txBody>
      </p:sp>
      <p:sp>
        <p:nvSpPr>
          <p:cNvPr id="28" name="Rectangle: Rounded Corners 27">
            <a:extLst>
              <a:ext uri="{FF2B5EF4-FFF2-40B4-BE49-F238E27FC236}">
                <a16:creationId xmlns:a16="http://schemas.microsoft.com/office/drawing/2014/main" id="{BB371ADA-6B8A-440A-801C-E7947A4141E8}"/>
              </a:ext>
              <a:ext uri="{C183D7F6-B498-43B3-948B-1728B52AA6E4}">
                <adec:decorative xmlns:adec="http://schemas.microsoft.com/office/drawing/2017/decorative" val="1"/>
              </a:ext>
            </a:extLst>
          </p:cNvPr>
          <p:cNvSpPr/>
          <p:nvPr>
            <p:custDataLst>
              <p:tags r:id="rId28"/>
            </p:custDataLst>
          </p:nvPr>
        </p:nvSpPr>
        <p:spPr>
          <a:xfrm>
            <a:off x="838200" y="5163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29" name="Rectangle: Rounded Corners 28">
            <a:extLst>
              <a:ext uri="{FF2B5EF4-FFF2-40B4-BE49-F238E27FC236}">
                <a16:creationId xmlns:a16="http://schemas.microsoft.com/office/drawing/2014/main" id="{E3F29195-6C5E-471C-86D2-B4E524320790}"/>
              </a:ext>
              <a:ext uri="{C183D7F6-B498-43B3-948B-1728B52AA6E4}">
                <adec:decorative xmlns:adec="http://schemas.microsoft.com/office/drawing/2017/decorative" val="1"/>
              </a:ext>
            </a:extLst>
          </p:cNvPr>
          <p:cNvSpPr/>
          <p:nvPr>
            <p:custDataLst>
              <p:tags r:id="rId29"/>
            </p:custDataLst>
          </p:nvPr>
        </p:nvSpPr>
        <p:spPr>
          <a:xfrm>
            <a:off x="838200" y="5163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30" name="TextBox 29">
            <a:extLst>
              <a:ext uri="{FF2B5EF4-FFF2-40B4-BE49-F238E27FC236}">
                <a16:creationId xmlns:a16="http://schemas.microsoft.com/office/drawing/2014/main" id="{275A198B-4259-4944-BD4B-16FFF6164438}"/>
              </a:ext>
            </a:extLst>
          </p:cNvPr>
          <p:cNvSpPr txBox="1"/>
          <p:nvPr>
            <p:custDataLst>
              <p:tags r:id="rId30"/>
            </p:custDataLst>
          </p:nvPr>
        </p:nvSpPr>
        <p:spPr>
          <a:xfrm>
            <a:off x="838200" y="5608320"/>
            <a:ext cx="9499600" cy="317500"/>
          </a:xfrm>
          <a:prstGeom prst="rect">
            <a:avLst/>
          </a:prstGeom>
          <a:noFill/>
        </p:spPr>
        <p:txBody>
          <a:bodyPr vertOverflow="overflow" vert="horz" wrap="square" tIns="0" bIns="0" rtlCol="0" anchor="b" anchorCtr="0">
            <a:normAutofit/>
          </a:bodyPr>
          <a:lstStyle/>
          <a:p>
            <a:pPr algn="l"/>
            <a:r>
              <a:rPr lang="en-GB"/>
              <a:t>USB stick</a:t>
            </a:r>
          </a:p>
        </p:txBody>
      </p:sp>
      <p:sp>
        <p:nvSpPr>
          <p:cNvPr id="31" name="TextBox 30">
            <a:extLst>
              <a:ext uri="{FF2B5EF4-FFF2-40B4-BE49-F238E27FC236}">
                <a16:creationId xmlns:a16="http://schemas.microsoft.com/office/drawing/2014/main" id="{F774AF2F-18F6-407A-B679-DA22C751BCFE}"/>
              </a:ext>
              <a:ext uri="{C183D7F6-B498-43B3-948B-1728B52AA6E4}">
                <adec:decorative xmlns:adec="http://schemas.microsoft.com/office/drawing/2017/decorative" val="1"/>
              </a:ext>
            </a:extLst>
          </p:cNvPr>
          <p:cNvSpPr txBox="1"/>
          <p:nvPr>
            <p:custDataLst>
              <p:tags r:id="rId31"/>
            </p:custDataLst>
          </p:nvPr>
        </p:nvSpPr>
        <p:spPr>
          <a:xfrm>
            <a:off x="10337800" y="5773420"/>
            <a:ext cx="1016000" cy="635000"/>
          </a:xfrm>
          <a:prstGeom prst="rect">
            <a:avLst/>
          </a:prstGeom>
          <a:noFill/>
        </p:spPr>
        <p:txBody>
          <a:bodyPr vertOverflow="overflow" vert="horz" wrap="square" rtlCol="0" anchor="ctr" anchorCtr="0">
            <a:spAutoFit/>
          </a:bodyPr>
          <a:lstStyle/>
          <a:p>
            <a:pPr algn="r"/>
            <a:r>
              <a:rPr lang="en-GB"/>
              <a:t>##.##%</a:t>
            </a:r>
          </a:p>
        </p:txBody>
      </p:sp>
      <p:sp>
        <p:nvSpPr>
          <p:cNvPr id="32" name="Rectangle: Rounded Corners 31">
            <a:extLst>
              <a:ext uri="{FF2B5EF4-FFF2-40B4-BE49-F238E27FC236}">
                <a16:creationId xmlns:a16="http://schemas.microsoft.com/office/drawing/2014/main" id="{1BB0907F-B553-4F53-B493-062F1684244F}"/>
              </a:ext>
              <a:ext uri="{C183D7F6-B498-43B3-948B-1728B52AA6E4}">
                <adec:decorative xmlns:adec="http://schemas.microsoft.com/office/drawing/2017/decorative" val="1"/>
              </a:ext>
            </a:extLst>
          </p:cNvPr>
          <p:cNvSpPr/>
          <p:nvPr>
            <p:custDataLst>
              <p:tags r:id="rId32"/>
            </p:custDataLst>
          </p:nvPr>
        </p:nvSpPr>
        <p:spPr>
          <a:xfrm>
            <a:off x="838200" y="5925820"/>
            <a:ext cx="9499600" cy="317500"/>
          </a:xfrm>
          <a:prstGeom prst="roundRect">
            <a:avLst/>
          </a:prstGeom>
          <a:solidFill>
            <a:srgbClr val="4472C4">
              <a:alpha val="0"/>
            </a:srgbClr>
          </a:solidFill>
          <a:ln w="12700" cap="flat" cmpd="sng" algn="ctr">
            <a:solidFill>
              <a:srgbClr val="80808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endParaRPr lang="en-GB">
              <a:solidFill>
                <a:srgbClr val="000000"/>
              </a:solidFill>
            </a:endParaRPr>
          </a:p>
        </p:txBody>
      </p:sp>
      <p:sp>
        <p:nvSpPr>
          <p:cNvPr id="33" name="Rectangle: Rounded Corners 32">
            <a:extLst>
              <a:ext uri="{FF2B5EF4-FFF2-40B4-BE49-F238E27FC236}">
                <a16:creationId xmlns:a16="http://schemas.microsoft.com/office/drawing/2014/main" id="{068EDB27-82B4-4849-A7B5-9E8CABF04DAB}"/>
              </a:ext>
              <a:ext uri="{C183D7F6-B498-43B3-948B-1728B52AA6E4}">
                <adec:decorative xmlns:adec="http://schemas.microsoft.com/office/drawing/2017/decorative" val="1"/>
              </a:ext>
            </a:extLst>
          </p:cNvPr>
          <p:cNvSpPr/>
          <p:nvPr>
            <p:custDataLst>
              <p:tags r:id="rId33"/>
            </p:custDataLst>
          </p:nvPr>
        </p:nvSpPr>
        <p:spPr>
          <a:xfrm>
            <a:off x="838200" y="5925820"/>
            <a:ext cx="63500" cy="317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Ins="0" rtlCol="0" anchor="ctr" anchorCtr="0"/>
          <a:lstStyle/>
          <a:p>
            <a:pPr algn="l"/>
            <a:endParaRPr lang="en-GB">
              <a:solidFill>
                <a:srgbClr val="FFFFFF"/>
              </a:solidFill>
            </a:endParaRPr>
          </a:p>
        </p:txBody>
      </p:sp>
      <p:sp>
        <p:nvSpPr>
          <p:cNvPr id="34" name="Rectangle 33">
            <a:extLst>
              <a:ext uri="{FF2B5EF4-FFF2-40B4-BE49-F238E27FC236}">
                <a16:creationId xmlns:a16="http://schemas.microsoft.com/office/drawing/2014/main" id="{D673B05A-6CC6-4171-A7BF-B5DD97688AAA}"/>
              </a:ext>
              <a:ext uri="{C183D7F6-B498-43B3-948B-1728B52AA6E4}">
                <adec:decorative xmlns:adec="http://schemas.microsoft.com/office/drawing/2017/decorative" val="1"/>
              </a:ext>
            </a:extLst>
          </p:cNvPr>
          <p:cNvSpPr/>
          <p:nvPr>
            <p:custDataLst>
              <p:tags r:id="rId34"/>
            </p:custDataLst>
          </p:nvPr>
        </p:nvSpPr>
        <p:spPr>
          <a:xfrm>
            <a:off x="0" y="5486400"/>
            <a:ext cx="12192000" cy="1219200"/>
          </a:xfrm>
          <a:prstGeom prst="rect">
            <a:avLst/>
          </a:prstGeom>
          <a:solidFill>
            <a:srgbClr val="666666">
              <a:alpha val="40000"/>
            </a:srgbClr>
          </a:solidFill>
          <a:ln w="12700" cap="flat" cmpd="sng" algn="ctr">
            <a:solidFill>
              <a:srgbClr val="808080">
                <a:alpha val="40000"/>
              </a:srgbClr>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1"/>
          <a:lstStyle/>
          <a:p>
            <a:pPr algn="l"/>
            <a:r>
              <a:rPr lang="en-GB" sz="8000">
                <a:solidFill>
                  <a:srgbClr val="FFFFFF"/>
                </a:solidFill>
              </a:rPr>
              <a:t>RESULTS SLIDE</a:t>
            </a:r>
          </a:p>
        </p:txBody>
      </p:sp>
    </p:spTree>
    <p:custDataLst>
      <p:tags r:id="rId1"/>
    </p:custDataLst>
    <p:extLst>
      <p:ext uri="{BB962C8B-B14F-4D97-AF65-F5344CB8AC3E}">
        <p14:creationId xmlns:p14="http://schemas.microsoft.com/office/powerpoint/2010/main" val="3431158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C9991D-5C10-49AB-B815-C4CBBB1B220D}"/>
              </a:ext>
            </a:extLst>
          </p:cNvPr>
          <p:cNvSpPr>
            <a:spLocks noGrp="1"/>
          </p:cNvSpPr>
          <p:nvPr>
            <p:ph type="sldNum" sz="quarter" idx="12"/>
          </p:nvPr>
        </p:nvSpPr>
        <p:spPr/>
        <p:txBody>
          <a:bodyPr/>
          <a:lstStyle/>
          <a:p>
            <a:fld id="{372769DB-CAE7-4C85-A9AF-7D4D8DE4CA22}" type="slidenum">
              <a:rPr lang="en-GB" smtClean="0"/>
              <a:t>16</a:t>
            </a:fld>
            <a:endParaRPr lang="en-GB" dirty="0"/>
          </a:p>
        </p:txBody>
      </p:sp>
      <p:sp>
        <p:nvSpPr>
          <p:cNvPr id="3" name="Title 2">
            <a:extLst>
              <a:ext uri="{FF2B5EF4-FFF2-40B4-BE49-F238E27FC236}">
                <a16:creationId xmlns:a16="http://schemas.microsoft.com/office/drawing/2014/main" id="{0EF06CD0-F308-D494-FC4B-526E37A3C6AF}"/>
              </a:ext>
            </a:extLst>
          </p:cNvPr>
          <p:cNvSpPr>
            <a:spLocks noGrp="1"/>
          </p:cNvSpPr>
          <p:nvPr>
            <p:ph type="title"/>
          </p:nvPr>
        </p:nvSpPr>
        <p:spPr/>
        <p:txBody>
          <a:bodyPr/>
          <a:lstStyle/>
          <a:p>
            <a:r>
              <a:rPr lang="en-US" dirty="0" err="1"/>
              <a:t>Organisng</a:t>
            </a:r>
            <a:r>
              <a:rPr lang="en-US" dirty="0"/>
              <a:t> your files</a:t>
            </a:r>
            <a:endParaRPr lang="en-GB" dirty="0"/>
          </a:p>
        </p:txBody>
      </p:sp>
      <p:pic>
        <p:nvPicPr>
          <p:cNvPr id="5" name="Picture 4" descr="Screenshot of a cluttered computer desktop filled with numerous overlapping file icons, mostly documents and images, against a blue background. ">
            <a:extLst>
              <a:ext uri="{FF2B5EF4-FFF2-40B4-BE49-F238E27FC236}">
                <a16:creationId xmlns:a16="http://schemas.microsoft.com/office/drawing/2014/main" id="{8DDE910A-53F7-BA3C-74CB-5D8498300C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347" y="1442278"/>
            <a:ext cx="6727634" cy="5045726"/>
          </a:xfrm>
          <a:prstGeom prst="rect">
            <a:avLst/>
          </a:prstGeom>
        </p:spPr>
      </p:pic>
      <p:pic>
        <p:nvPicPr>
          <p:cNvPr id="7" name="Picture 6" descr="Cartoon showing a person sitting at a computer with a speech bubble displaying a list of untitled files, including documents with sensitive names like &quot;MOM ADDRESS&quot; and &quot;IMPORTANT.&quot; Another person standing behind exclaims &quot;OH MY GOD,&quot; illustrating the humorous warning to never look in someone else's documents folder.&#10;&#10;AI-generated content may be incorrect.">
            <a:extLst>
              <a:ext uri="{FF2B5EF4-FFF2-40B4-BE49-F238E27FC236}">
                <a16:creationId xmlns:a16="http://schemas.microsoft.com/office/drawing/2014/main" id="{E5290260-0D52-80AA-0588-586434570A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9446" y="1494608"/>
            <a:ext cx="3040000" cy="5051428"/>
          </a:xfrm>
          <a:prstGeom prst="rect">
            <a:avLst/>
          </a:prstGeom>
        </p:spPr>
      </p:pic>
    </p:spTree>
    <p:extLst>
      <p:ext uri="{BB962C8B-B14F-4D97-AF65-F5344CB8AC3E}">
        <p14:creationId xmlns:p14="http://schemas.microsoft.com/office/powerpoint/2010/main" val="1797963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21B1-7234-0092-356F-3553E86A6F36}"/>
              </a:ext>
            </a:extLst>
          </p:cNvPr>
          <p:cNvSpPr>
            <a:spLocks noGrp="1"/>
          </p:cNvSpPr>
          <p:nvPr>
            <p:ph type="title"/>
          </p:nvPr>
        </p:nvSpPr>
        <p:spPr/>
        <p:txBody>
          <a:bodyPr/>
          <a:lstStyle/>
          <a:p>
            <a:r>
              <a:rPr lang="en-US" dirty="0"/>
              <a:t>File Structure</a:t>
            </a:r>
            <a:endParaRPr lang="en-GB" dirty="0"/>
          </a:p>
        </p:txBody>
      </p:sp>
      <p:sp>
        <p:nvSpPr>
          <p:cNvPr id="4" name="Slide Number Placeholder 3">
            <a:extLst>
              <a:ext uri="{FF2B5EF4-FFF2-40B4-BE49-F238E27FC236}">
                <a16:creationId xmlns:a16="http://schemas.microsoft.com/office/drawing/2014/main" id="{31C2EF2E-F92D-8D01-0F7C-6B81AD17D6F7}"/>
              </a:ext>
            </a:extLst>
          </p:cNvPr>
          <p:cNvSpPr>
            <a:spLocks noGrp="1"/>
          </p:cNvSpPr>
          <p:nvPr>
            <p:ph type="sldNum" sz="quarter" idx="12"/>
          </p:nvPr>
        </p:nvSpPr>
        <p:spPr/>
        <p:txBody>
          <a:bodyPr/>
          <a:lstStyle/>
          <a:p>
            <a:fld id="{372769DB-CAE7-4C85-A9AF-7D4D8DE4CA22}" type="slidenum">
              <a:rPr lang="en-GB" smtClean="0"/>
              <a:t>17</a:t>
            </a:fld>
            <a:endParaRPr lang="en-GB" dirty="0"/>
          </a:p>
        </p:txBody>
      </p:sp>
      <p:sp>
        <p:nvSpPr>
          <p:cNvPr id="5" name="TextBox 4">
            <a:extLst>
              <a:ext uri="{FF2B5EF4-FFF2-40B4-BE49-F238E27FC236}">
                <a16:creationId xmlns:a16="http://schemas.microsoft.com/office/drawing/2014/main" id="{8C40B751-56F9-B521-D92D-40CC86086A83}"/>
              </a:ext>
            </a:extLst>
          </p:cNvPr>
          <p:cNvSpPr txBox="1"/>
          <p:nvPr/>
        </p:nvSpPr>
        <p:spPr>
          <a:xfrm>
            <a:off x="1911035" y="2873650"/>
            <a:ext cx="3075629" cy="584775"/>
          </a:xfrm>
          <a:prstGeom prst="rect">
            <a:avLst/>
          </a:prstGeom>
          <a:noFill/>
        </p:spPr>
        <p:txBody>
          <a:bodyPr wrap="square" rtlCol="0">
            <a:spAutoFit/>
          </a:bodyPr>
          <a:lstStyle/>
          <a:p>
            <a:r>
              <a:rPr lang="en-US" sz="3200" dirty="0">
                <a:latin typeface="Gill Sans MT" panose="020B0502020104020203" pitchFamily="34" charset="0"/>
              </a:rPr>
              <a:t>codebook.xlsx</a:t>
            </a:r>
            <a:endParaRPr lang="en-GB" sz="3200" dirty="0">
              <a:latin typeface="Gill Sans MT" panose="020B0502020104020203" pitchFamily="34" charset="0"/>
            </a:endParaRPr>
          </a:p>
        </p:txBody>
      </p:sp>
      <p:sp>
        <p:nvSpPr>
          <p:cNvPr id="6" name="TextBox 5">
            <a:extLst>
              <a:ext uri="{FF2B5EF4-FFF2-40B4-BE49-F238E27FC236}">
                <a16:creationId xmlns:a16="http://schemas.microsoft.com/office/drawing/2014/main" id="{90794A86-3C76-72F4-C264-1908D27F7C8E}"/>
              </a:ext>
            </a:extLst>
          </p:cNvPr>
          <p:cNvSpPr txBox="1"/>
          <p:nvPr/>
        </p:nvSpPr>
        <p:spPr>
          <a:xfrm>
            <a:off x="438385" y="1557842"/>
            <a:ext cx="3294043" cy="584775"/>
          </a:xfrm>
          <a:prstGeom prst="rect">
            <a:avLst/>
          </a:prstGeom>
          <a:solidFill>
            <a:schemeClr val="accent1">
              <a:alpha val="40000"/>
            </a:schemeClr>
          </a:solidFill>
        </p:spPr>
        <p:txBody>
          <a:bodyPr wrap="square" rtlCol="0">
            <a:spAutoFit/>
          </a:bodyPr>
          <a:lstStyle/>
          <a:p>
            <a:pPr algn="ctr"/>
            <a:r>
              <a:rPr lang="en-US" sz="3200" dirty="0">
                <a:latin typeface="Gill Sans MT" panose="020B0502020104020203" pitchFamily="34" charset="0"/>
              </a:rPr>
              <a:t>Project Folder</a:t>
            </a:r>
            <a:endParaRPr lang="en-GB" sz="3200" dirty="0">
              <a:latin typeface="Gill Sans MT" panose="020B0502020104020203" pitchFamily="34" charset="0"/>
            </a:endParaRPr>
          </a:p>
        </p:txBody>
      </p:sp>
      <p:sp>
        <p:nvSpPr>
          <p:cNvPr id="8" name="TextBox 7">
            <a:extLst>
              <a:ext uri="{FF2B5EF4-FFF2-40B4-BE49-F238E27FC236}">
                <a16:creationId xmlns:a16="http://schemas.microsoft.com/office/drawing/2014/main" id="{9B139BC6-D208-4FFF-2BC6-7395F2A26186}"/>
              </a:ext>
            </a:extLst>
          </p:cNvPr>
          <p:cNvSpPr txBox="1"/>
          <p:nvPr/>
        </p:nvSpPr>
        <p:spPr>
          <a:xfrm>
            <a:off x="1911035" y="2288875"/>
            <a:ext cx="3075629" cy="584775"/>
          </a:xfrm>
          <a:prstGeom prst="rect">
            <a:avLst/>
          </a:prstGeom>
          <a:noFill/>
        </p:spPr>
        <p:txBody>
          <a:bodyPr wrap="square" rtlCol="0">
            <a:spAutoFit/>
          </a:bodyPr>
          <a:lstStyle/>
          <a:p>
            <a:r>
              <a:rPr lang="en-US" sz="3200" dirty="0">
                <a:latin typeface="Gill Sans MT" panose="020B0502020104020203" pitchFamily="34" charset="0"/>
              </a:rPr>
              <a:t>codesheet.docx</a:t>
            </a:r>
            <a:endParaRPr lang="en-GB" sz="3200" dirty="0">
              <a:latin typeface="Gill Sans MT" panose="020B0502020104020203" pitchFamily="34" charset="0"/>
            </a:endParaRPr>
          </a:p>
        </p:txBody>
      </p:sp>
      <p:sp>
        <p:nvSpPr>
          <p:cNvPr id="10" name="TextBox 9">
            <a:extLst>
              <a:ext uri="{FF2B5EF4-FFF2-40B4-BE49-F238E27FC236}">
                <a16:creationId xmlns:a16="http://schemas.microsoft.com/office/drawing/2014/main" id="{94E26D60-F498-5D27-DB3D-39ED502F5368}"/>
              </a:ext>
            </a:extLst>
          </p:cNvPr>
          <p:cNvSpPr txBox="1"/>
          <p:nvPr/>
        </p:nvSpPr>
        <p:spPr>
          <a:xfrm>
            <a:off x="2884081" y="4371660"/>
            <a:ext cx="3647853" cy="2554545"/>
          </a:xfrm>
          <a:prstGeom prst="rect">
            <a:avLst/>
          </a:prstGeom>
          <a:noFill/>
        </p:spPr>
        <p:txBody>
          <a:bodyPr wrap="square">
            <a:spAutoFit/>
          </a:bodyPr>
          <a:lstStyle/>
          <a:p>
            <a:r>
              <a:rPr lang="en-US" sz="3200" dirty="0">
                <a:latin typeface="Gill Sans MT" panose="020B0502020104020203" pitchFamily="34" charset="0"/>
              </a:rPr>
              <a:t>document_001.txt</a:t>
            </a:r>
          </a:p>
          <a:p>
            <a:r>
              <a:rPr lang="en-US" sz="3200" dirty="0">
                <a:latin typeface="Gill Sans MT" panose="020B0502020104020203" pitchFamily="34" charset="0"/>
              </a:rPr>
              <a:t>document_002.txt</a:t>
            </a:r>
            <a:endParaRPr lang="en-GB" sz="3200" dirty="0">
              <a:latin typeface="Gill Sans MT" panose="020B0502020104020203" pitchFamily="34" charset="0"/>
            </a:endParaRPr>
          </a:p>
          <a:p>
            <a:r>
              <a:rPr lang="en-US" sz="3200" dirty="0">
                <a:latin typeface="Gill Sans MT" panose="020B0502020104020203" pitchFamily="34" charset="0"/>
              </a:rPr>
              <a:t>document_003.txt</a:t>
            </a:r>
          </a:p>
          <a:p>
            <a:r>
              <a:rPr lang="en-US" sz="3200" dirty="0">
                <a:latin typeface="Gill Sans MT" panose="020B0502020104020203" pitchFamily="34" charset="0"/>
              </a:rPr>
              <a:t>…</a:t>
            </a:r>
            <a:endParaRPr lang="en-GB" sz="3200" dirty="0">
              <a:latin typeface="Gill Sans MT" panose="020B0502020104020203" pitchFamily="34" charset="0"/>
            </a:endParaRPr>
          </a:p>
          <a:p>
            <a:endParaRPr lang="en-GB" sz="3200" dirty="0">
              <a:latin typeface="Gill Sans MT" panose="020B0502020104020203" pitchFamily="34" charset="0"/>
            </a:endParaRPr>
          </a:p>
        </p:txBody>
      </p:sp>
      <p:cxnSp>
        <p:nvCxnSpPr>
          <p:cNvPr id="12" name="Straight Connector 11">
            <a:extLst>
              <a:ext uri="{FF2B5EF4-FFF2-40B4-BE49-F238E27FC236}">
                <a16:creationId xmlns:a16="http://schemas.microsoft.com/office/drawing/2014/main" id="{6DEFFD40-FAAE-3752-73A2-28B535807C49}"/>
              </a:ext>
            </a:extLst>
          </p:cNvPr>
          <p:cNvCxnSpPr>
            <a:cxnSpLocks/>
          </p:cNvCxnSpPr>
          <p:nvPr/>
        </p:nvCxnSpPr>
        <p:spPr>
          <a:xfrm>
            <a:off x="1233377" y="2142617"/>
            <a:ext cx="0" cy="1780797"/>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547075AB-070B-6B9C-106E-C6CB7527B778}"/>
              </a:ext>
            </a:extLst>
          </p:cNvPr>
          <p:cNvCxnSpPr>
            <a:cxnSpLocks/>
          </p:cNvCxnSpPr>
          <p:nvPr/>
        </p:nvCxnSpPr>
        <p:spPr>
          <a:xfrm>
            <a:off x="1233377" y="3923414"/>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CE632AA-4F80-46FE-931B-058FFD8499A6}"/>
              </a:ext>
            </a:extLst>
          </p:cNvPr>
          <p:cNvCxnSpPr>
            <a:cxnSpLocks/>
          </p:cNvCxnSpPr>
          <p:nvPr/>
        </p:nvCxnSpPr>
        <p:spPr>
          <a:xfrm>
            <a:off x="2130056" y="4207430"/>
            <a:ext cx="0" cy="1780797"/>
          </a:xfrm>
          <a:prstGeom prst="line">
            <a:avLst/>
          </a:prstGeom>
          <a:ln w="76200">
            <a:solidFill>
              <a:schemeClr val="tx2"/>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718F9620-9DA5-26B2-249C-8FB3D11C8D03}"/>
              </a:ext>
            </a:extLst>
          </p:cNvPr>
          <p:cNvCxnSpPr>
            <a:cxnSpLocks/>
          </p:cNvCxnSpPr>
          <p:nvPr/>
        </p:nvCxnSpPr>
        <p:spPr>
          <a:xfrm>
            <a:off x="1233377" y="3215773"/>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F0E9FE-0D00-3A34-1459-813C70E4C509}"/>
              </a:ext>
            </a:extLst>
          </p:cNvPr>
          <p:cNvCxnSpPr>
            <a:cxnSpLocks/>
          </p:cNvCxnSpPr>
          <p:nvPr/>
        </p:nvCxnSpPr>
        <p:spPr>
          <a:xfrm>
            <a:off x="1235543" y="2635183"/>
            <a:ext cx="566286"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57FFE9C-6CE0-4BB6-CDCF-E0F672B0B79A}"/>
              </a:ext>
            </a:extLst>
          </p:cNvPr>
          <p:cNvCxnSpPr>
            <a:cxnSpLocks/>
          </p:cNvCxnSpPr>
          <p:nvPr/>
        </p:nvCxnSpPr>
        <p:spPr>
          <a:xfrm>
            <a:off x="2130056" y="4710232"/>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00E1D29-C8D5-3AAA-795C-14D6F0773509}"/>
              </a:ext>
            </a:extLst>
          </p:cNvPr>
          <p:cNvCxnSpPr>
            <a:cxnSpLocks/>
          </p:cNvCxnSpPr>
          <p:nvPr/>
        </p:nvCxnSpPr>
        <p:spPr>
          <a:xfrm>
            <a:off x="2174058" y="5194902"/>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E1410DC-2B88-F595-F34A-E02FD10025AB}"/>
              </a:ext>
            </a:extLst>
          </p:cNvPr>
          <p:cNvCxnSpPr>
            <a:cxnSpLocks/>
          </p:cNvCxnSpPr>
          <p:nvPr/>
        </p:nvCxnSpPr>
        <p:spPr>
          <a:xfrm>
            <a:off x="2174058" y="5671201"/>
            <a:ext cx="568452" cy="0"/>
          </a:xfrm>
          <a:prstGeom prst="line">
            <a:avLst/>
          </a:prstGeom>
          <a:ln w="7620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4D9061-48C5-E0EF-4BE4-F31B0F864456}"/>
              </a:ext>
            </a:extLst>
          </p:cNvPr>
          <p:cNvSpPr txBox="1"/>
          <p:nvPr/>
        </p:nvSpPr>
        <p:spPr>
          <a:xfrm>
            <a:off x="1801829" y="3622655"/>
            <a:ext cx="3294043" cy="584775"/>
          </a:xfrm>
          <a:prstGeom prst="rect">
            <a:avLst/>
          </a:prstGeom>
          <a:solidFill>
            <a:srgbClr val="F4B5AE"/>
          </a:solidFill>
        </p:spPr>
        <p:txBody>
          <a:bodyPr wrap="square" rtlCol="0">
            <a:spAutoFit/>
          </a:bodyPr>
          <a:lstStyle/>
          <a:p>
            <a:pPr algn="ctr"/>
            <a:r>
              <a:rPr lang="en-US" sz="3200">
                <a:latin typeface="Gill Sans MT" panose="020B0502020104020203" pitchFamily="34" charset="0"/>
              </a:rPr>
              <a:t>Data Folder</a:t>
            </a:r>
            <a:endParaRPr lang="en-GB" sz="3200" dirty="0">
              <a:latin typeface="Gill Sans MT" panose="020B0502020104020203" pitchFamily="34" charset="0"/>
            </a:endParaRPr>
          </a:p>
        </p:txBody>
      </p:sp>
    </p:spTree>
    <p:extLst>
      <p:ext uri="{BB962C8B-B14F-4D97-AF65-F5344CB8AC3E}">
        <p14:creationId xmlns:p14="http://schemas.microsoft.com/office/powerpoint/2010/main" val="1078328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F821-08CA-71DA-D82D-C6FB91D761AB}"/>
              </a:ext>
            </a:extLst>
          </p:cNvPr>
          <p:cNvSpPr>
            <a:spLocks noGrp="1"/>
          </p:cNvSpPr>
          <p:nvPr>
            <p:ph type="title"/>
          </p:nvPr>
        </p:nvSpPr>
        <p:spPr/>
        <p:txBody>
          <a:bodyPr/>
          <a:lstStyle/>
          <a:p>
            <a:r>
              <a:rPr lang="en-US" dirty="0"/>
              <a:t>Data storage tips</a:t>
            </a:r>
            <a:endParaRPr lang="en-GB" dirty="0"/>
          </a:p>
        </p:txBody>
      </p:sp>
      <p:sp>
        <p:nvSpPr>
          <p:cNvPr id="3" name="Content Placeholder 2">
            <a:extLst>
              <a:ext uri="{FF2B5EF4-FFF2-40B4-BE49-F238E27FC236}">
                <a16:creationId xmlns:a16="http://schemas.microsoft.com/office/drawing/2014/main" id="{79F10181-5A8E-07D2-6C15-472712032601}"/>
              </a:ext>
            </a:extLst>
          </p:cNvPr>
          <p:cNvSpPr>
            <a:spLocks noGrp="1"/>
          </p:cNvSpPr>
          <p:nvPr>
            <p:ph idx="1"/>
          </p:nvPr>
        </p:nvSpPr>
        <p:spPr>
          <a:xfrm>
            <a:off x="838199" y="1825625"/>
            <a:ext cx="11159169" cy="4351338"/>
          </a:xfrm>
        </p:spPr>
        <p:txBody>
          <a:bodyPr/>
          <a:lstStyle/>
          <a:p>
            <a:r>
              <a:rPr lang="en-GB" dirty="0"/>
              <a:t>If downloading a dataset ‘.csv’ files often best option</a:t>
            </a:r>
          </a:p>
          <a:p>
            <a:r>
              <a:rPr lang="en-GB" dirty="0"/>
              <a:t>If just interested in text content can save as ‘.txt’</a:t>
            </a:r>
          </a:p>
          <a:p>
            <a:r>
              <a:rPr lang="en-GB" dirty="0"/>
              <a:t>Create a folder to store all original files</a:t>
            </a:r>
          </a:p>
          <a:p>
            <a:r>
              <a:rPr lang="en-GB" dirty="0"/>
              <a:t>Give each document a unique identifier</a:t>
            </a:r>
          </a:p>
          <a:p>
            <a:r>
              <a:rPr lang="en-GB" dirty="0"/>
              <a:t>File naming</a:t>
            </a:r>
          </a:p>
          <a:p>
            <a:pPr lvl="1"/>
            <a:r>
              <a:rPr lang="en-GB" dirty="0"/>
              <a:t>Leading zeros: class_essay_v01.docx</a:t>
            </a:r>
          </a:p>
          <a:p>
            <a:pPr lvl="1"/>
            <a:r>
              <a:rPr lang="en-GB" dirty="0"/>
              <a:t>ISO date format: ‘2023-03-19’</a:t>
            </a:r>
          </a:p>
          <a:p>
            <a:endParaRPr lang="en-GB" dirty="0"/>
          </a:p>
        </p:txBody>
      </p:sp>
      <p:sp>
        <p:nvSpPr>
          <p:cNvPr id="5" name="Slide Number Placeholder 4">
            <a:extLst>
              <a:ext uri="{FF2B5EF4-FFF2-40B4-BE49-F238E27FC236}">
                <a16:creationId xmlns:a16="http://schemas.microsoft.com/office/drawing/2014/main" id="{D0B42BEC-7A00-840E-4F11-0EB4E38BA158}"/>
              </a:ext>
            </a:extLst>
          </p:cNvPr>
          <p:cNvSpPr>
            <a:spLocks noGrp="1"/>
          </p:cNvSpPr>
          <p:nvPr>
            <p:ph type="sldNum" sz="quarter" idx="12"/>
          </p:nvPr>
        </p:nvSpPr>
        <p:spPr/>
        <p:txBody>
          <a:bodyPr/>
          <a:lstStyle/>
          <a:p>
            <a:fld id="{372769DB-CAE7-4C85-A9AF-7D4D8DE4CA22}" type="slidenum">
              <a:rPr lang="en-GB" smtClean="0"/>
              <a:t>18</a:t>
            </a:fld>
            <a:endParaRPr lang="en-GB" dirty="0"/>
          </a:p>
        </p:txBody>
      </p:sp>
    </p:spTree>
    <p:extLst>
      <p:ext uri="{BB962C8B-B14F-4D97-AF65-F5344CB8AC3E}">
        <p14:creationId xmlns:p14="http://schemas.microsoft.com/office/powerpoint/2010/main" val="1491332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093E9-D55F-4D9E-8269-A5F480A468B0}"/>
              </a:ext>
            </a:extLst>
          </p:cNvPr>
          <p:cNvSpPr>
            <a:spLocks noGrp="1"/>
          </p:cNvSpPr>
          <p:nvPr>
            <p:ph type="title"/>
          </p:nvPr>
        </p:nvSpPr>
        <p:spPr/>
        <p:txBody>
          <a:bodyPr/>
          <a:lstStyle/>
          <a:p>
            <a:r>
              <a:rPr lang="en-US" dirty="0"/>
              <a:t>Software and Data</a:t>
            </a:r>
            <a:endParaRPr lang="en-GB" dirty="0"/>
          </a:p>
        </p:txBody>
      </p:sp>
      <p:sp>
        <p:nvSpPr>
          <p:cNvPr id="3" name="Content Placeholder 2">
            <a:extLst>
              <a:ext uri="{FF2B5EF4-FFF2-40B4-BE49-F238E27FC236}">
                <a16:creationId xmlns:a16="http://schemas.microsoft.com/office/drawing/2014/main" id="{412172DD-CD85-2F6A-2090-8192E0CDB9ED}"/>
              </a:ext>
            </a:extLst>
          </p:cNvPr>
          <p:cNvSpPr>
            <a:spLocks noGrp="1"/>
          </p:cNvSpPr>
          <p:nvPr>
            <p:ph idx="1"/>
          </p:nvPr>
        </p:nvSpPr>
        <p:spPr/>
        <p:txBody>
          <a:bodyPr>
            <a:normAutofit/>
          </a:bodyPr>
          <a:lstStyle/>
          <a:p>
            <a:pPr marL="0" indent="0">
              <a:buNone/>
            </a:pPr>
            <a:r>
              <a:rPr lang="en-US" dirty="0"/>
              <a:t>Custom content analysis software is available</a:t>
            </a:r>
          </a:p>
          <a:p>
            <a:r>
              <a:rPr lang="en-US" dirty="0" err="1"/>
              <a:t>Nvivo</a:t>
            </a:r>
            <a:r>
              <a:rPr lang="en-US" dirty="0"/>
              <a:t>, </a:t>
            </a:r>
            <a:r>
              <a:rPr lang="en-US" dirty="0" err="1"/>
              <a:t>Textstat</a:t>
            </a:r>
            <a:endParaRPr lang="en-US" dirty="0"/>
          </a:p>
          <a:p>
            <a:endParaRPr lang="en-US" dirty="0"/>
          </a:p>
          <a:p>
            <a:pPr marL="0" indent="0">
              <a:buNone/>
            </a:pPr>
            <a:r>
              <a:rPr lang="en-US" dirty="0"/>
              <a:t>But can also use Excel or Google sheets</a:t>
            </a:r>
          </a:p>
          <a:p>
            <a:endParaRPr lang="en-US" dirty="0"/>
          </a:p>
          <a:p>
            <a:endParaRPr lang="en-US" dirty="0"/>
          </a:p>
          <a:p>
            <a:endParaRPr lang="en-GB" dirty="0"/>
          </a:p>
        </p:txBody>
      </p:sp>
      <p:sp>
        <p:nvSpPr>
          <p:cNvPr id="5" name="Slide Number Placeholder 4">
            <a:extLst>
              <a:ext uri="{FF2B5EF4-FFF2-40B4-BE49-F238E27FC236}">
                <a16:creationId xmlns:a16="http://schemas.microsoft.com/office/drawing/2014/main" id="{9687A16D-F678-9845-09E8-967C93425559}"/>
              </a:ext>
            </a:extLst>
          </p:cNvPr>
          <p:cNvSpPr>
            <a:spLocks noGrp="1"/>
          </p:cNvSpPr>
          <p:nvPr>
            <p:ph type="sldNum" sz="quarter" idx="12"/>
          </p:nvPr>
        </p:nvSpPr>
        <p:spPr/>
        <p:txBody>
          <a:bodyPr/>
          <a:lstStyle/>
          <a:p>
            <a:fld id="{372769DB-CAE7-4C85-A9AF-7D4D8DE4CA22}" type="slidenum">
              <a:rPr lang="en-GB" smtClean="0"/>
              <a:t>19</a:t>
            </a:fld>
            <a:endParaRPr lang="en-GB" dirty="0"/>
          </a:p>
        </p:txBody>
      </p:sp>
    </p:spTree>
    <p:extLst>
      <p:ext uri="{BB962C8B-B14F-4D97-AF65-F5344CB8AC3E}">
        <p14:creationId xmlns:p14="http://schemas.microsoft.com/office/powerpoint/2010/main" val="161046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1F821-08CA-71DA-D82D-C6FB91D761AB}"/>
              </a:ext>
            </a:extLst>
          </p:cNvPr>
          <p:cNvSpPr>
            <a:spLocks noGrp="1"/>
          </p:cNvSpPr>
          <p:nvPr>
            <p:ph type="title"/>
          </p:nvPr>
        </p:nvSpPr>
        <p:spPr/>
        <p:txBody>
          <a:bodyPr/>
          <a:lstStyle/>
          <a:p>
            <a:r>
              <a:rPr lang="en-US" dirty="0"/>
              <a:t>Content analysis in practice</a:t>
            </a:r>
            <a:endParaRPr lang="en-GB" dirty="0"/>
          </a:p>
        </p:txBody>
      </p:sp>
      <p:sp>
        <p:nvSpPr>
          <p:cNvPr id="3" name="Content Placeholder 2">
            <a:extLst>
              <a:ext uri="{FF2B5EF4-FFF2-40B4-BE49-F238E27FC236}">
                <a16:creationId xmlns:a16="http://schemas.microsoft.com/office/drawing/2014/main" id="{79F10181-5A8E-07D2-6C15-472712032601}"/>
              </a:ext>
            </a:extLst>
          </p:cNvPr>
          <p:cNvSpPr>
            <a:spLocks noGrp="1"/>
          </p:cNvSpPr>
          <p:nvPr>
            <p:ph idx="1"/>
          </p:nvPr>
        </p:nvSpPr>
        <p:spPr>
          <a:xfrm>
            <a:off x="386136" y="1465357"/>
            <a:ext cx="11685973" cy="4575847"/>
          </a:xfrm>
        </p:spPr>
        <p:txBody>
          <a:bodyPr>
            <a:normAutofit/>
          </a:bodyPr>
          <a:lstStyle/>
          <a:p>
            <a:pPr marL="0" indent="0">
              <a:buNone/>
            </a:pPr>
            <a:r>
              <a:rPr lang="en-GB" sz="3600" b="1" dirty="0"/>
              <a:t>Media bias on BBC Question Time</a:t>
            </a:r>
          </a:p>
          <a:p>
            <a:pPr marL="0" indent="0">
              <a:buNone/>
            </a:pPr>
            <a:endParaRPr lang="en-GB" sz="3600" dirty="0"/>
          </a:p>
          <a:p>
            <a:r>
              <a:rPr lang="en-GB" sz="3600" dirty="0"/>
              <a:t>What forms of political bias is the show accused of?</a:t>
            </a:r>
          </a:p>
          <a:p>
            <a:pPr marL="0" indent="0">
              <a:buNone/>
            </a:pPr>
            <a:endParaRPr lang="en-GB" sz="3600" b="1" dirty="0"/>
          </a:p>
          <a:p>
            <a:pPr marL="0" indent="0">
              <a:buNone/>
            </a:pPr>
            <a:r>
              <a:rPr lang="en-GB" sz="3600" b="1" dirty="0"/>
              <a:t>Dependent variables</a:t>
            </a:r>
          </a:p>
          <a:p>
            <a:r>
              <a:rPr lang="en-GB" sz="3600" dirty="0"/>
              <a:t>Who is accused of bias?</a:t>
            </a:r>
          </a:p>
          <a:p>
            <a:r>
              <a:rPr lang="en-GB" sz="3600" dirty="0"/>
              <a:t>Biased for/against which group? </a:t>
            </a:r>
          </a:p>
        </p:txBody>
      </p:sp>
      <p:sp>
        <p:nvSpPr>
          <p:cNvPr id="5" name="Slide Number Placeholder 4">
            <a:extLst>
              <a:ext uri="{FF2B5EF4-FFF2-40B4-BE49-F238E27FC236}">
                <a16:creationId xmlns:a16="http://schemas.microsoft.com/office/drawing/2014/main" id="{D0B42BEC-7A00-840E-4F11-0EB4E38BA158}"/>
              </a:ext>
            </a:extLst>
          </p:cNvPr>
          <p:cNvSpPr>
            <a:spLocks noGrp="1"/>
          </p:cNvSpPr>
          <p:nvPr>
            <p:ph type="sldNum" sz="quarter" idx="12"/>
          </p:nvPr>
        </p:nvSpPr>
        <p:spPr/>
        <p:txBody>
          <a:bodyPr/>
          <a:lstStyle/>
          <a:p>
            <a:fld id="{372769DB-CAE7-4C85-A9AF-7D4D8DE4CA22}" type="slidenum">
              <a:rPr lang="en-GB" smtClean="0"/>
              <a:t>20</a:t>
            </a:fld>
            <a:endParaRPr lang="en-GB" dirty="0"/>
          </a:p>
        </p:txBody>
      </p:sp>
    </p:spTree>
    <p:extLst>
      <p:ext uri="{BB962C8B-B14F-4D97-AF65-F5344CB8AC3E}">
        <p14:creationId xmlns:p14="http://schemas.microsoft.com/office/powerpoint/2010/main" val="3129420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149484" y="1876839"/>
            <a:ext cx="9893031" cy="2626469"/>
          </a:xfrm>
        </p:spPr>
        <p:txBody>
          <a:bodyPr/>
          <a:lstStyle/>
          <a:p>
            <a:r>
              <a:rPr lang="en-GB" dirty="0"/>
              <a:t>Evaluating content analysis</a:t>
            </a:r>
          </a:p>
        </p:txBody>
      </p:sp>
    </p:spTree>
    <p:extLst>
      <p:ext uri="{BB962C8B-B14F-4D97-AF65-F5344CB8AC3E}">
        <p14:creationId xmlns:p14="http://schemas.microsoft.com/office/powerpoint/2010/main" val="2708083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Evaluating content analysis</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22</a:t>
            </a:fld>
            <a:endParaRPr lang="en-GB" dirty="0"/>
          </a:p>
        </p:txBody>
      </p:sp>
      <p:sp>
        <p:nvSpPr>
          <p:cNvPr id="7" name="Content Placeholder 2">
            <a:extLst>
              <a:ext uri="{FF2B5EF4-FFF2-40B4-BE49-F238E27FC236}">
                <a16:creationId xmlns:a16="http://schemas.microsoft.com/office/drawing/2014/main" id="{56EBD5C7-1FBA-368E-8D31-6FCE5259ED51}"/>
              </a:ext>
            </a:extLst>
          </p:cNvPr>
          <p:cNvSpPr txBox="1">
            <a:spLocks/>
          </p:cNvSpPr>
          <p:nvPr/>
        </p:nvSpPr>
        <p:spPr>
          <a:xfrm>
            <a:off x="753912" y="1456985"/>
            <a:ext cx="10876433"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4400" b="1" dirty="0"/>
          </a:p>
          <a:p>
            <a:pPr marL="0" indent="0">
              <a:buFont typeface="Arial" panose="020B0604020202020204" pitchFamily="34" charset="0"/>
              <a:buNone/>
            </a:pPr>
            <a:r>
              <a:rPr lang="en-GB" sz="4400" b="1" dirty="0"/>
              <a:t>Qualitative content analysis</a:t>
            </a:r>
          </a:p>
          <a:p>
            <a:r>
              <a:rPr lang="en-GB" dirty="0"/>
              <a:t>Plausible categories</a:t>
            </a:r>
          </a:p>
          <a:p>
            <a:r>
              <a:rPr lang="en-GB" dirty="0"/>
              <a:t>Explanation of coding decisions</a:t>
            </a:r>
          </a:p>
          <a:p>
            <a:endParaRPr lang="en-GB" dirty="0"/>
          </a:p>
          <a:p>
            <a:pPr marL="0" indent="0">
              <a:buNone/>
            </a:pPr>
            <a:r>
              <a:rPr lang="en-GB" b="1" dirty="0"/>
              <a:t>For all types of content analysis</a:t>
            </a:r>
          </a:p>
          <a:p>
            <a:r>
              <a:rPr lang="en-GB" sz="4000" dirty="0"/>
              <a:t>We can make our raw data and coding scheme publicly available</a:t>
            </a:r>
          </a:p>
          <a:p>
            <a:endParaRPr lang="en-GB" dirty="0"/>
          </a:p>
        </p:txBody>
      </p:sp>
    </p:spTree>
    <p:extLst>
      <p:ext uri="{BB962C8B-B14F-4D97-AF65-F5344CB8AC3E}">
        <p14:creationId xmlns:p14="http://schemas.microsoft.com/office/powerpoint/2010/main" val="1029295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Evaluating content analysis</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806566" y="3243832"/>
            <a:ext cx="4626166" cy="4351338"/>
          </a:xfrm>
        </p:spPr>
        <p:txBody>
          <a:bodyPr>
            <a:normAutofit/>
          </a:bodyPr>
          <a:lstStyle/>
          <a:p>
            <a:pPr marL="0" indent="0">
              <a:buNone/>
            </a:pPr>
            <a:r>
              <a:rPr lang="en-GB" sz="4400" b="1" dirty="0"/>
              <a:t>Validity</a:t>
            </a:r>
          </a:p>
          <a:p>
            <a:r>
              <a:rPr lang="en-GB" dirty="0"/>
              <a:t> internal validity</a:t>
            </a:r>
          </a:p>
          <a:p>
            <a:r>
              <a:rPr lang="en-GB" dirty="0"/>
              <a:t> external validity</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23</a:t>
            </a:fld>
            <a:endParaRPr lang="en-GB" dirty="0"/>
          </a:p>
        </p:txBody>
      </p:sp>
      <p:sp>
        <p:nvSpPr>
          <p:cNvPr id="6" name="Content Placeholder 2">
            <a:extLst>
              <a:ext uri="{FF2B5EF4-FFF2-40B4-BE49-F238E27FC236}">
                <a16:creationId xmlns:a16="http://schemas.microsoft.com/office/drawing/2014/main" id="{4B7BDE1C-5CCB-5F60-CD29-2D03887F51FC}"/>
              </a:ext>
            </a:extLst>
          </p:cNvPr>
          <p:cNvSpPr txBox="1">
            <a:spLocks/>
          </p:cNvSpPr>
          <p:nvPr/>
        </p:nvSpPr>
        <p:spPr>
          <a:xfrm>
            <a:off x="5692552" y="3292634"/>
            <a:ext cx="525854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4400" b="1" dirty="0"/>
              <a:t>Reliability</a:t>
            </a:r>
          </a:p>
          <a:p>
            <a:r>
              <a:rPr lang="en-GB" dirty="0"/>
              <a:t> intra-coder reliability</a:t>
            </a:r>
          </a:p>
          <a:p>
            <a:r>
              <a:rPr lang="en-GB" dirty="0"/>
              <a:t> inter-coder reliability</a:t>
            </a:r>
          </a:p>
        </p:txBody>
      </p:sp>
      <p:sp>
        <p:nvSpPr>
          <p:cNvPr id="7" name="Content Placeholder 2">
            <a:extLst>
              <a:ext uri="{FF2B5EF4-FFF2-40B4-BE49-F238E27FC236}">
                <a16:creationId xmlns:a16="http://schemas.microsoft.com/office/drawing/2014/main" id="{BF78F3D9-2005-AEA1-4297-23A32C400223}"/>
              </a:ext>
            </a:extLst>
          </p:cNvPr>
          <p:cNvSpPr txBox="1">
            <a:spLocks/>
          </p:cNvSpPr>
          <p:nvPr/>
        </p:nvSpPr>
        <p:spPr>
          <a:xfrm>
            <a:off x="712815" y="1931309"/>
            <a:ext cx="968463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4400" b="1" dirty="0"/>
              <a:t>Quantitative content analysis</a:t>
            </a:r>
            <a:endParaRPr lang="en-GB" dirty="0"/>
          </a:p>
        </p:txBody>
      </p:sp>
    </p:spTree>
    <p:extLst>
      <p:ext uri="{BB962C8B-B14F-4D97-AF65-F5344CB8AC3E}">
        <p14:creationId xmlns:p14="http://schemas.microsoft.com/office/powerpoint/2010/main" val="445521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Validity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4351338"/>
          </a:xfrm>
        </p:spPr>
        <p:txBody>
          <a:bodyPr>
            <a:normAutofit lnSpcReduction="10000"/>
          </a:bodyPr>
          <a:lstStyle/>
          <a:p>
            <a:pPr marL="0" indent="0">
              <a:buNone/>
            </a:pPr>
            <a:endParaRPr lang="en-GB" dirty="0"/>
          </a:p>
          <a:p>
            <a:pPr marL="0" indent="0">
              <a:buNone/>
            </a:pPr>
            <a:r>
              <a:rPr lang="en-GB" b="1" dirty="0">
                <a:solidFill>
                  <a:srgbClr val="E87E0A"/>
                </a:solidFill>
              </a:rPr>
              <a:t>Internal validity</a:t>
            </a:r>
          </a:p>
          <a:p>
            <a:r>
              <a:rPr lang="en-GB" dirty="0"/>
              <a:t>Does our coding capture the concepts we are interested in?</a:t>
            </a:r>
          </a:p>
          <a:p>
            <a:endParaRPr lang="en-GB" dirty="0"/>
          </a:p>
          <a:p>
            <a:pPr marL="0" indent="0">
              <a:buNone/>
            </a:pPr>
            <a:r>
              <a:rPr lang="en-GB" b="1" dirty="0">
                <a:solidFill>
                  <a:srgbClr val="E87E0A"/>
                </a:solidFill>
              </a:rPr>
              <a:t>External validity</a:t>
            </a:r>
          </a:p>
          <a:p>
            <a:r>
              <a:rPr lang="en-GB" dirty="0"/>
              <a:t>How generalisable are our findings to other contexts?</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24</a:t>
            </a:fld>
            <a:endParaRPr lang="en-GB" dirty="0"/>
          </a:p>
        </p:txBody>
      </p:sp>
    </p:spTree>
    <p:extLst>
      <p:ext uri="{BB962C8B-B14F-4D97-AF65-F5344CB8AC3E}">
        <p14:creationId xmlns:p14="http://schemas.microsoft.com/office/powerpoint/2010/main" val="2144832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8" y="1338874"/>
            <a:ext cx="7083547" cy="4351338"/>
          </a:xfrm>
        </p:spPr>
        <p:txBody>
          <a:bodyPr>
            <a:normAutofit fontScale="92500" lnSpcReduction="10000"/>
          </a:bodyPr>
          <a:lstStyle/>
          <a:p>
            <a:pPr marL="0" indent="0">
              <a:buNone/>
            </a:pPr>
            <a:endParaRPr lang="en-GB" dirty="0"/>
          </a:p>
          <a:p>
            <a:pPr marL="0" indent="0">
              <a:buNone/>
            </a:pPr>
            <a:r>
              <a:rPr lang="en-GB" b="1" dirty="0">
                <a:solidFill>
                  <a:srgbClr val="E87E0A"/>
                </a:solidFill>
              </a:rPr>
              <a:t>Intra-coder reliability</a:t>
            </a:r>
          </a:p>
          <a:p>
            <a:r>
              <a:rPr lang="en-GB" dirty="0"/>
              <a:t>Does the same person code the same items consistently over time?</a:t>
            </a:r>
          </a:p>
          <a:p>
            <a:endParaRPr lang="en-GB" dirty="0"/>
          </a:p>
          <a:p>
            <a:pPr marL="0" indent="0">
              <a:buNone/>
            </a:pPr>
            <a:r>
              <a:rPr lang="en-GB" b="1" dirty="0">
                <a:solidFill>
                  <a:srgbClr val="E87E0A"/>
                </a:solidFill>
              </a:rPr>
              <a:t>Inter-coder reliability</a:t>
            </a:r>
          </a:p>
          <a:p>
            <a:r>
              <a:rPr lang="en-GB" dirty="0"/>
              <a:t>Do different people code the same items in a similar way?</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25</a:t>
            </a:fld>
            <a:endParaRPr lang="en-GB" dirty="0"/>
          </a:p>
        </p:txBody>
      </p:sp>
      <p:pic>
        <p:nvPicPr>
          <p:cNvPr id="7" name="Picture 6" descr="A group of hands holding pens and writing on a piece of paper&#10;&#10;Description automatically generated">
            <a:extLst>
              <a:ext uri="{FF2B5EF4-FFF2-40B4-BE49-F238E27FC236}">
                <a16:creationId xmlns:a16="http://schemas.microsoft.com/office/drawing/2014/main" id="{23B6402B-7BC2-4F23-0588-3B866BFB8C6D}"/>
              </a:ext>
            </a:extLst>
          </p:cNvPr>
          <p:cNvPicPr>
            <a:picLocks noChangeAspect="1"/>
          </p:cNvPicPr>
          <p:nvPr/>
        </p:nvPicPr>
        <p:blipFill rotWithShape="1">
          <a:blip r:embed="rId2">
            <a:extLst>
              <a:ext uri="{28A0092B-C50C-407E-A947-70E740481C1C}">
                <a14:useLocalDpi xmlns:a14="http://schemas.microsoft.com/office/drawing/2010/main" val="0"/>
              </a:ext>
            </a:extLst>
          </a:blip>
          <a:srcRect l="12781" r="12968"/>
          <a:stretch/>
        </p:blipFill>
        <p:spPr>
          <a:xfrm>
            <a:off x="7728000" y="2222369"/>
            <a:ext cx="4464000" cy="3381818"/>
          </a:xfrm>
          <a:prstGeom prst="rect">
            <a:avLst/>
          </a:prstGeom>
        </p:spPr>
      </p:pic>
    </p:spTree>
    <p:extLst>
      <p:ext uri="{BB962C8B-B14F-4D97-AF65-F5344CB8AC3E}">
        <p14:creationId xmlns:p14="http://schemas.microsoft.com/office/powerpoint/2010/main" val="3409194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1614828" cy="5024600"/>
          </a:xfrm>
        </p:spPr>
        <p:txBody>
          <a:bodyPr>
            <a:normAutofit fontScale="85000" lnSpcReduction="20000"/>
          </a:bodyPr>
          <a:lstStyle/>
          <a:p>
            <a:pPr marL="0" indent="0">
              <a:buNone/>
            </a:pPr>
            <a:r>
              <a:rPr lang="en-GB" sz="3900" dirty="0"/>
              <a:t>Measures of inter-coder reliability</a:t>
            </a:r>
          </a:p>
          <a:p>
            <a:pPr marL="0" indent="0">
              <a:buNone/>
            </a:pPr>
            <a:endParaRPr lang="en-GB" sz="3900" dirty="0"/>
          </a:p>
          <a:p>
            <a:pPr marL="0" indent="0">
              <a:buNone/>
            </a:pPr>
            <a:r>
              <a:rPr lang="en-GB" sz="3900" b="1" dirty="0">
                <a:solidFill>
                  <a:srgbClr val="E87E0A"/>
                </a:solidFill>
              </a:rPr>
              <a:t>Percentage agreement</a:t>
            </a:r>
          </a:p>
          <a:p>
            <a:r>
              <a:rPr lang="en-GB" sz="3900" dirty="0"/>
              <a:t> </a:t>
            </a:r>
            <a:r>
              <a:rPr lang="en-GB" sz="3500" dirty="0"/>
              <a:t>What % of items were coded in the same way by both coders?</a:t>
            </a:r>
          </a:p>
          <a:p>
            <a:r>
              <a:rPr lang="en-GB" sz="3500" dirty="0"/>
              <a:t>Takes values between 0-100</a:t>
            </a:r>
          </a:p>
          <a:p>
            <a:pPr marL="0" indent="0">
              <a:buNone/>
            </a:pPr>
            <a:endParaRPr lang="en-GB" sz="3500" dirty="0"/>
          </a:p>
          <a:p>
            <a:pPr marL="0" indent="0">
              <a:buNone/>
            </a:pPr>
            <a:r>
              <a:rPr lang="en-GB" sz="3900" b="1" dirty="0">
                <a:solidFill>
                  <a:srgbClr val="E87E0A"/>
                </a:solidFill>
              </a:rPr>
              <a:t>Reliability coefficients</a:t>
            </a:r>
          </a:p>
          <a:p>
            <a:pPr marL="0" indent="0">
              <a:buNone/>
            </a:pPr>
            <a:r>
              <a:rPr lang="en-GB" sz="3500" b="1" dirty="0"/>
              <a:t>e.g. </a:t>
            </a:r>
            <a:r>
              <a:rPr lang="en-GB" sz="3500" b="1" dirty="0" err="1"/>
              <a:t>Krippendorf’s</a:t>
            </a:r>
            <a:r>
              <a:rPr lang="en-GB" sz="3500" b="1" dirty="0"/>
              <a:t> Alpha</a:t>
            </a:r>
          </a:p>
          <a:p>
            <a:r>
              <a:rPr lang="en-GB" sz="3500" dirty="0"/>
              <a:t>Measure of observed disagreement, corrected for level of disagreement expected by chance</a:t>
            </a:r>
          </a:p>
          <a:p>
            <a:r>
              <a:rPr lang="en-GB" sz="3500" dirty="0"/>
              <a:t>Takes values between -1 and 1</a:t>
            </a:r>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26</a:t>
            </a:fld>
            <a:endParaRPr lang="en-GB" dirty="0"/>
          </a:p>
        </p:txBody>
      </p:sp>
    </p:spTree>
    <p:extLst>
      <p:ext uri="{BB962C8B-B14F-4D97-AF65-F5344CB8AC3E}">
        <p14:creationId xmlns:p14="http://schemas.microsoft.com/office/powerpoint/2010/main" val="1254063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864499"/>
          </a:xfrm>
        </p:spPr>
        <p:txBody>
          <a:bodyPr>
            <a:normAutofit/>
          </a:bodyPr>
          <a:lstStyle/>
          <a:p>
            <a:pPr marL="0" indent="0">
              <a:buNone/>
            </a:pPr>
            <a:r>
              <a:rPr lang="en-GB" dirty="0"/>
              <a:t>Measures of reliability</a:t>
            </a:r>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27</a:t>
            </a:fld>
            <a:endParaRPr lang="en-GB" dirty="0"/>
          </a:p>
        </p:txBody>
      </p:sp>
      <p:graphicFrame>
        <p:nvGraphicFramePr>
          <p:cNvPr id="6" name="Table 5">
            <a:extLst>
              <a:ext uri="{FF2B5EF4-FFF2-40B4-BE49-F238E27FC236}">
                <a16:creationId xmlns:a16="http://schemas.microsoft.com/office/drawing/2014/main" id="{EFE6CDD2-CA96-8D4E-A827-292BCDF8232E}"/>
              </a:ext>
            </a:extLst>
          </p:cNvPr>
          <p:cNvGraphicFramePr>
            <a:graphicFrameLocks noGrp="1"/>
          </p:cNvGraphicFramePr>
          <p:nvPr/>
        </p:nvGraphicFramePr>
        <p:xfrm>
          <a:off x="225172" y="2054306"/>
          <a:ext cx="11642573" cy="2749388"/>
        </p:xfrm>
        <a:graphic>
          <a:graphicData uri="http://schemas.openxmlformats.org/drawingml/2006/table">
            <a:tbl>
              <a:tblPr firstRow="1" bandRow="1">
                <a:tableStyleId>{69012ECD-51FC-41F1-AA8D-1B2483CD663E}</a:tableStyleId>
              </a:tblPr>
              <a:tblGrid>
                <a:gridCol w="1311756">
                  <a:extLst>
                    <a:ext uri="{9D8B030D-6E8A-4147-A177-3AD203B41FA5}">
                      <a16:colId xmlns:a16="http://schemas.microsoft.com/office/drawing/2014/main" val="4142616856"/>
                    </a:ext>
                  </a:extLst>
                </a:gridCol>
                <a:gridCol w="1079653">
                  <a:extLst>
                    <a:ext uri="{9D8B030D-6E8A-4147-A177-3AD203B41FA5}">
                      <a16:colId xmlns:a16="http://schemas.microsoft.com/office/drawing/2014/main" val="384114073"/>
                    </a:ext>
                  </a:extLst>
                </a:gridCol>
                <a:gridCol w="1054068">
                  <a:extLst>
                    <a:ext uri="{9D8B030D-6E8A-4147-A177-3AD203B41FA5}">
                      <a16:colId xmlns:a16="http://schemas.microsoft.com/office/drawing/2014/main" val="1271380689"/>
                    </a:ext>
                  </a:extLst>
                </a:gridCol>
                <a:gridCol w="1024637">
                  <a:extLst>
                    <a:ext uri="{9D8B030D-6E8A-4147-A177-3AD203B41FA5}">
                      <a16:colId xmlns:a16="http://schemas.microsoft.com/office/drawing/2014/main" val="1455020364"/>
                    </a:ext>
                  </a:extLst>
                </a:gridCol>
                <a:gridCol w="1024637">
                  <a:extLst>
                    <a:ext uri="{9D8B030D-6E8A-4147-A177-3AD203B41FA5}">
                      <a16:colId xmlns:a16="http://schemas.microsoft.com/office/drawing/2014/main" val="652206220"/>
                    </a:ext>
                  </a:extLst>
                </a:gridCol>
                <a:gridCol w="1024637">
                  <a:extLst>
                    <a:ext uri="{9D8B030D-6E8A-4147-A177-3AD203B41FA5}">
                      <a16:colId xmlns:a16="http://schemas.microsoft.com/office/drawing/2014/main" val="1538217645"/>
                    </a:ext>
                  </a:extLst>
                </a:gridCol>
                <a:gridCol w="1024637">
                  <a:extLst>
                    <a:ext uri="{9D8B030D-6E8A-4147-A177-3AD203B41FA5}">
                      <a16:colId xmlns:a16="http://schemas.microsoft.com/office/drawing/2014/main" val="4004902531"/>
                    </a:ext>
                  </a:extLst>
                </a:gridCol>
                <a:gridCol w="1024637">
                  <a:extLst>
                    <a:ext uri="{9D8B030D-6E8A-4147-A177-3AD203B41FA5}">
                      <a16:colId xmlns:a16="http://schemas.microsoft.com/office/drawing/2014/main" val="2207854395"/>
                    </a:ext>
                  </a:extLst>
                </a:gridCol>
                <a:gridCol w="1024637">
                  <a:extLst>
                    <a:ext uri="{9D8B030D-6E8A-4147-A177-3AD203B41FA5}">
                      <a16:colId xmlns:a16="http://schemas.microsoft.com/office/drawing/2014/main" val="3647920501"/>
                    </a:ext>
                  </a:extLst>
                </a:gridCol>
                <a:gridCol w="1024637">
                  <a:extLst>
                    <a:ext uri="{9D8B030D-6E8A-4147-A177-3AD203B41FA5}">
                      <a16:colId xmlns:a16="http://schemas.microsoft.com/office/drawing/2014/main" val="1056190007"/>
                    </a:ext>
                  </a:extLst>
                </a:gridCol>
                <a:gridCol w="1024637">
                  <a:extLst>
                    <a:ext uri="{9D8B030D-6E8A-4147-A177-3AD203B41FA5}">
                      <a16:colId xmlns:a16="http://schemas.microsoft.com/office/drawing/2014/main" val="817032779"/>
                    </a:ext>
                  </a:extLst>
                </a:gridCol>
              </a:tblGrid>
              <a:tr h="902254">
                <a:tc>
                  <a:txBody>
                    <a:bodyPr/>
                    <a:lstStyle/>
                    <a:p>
                      <a:endParaRPr lang="en-GB" sz="2800" dirty="0"/>
                    </a:p>
                  </a:txBody>
                  <a:tcPr/>
                </a:tc>
                <a:tc>
                  <a:txBody>
                    <a:bodyPr/>
                    <a:lstStyle/>
                    <a:p>
                      <a:pPr algn="ctr"/>
                      <a:r>
                        <a:rPr lang="en-US" sz="2800" dirty="0"/>
                        <a:t>Item 1</a:t>
                      </a:r>
                      <a:endParaRPr lang="en-GB" sz="2800" dirty="0"/>
                    </a:p>
                  </a:txBody>
                  <a:tcPr/>
                </a:tc>
                <a:tc>
                  <a:txBody>
                    <a:bodyPr/>
                    <a:lstStyle/>
                    <a:p>
                      <a:pPr algn="ctr"/>
                      <a:r>
                        <a:rPr lang="en-US" sz="2800" dirty="0"/>
                        <a:t>Item 2</a:t>
                      </a:r>
                      <a:endParaRPr lang="en-GB" sz="2800" dirty="0"/>
                    </a:p>
                  </a:txBody>
                  <a:tcPr/>
                </a:tc>
                <a:tc>
                  <a:txBody>
                    <a:bodyPr/>
                    <a:lstStyle/>
                    <a:p>
                      <a:pPr algn="ctr"/>
                      <a:r>
                        <a:rPr lang="en-US" sz="2800" dirty="0"/>
                        <a:t>Item 3</a:t>
                      </a:r>
                      <a:endParaRPr lang="en-GB" sz="2800" dirty="0"/>
                    </a:p>
                  </a:txBody>
                  <a:tcPr/>
                </a:tc>
                <a:tc>
                  <a:txBody>
                    <a:bodyPr/>
                    <a:lstStyle/>
                    <a:p>
                      <a:pPr algn="ctr"/>
                      <a:r>
                        <a:rPr lang="en-US" sz="2800" dirty="0"/>
                        <a:t>Item 4</a:t>
                      </a:r>
                      <a:endParaRPr lang="en-GB" sz="2800" dirty="0"/>
                    </a:p>
                  </a:txBody>
                  <a:tcPr/>
                </a:tc>
                <a:tc>
                  <a:txBody>
                    <a:bodyPr/>
                    <a:lstStyle/>
                    <a:p>
                      <a:pPr algn="ctr"/>
                      <a:r>
                        <a:rPr lang="en-US" sz="2800" dirty="0"/>
                        <a:t>Item 5</a:t>
                      </a:r>
                      <a:endParaRPr lang="en-GB" sz="2800" dirty="0"/>
                    </a:p>
                  </a:txBody>
                  <a:tcPr/>
                </a:tc>
                <a:tc>
                  <a:txBody>
                    <a:bodyPr/>
                    <a:lstStyle/>
                    <a:p>
                      <a:pPr algn="ctr"/>
                      <a:r>
                        <a:rPr lang="en-US" sz="2800" dirty="0"/>
                        <a:t>Item 6</a:t>
                      </a:r>
                      <a:endParaRPr lang="en-GB" sz="2800" dirty="0"/>
                    </a:p>
                  </a:txBody>
                  <a:tcPr/>
                </a:tc>
                <a:tc>
                  <a:txBody>
                    <a:bodyPr/>
                    <a:lstStyle/>
                    <a:p>
                      <a:pPr algn="ctr"/>
                      <a:r>
                        <a:rPr lang="en-US" sz="2800" dirty="0"/>
                        <a:t>Item 7</a:t>
                      </a:r>
                      <a:endParaRPr lang="en-GB" sz="2800" dirty="0"/>
                    </a:p>
                  </a:txBody>
                  <a:tcPr/>
                </a:tc>
                <a:tc>
                  <a:txBody>
                    <a:bodyPr/>
                    <a:lstStyle/>
                    <a:p>
                      <a:pPr algn="ctr"/>
                      <a:r>
                        <a:rPr lang="en-US" sz="2800" dirty="0"/>
                        <a:t>Item 8 </a:t>
                      </a:r>
                      <a:endParaRPr lang="en-GB" sz="2800" dirty="0"/>
                    </a:p>
                  </a:txBody>
                  <a:tcPr/>
                </a:tc>
                <a:tc>
                  <a:txBody>
                    <a:bodyPr/>
                    <a:lstStyle/>
                    <a:p>
                      <a:pPr algn="ctr"/>
                      <a:r>
                        <a:rPr lang="en-US" sz="2800" dirty="0"/>
                        <a:t>Item 9</a:t>
                      </a:r>
                      <a:endParaRPr lang="en-GB" sz="2800" dirty="0"/>
                    </a:p>
                  </a:txBody>
                  <a:tcPr/>
                </a:tc>
                <a:tc>
                  <a:txBody>
                    <a:bodyPr/>
                    <a:lstStyle/>
                    <a:p>
                      <a:pPr algn="ctr"/>
                      <a:r>
                        <a:rPr lang="en-US" sz="2800" dirty="0"/>
                        <a:t>Item 10</a:t>
                      </a:r>
                      <a:endParaRPr lang="en-GB" sz="2800" dirty="0"/>
                    </a:p>
                  </a:txBody>
                  <a:tcPr/>
                </a:tc>
                <a:extLst>
                  <a:ext uri="{0D108BD9-81ED-4DB2-BD59-A6C34878D82A}">
                    <a16:rowId xmlns:a16="http://schemas.microsoft.com/office/drawing/2014/main" val="944624969"/>
                  </a:ext>
                </a:extLst>
              </a:tr>
              <a:tr h="902254">
                <a:tc>
                  <a:txBody>
                    <a:bodyPr/>
                    <a:lstStyle/>
                    <a:p>
                      <a:r>
                        <a:rPr lang="en-US" sz="2800" dirty="0"/>
                        <a:t>Coder 1</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1226394790"/>
                  </a:ext>
                </a:extLst>
              </a:tr>
              <a:tr h="902254">
                <a:tc>
                  <a:txBody>
                    <a:bodyPr/>
                    <a:lstStyle/>
                    <a:p>
                      <a:r>
                        <a:rPr lang="en-US" sz="2800" dirty="0"/>
                        <a:t>Coder 2</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r>
                        <a:rPr lang="en-US" sz="3600" b="1" dirty="0"/>
                        <a:t> </a:t>
                      </a:r>
                      <a:endParaRPr lang="en-GB" sz="3600" b="1"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811750742"/>
                  </a:ext>
                </a:extLst>
              </a:tr>
            </a:tbl>
          </a:graphicData>
        </a:graphic>
      </p:graphicFrame>
      <p:sp>
        <p:nvSpPr>
          <p:cNvPr id="7" name="TextBox 6">
            <a:extLst>
              <a:ext uri="{FF2B5EF4-FFF2-40B4-BE49-F238E27FC236}">
                <a16:creationId xmlns:a16="http://schemas.microsoft.com/office/drawing/2014/main" id="{5A6EDB58-06F8-7768-7184-BE0576C8BA98}"/>
              </a:ext>
            </a:extLst>
          </p:cNvPr>
          <p:cNvSpPr txBox="1"/>
          <p:nvPr/>
        </p:nvSpPr>
        <p:spPr>
          <a:xfrm>
            <a:off x="4252511" y="5286256"/>
            <a:ext cx="4627084" cy="1077218"/>
          </a:xfrm>
          <a:prstGeom prst="rect">
            <a:avLst/>
          </a:prstGeom>
          <a:noFill/>
        </p:spPr>
        <p:txBody>
          <a:bodyPr wrap="square" rtlCol="0">
            <a:spAutoFit/>
          </a:bodyPr>
          <a:lstStyle/>
          <a:p>
            <a:r>
              <a:rPr lang="en-US" sz="3200" dirty="0">
                <a:latin typeface="Gill Sans MT" panose="020B0502020104020203" pitchFamily="34" charset="0"/>
              </a:rPr>
              <a:t>Agreement = 100%</a:t>
            </a:r>
          </a:p>
          <a:p>
            <a:r>
              <a:rPr lang="en-US" sz="3200" dirty="0" err="1">
                <a:latin typeface="Gill Sans MT" panose="020B0502020104020203" pitchFamily="34" charset="0"/>
              </a:rPr>
              <a:t>Krippendorf’s</a:t>
            </a:r>
            <a:r>
              <a:rPr lang="en-US" sz="3200" dirty="0">
                <a:latin typeface="Gill Sans MT" panose="020B0502020104020203" pitchFamily="34" charset="0"/>
              </a:rPr>
              <a:t> Alpha = 1  </a:t>
            </a:r>
            <a:endParaRPr lang="en-GB" sz="3200" dirty="0">
              <a:latin typeface="Gill Sans MT" panose="020B0502020104020203" pitchFamily="34" charset="0"/>
            </a:endParaRPr>
          </a:p>
        </p:txBody>
      </p:sp>
    </p:spTree>
    <p:extLst>
      <p:ext uri="{BB962C8B-B14F-4D97-AF65-F5344CB8AC3E}">
        <p14:creationId xmlns:p14="http://schemas.microsoft.com/office/powerpoint/2010/main" val="466357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864499"/>
          </a:xfrm>
        </p:spPr>
        <p:txBody>
          <a:bodyPr>
            <a:normAutofit/>
          </a:bodyPr>
          <a:lstStyle/>
          <a:p>
            <a:pPr marL="0" indent="0">
              <a:buNone/>
            </a:pPr>
            <a:r>
              <a:rPr lang="en-GB" dirty="0"/>
              <a:t>Measures of reliability</a:t>
            </a:r>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28</a:t>
            </a:fld>
            <a:endParaRPr lang="en-GB" dirty="0"/>
          </a:p>
        </p:txBody>
      </p:sp>
      <p:graphicFrame>
        <p:nvGraphicFramePr>
          <p:cNvPr id="6" name="Table 5">
            <a:extLst>
              <a:ext uri="{FF2B5EF4-FFF2-40B4-BE49-F238E27FC236}">
                <a16:creationId xmlns:a16="http://schemas.microsoft.com/office/drawing/2014/main" id="{EFE6CDD2-CA96-8D4E-A827-292BCDF8232E}"/>
              </a:ext>
            </a:extLst>
          </p:cNvPr>
          <p:cNvGraphicFramePr>
            <a:graphicFrameLocks noGrp="1"/>
          </p:cNvGraphicFramePr>
          <p:nvPr/>
        </p:nvGraphicFramePr>
        <p:xfrm>
          <a:off x="225172" y="2054306"/>
          <a:ext cx="11642573" cy="2749388"/>
        </p:xfrm>
        <a:graphic>
          <a:graphicData uri="http://schemas.openxmlformats.org/drawingml/2006/table">
            <a:tbl>
              <a:tblPr firstRow="1" bandRow="1">
                <a:tableStyleId>{69012ECD-51FC-41F1-AA8D-1B2483CD663E}</a:tableStyleId>
              </a:tblPr>
              <a:tblGrid>
                <a:gridCol w="1311756">
                  <a:extLst>
                    <a:ext uri="{9D8B030D-6E8A-4147-A177-3AD203B41FA5}">
                      <a16:colId xmlns:a16="http://schemas.microsoft.com/office/drawing/2014/main" val="4142616856"/>
                    </a:ext>
                  </a:extLst>
                </a:gridCol>
                <a:gridCol w="1079653">
                  <a:extLst>
                    <a:ext uri="{9D8B030D-6E8A-4147-A177-3AD203B41FA5}">
                      <a16:colId xmlns:a16="http://schemas.microsoft.com/office/drawing/2014/main" val="384114073"/>
                    </a:ext>
                  </a:extLst>
                </a:gridCol>
                <a:gridCol w="1054068">
                  <a:extLst>
                    <a:ext uri="{9D8B030D-6E8A-4147-A177-3AD203B41FA5}">
                      <a16:colId xmlns:a16="http://schemas.microsoft.com/office/drawing/2014/main" val="1271380689"/>
                    </a:ext>
                  </a:extLst>
                </a:gridCol>
                <a:gridCol w="1024637">
                  <a:extLst>
                    <a:ext uri="{9D8B030D-6E8A-4147-A177-3AD203B41FA5}">
                      <a16:colId xmlns:a16="http://schemas.microsoft.com/office/drawing/2014/main" val="1455020364"/>
                    </a:ext>
                  </a:extLst>
                </a:gridCol>
                <a:gridCol w="1024637">
                  <a:extLst>
                    <a:ext uri="{9D8B030D-6E8A-4147-A177-3AD203B41FA5}">
                      <a16:colId xmlns:a16="http://schemas.microsoft.com/office/drawing/2014/main" val="652206220"/>
                    </a:ext>
                  </a:extLst>
                </a:gridCol>
                <a:gridCol w="1024637">
                  <a:extLst>
                    <a:ext uri="{9D8B030D-6E8A-4147-A177-3AD203B41FA5}">
                      <a16:colId xmlns:a16="http://schemas.microsoft.com/office/drawing/2014/main" val="1538217645"/>
                    </a:ext>
                  </a:extLst>
                </a:gridCol>
                <a:gridCol w="1024637">
                  <a:extLst>
                    <a:ext uri="{9D8B030D-6E8A-4147-A177-3AD203B41FA5}">
                      <a16:colId xmlns:a16="http://schemas.microsoft.com/office/drawing/2014/main" val="4004902531"/>
                    </a:ext>
                  </a:extLst>
                </a:gridCol>
                <a:gridCol w="1024637">
                  <a:extLst>
                    <a:ext uri="{9D8B030D-6E8A-4147-A177-3AD203B41FA5}">
                      <a16:colId xmlns:a16="http://schemas.microsoft.com/office/drawing/2014/main" val="2207854395"/>
                    </a:ext>
                  </a:extLst>
                </a:gridCol>
                <a:gridCol w="1024637">
                  <a:extLst>
                    <a:ext uri="{9D8B030D-6E8A-4147-A177-3AD203B41FA5}">
                      <a16:colId xmlns:a16="http://schemas.microsoft.com/office/drawing/2014/main" val="3647920501"/>
                    </a:ext>
                  </a:extLst>
                </a:gridCol>
                <a:gridCol w="1024637">
                  <a:extLst>
                    <a:ext uri="{9D8B030D-6E8A-4147-A177-3AD203B41FA5}">
                      <a16:colId xmlns:a16="http://schemas.microsoft.com/office/drawing/2014/main" val="1056190007"/>
                    </a:ext>
                  </a:extLst>
                </a:gridCol>
                <a:gridCol w="1024637">
                  <a:extLst>
                    <a:ext uri="{9D8B030D-6E8A-4147-A177-3AD203B41FA5}">
                      <a16:colId xmlns:a16="http://schemas.microsoft.com/office/drawing/2014/main" val="817032779"/>
                    </a:ext>
                  </a:extLst>
                </a:gridCol>
              </a:tblGrid>
              <a:tr h="902254">
                <a:tc>
                  <a:txBody>
                    <a:bodyPr/>
                    <a:lstStyle/>
                    <a:p>
                      <a:endParaRPr lang="en-GB" sz="2800" dirty="0"/>
                    </a:p>
                  </a:txBody>
                  <a:tcPr/>
                </a:tc>
                <a:tc>
                  <a:txBody>
                    <a:bodyPr/>
                    <a:lstStyle/>
                    <a:p>
                      <a:pPr algn="ctr"/>
                      <a:r>
                        <a:rPr lang="en-US" sz="2800" dirty="0"/>
                        <a:t>Item 1</a:t>
                      </a:r>
                      <a:endParaRPr lang="en-GB" sz="2800" dirty="0"/>
                    </a:p>
                  </a:txBody>
                  <a:tcPr/>
                </a:tc>
                <a:tc>
                  <a:txBody>
                    <a:bodyPr/>
                    <a:lstStyle/>
                    <a:p>
                      <a:pPr algn="ctr"/>
                      <a:r>
                        <a:rPr lang="en-US" sz="2800" dirty="0"/>
                        <a:t>Item 2</a:t>
                      </a:r>
                      <a:endParaRPr lang="en-GB" sz="2800" dirty="0"/>
                    </a:p>
                  </a:txBody>
                  <a:tcPr/>
                </a:tc>
                <a:tc>
                  <a:txBody>
                    <a:bodyPr/>
                    <a:lstStyle/>
                    <a:p>
                      <a:pPr algn="ctr"/>
                      <a:r>
                        <a:rPr lang="en-US" sz="2800" dirty="0"/>
                        <a:t>Item 3</a:t>
                      </a:r>
                      <a:endParaRPr lang="en-GB" sz="2800" dirty="0"/>
                    </a:p>
                  </a:txBody>
                  <a:tcPr/>
                </a:tc>
                <a:tc>
                  <a:txBody>
                    <a:bodyPr/>
                    <a:lstStyle/>
                    <a:p>
                      <a:pPr algn="ctr"/>
                      <a:r>
                        <a:rPr lang="en-US" sz="2800" dirty="0"/>
                        <a:t>Item 4</a:t>
                      </a:r>
                      <a:endParaRPr lang="en-GB" sz="2800" dirty="0"/>
                    </a:p>
                  </a:txBody>
                  <a:tcPr/>
                </a:tc>
                <a:tc>
                  <a:txBody>
                    <a:bodyPr/>
                    <a:lstStyle/>
                    <a:p>
                      <a:pPr algn="ctr"/>
                      <a:r>
                        <a:rPr lang="en-US" sz="2800" dirty="0"/>
                        <a:t>Item 5</a:t>
                      </a:r>
                      <a:endParaRPr lang="en-GB" sz="2800" dirty="0"/>
                    </a:p>
                  </a:txBody>
                  <a:tcPr/>
                </a:tc>
                <a:tc>
                  <a:txBody>
                    <a:bodyPr/>
                    <a:lstStyle/>
                    <a:p>
                      <a:pPr algn="ctr"/>
                      <a:r>
                        <a:rPr lang="en-US" sz="2800" dirty="0"/>
                        <a:t>Item 6</a:t>
                      </a:r>
                      <a:endParaRPr lang="en-GB" sz="2800" dirty="0"/>
                    </a:p>
                  </a:txBody>
                  <a:tcPr/>
                </a:tc>
                <a:tc>
                  <a:txBody>
                    <a:bodyPr/>
                    <a:lstStyle/>
                    <a:p>
                      <a:pPr algn="ctr"/>
                      <a:r>
                        <a:rPr lang="en-US" sz="2800" dirty="0"/>
                        <a:t>Item 7</a:t>
                      </a:r>
                      <a:endParaRPr lang="en-GB" sz="2800" dirty="0"/>
                    </a:p>
                  </a:txBody>
                  <a:tcPr/>
                </a:tc>
                <a:tc>
                  <a:txBody>
                    <a:bodyPr/>
                    <a:lstStyle/>
                    <a:p>
                      <a:pPr algn="ctr"/>
                      <a:r>
                        <a:rPr lang="en-US" sz="2800" dirty="0"/>
                        <a:t>Item 8 </a:t>
                      </a:r>
                      <a:endParaRPr lang="en-GB" sz="2800" dirty="0"/>
                    </a:p>
                  </a:txBody>
                  <a:tcPr/>
                </a:tc>
                <a:tc>
                  <a:txBody>
                    <a:bodyPr/>
                    <a:lstStyle/>
                    <a:p>
                      <a:pPr algn="ctr"/>
                      <a:r>
                        <a:rPr lang="en-US" sz="2800" dirty="0"/>
                        <a:t>Item 9</a:t>
                      </a:r>
                      <a:endParaRPr lang="en-GB" sz="2800" dirty="0"/>
                    </a:p>
                  </a:txBody>
                  <a:tcPr/>
                </a:tc>
                <a:tc>
                  <a:txBody>
                    <a:bodyPr/>
                    <a:lstStyle/>
                    <a:p>
                      <a:pPr algn="ctr"/>
                      <a:r>
                        <a:rPr lang="en-US" sz="2800" dirty="0"/>
                        <a:t>Item 10</a:t>
                      </a:r>
                      <a:endParaRPr lang="en-GB" sz="2800" dirty="0"/>
                    </a:p>
                  </a:txBody>
                  <a:tcPr/>
                </a:tc>
                <a:extLst>
                  <a:ext uri="{0D108BD9-81ED-4DB2-BD59-A6C34878D82A}">
                    <a16:rowId xmlns:a16="http://schemas.microsoft.com/office/drawing/2014/main" val="944624969"/>
                  </a:ext>
                </a:extLst>
              </a:tr>
              <a:tr h="902254">
                <a:tc>
                  <a:txBody>
                    <a:bodyPr/>
                    <a:lstStyle/>
                    <a:p>
                      <a:r>
                        <a:rPr lang="en-US" sz="2800" dirty="0"/>
                        <a:t>Coder 1</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1226394790"/>
                  </a:ext>
                </a:extLst>
              </a:tr>
              <a:tr h="902254">
                <a:tc>
                  <a:txBody>
                    <a:bodyPr/>
                    <a:lstStyle/>
                    <a:p>
                      <a:r>
                        <a:rPr lang="en-US" sz="2800" dirty="0"/>
                        <a:t>Coder 2</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r>
                        <a:rPr lang="en-US" sz="3600" b="1" dirty="0"/>
                        <a:t> </a:t>
                      </a:r>
                      <a:endParaRPr lang="en-GB" sz="3600" b="1"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extLst>
                  <a:ext uri="{0D108BD9-81ED-4DB2-BD59-A6C34878D82A}">
                    <a16:rowId xmlns:a16="http://schemas.microsoft.com/office/drawing/2014/main" val="811750742"/>
                  </a:ext>
                </a:extLst>
              </a:tr>
            </a:tbl>
          </a:graphicData>
        </a:graphic>
      </p:graphicFrame>
      <p:sp>
        <p:nvSpPr>
          <p:cNvPr id="7" name="TextBox 6">
            <a:extLst>
              <a:ext uri="{FF2B5EF4-FFF2-40B4-BE49-F238E27FC236}">
                <a16:creationId xmlns:a16="http://schemas.microsoft.com/office/drawing/2014/main" id="{5A6EDB58-06F8-7768-7184-BE0576C8BA98}"/>
              </a:ext>
            </a:extLst>
          </p:cNvPr>
          <p:cNvSpPr txBox="1"/>
          <p:nvPr/>
        </p:nvSpPr>
        <p:spPr>
          <a:xfrm>
            <a:off x="4252511" y="5286256"/>
            <a:ext cx="4627084" cy="1077218"/>
          </a:xfrm>
          <a:prstGeom prst="rect">
            <a:avLst/>
          </a:prstGeom>
          <a:noFill/>
        </p:spPr>
        <p:txBody>
          <a:bodyPr wrap="square" rtlCol="0">
            <a:spAutoFit/>
          </a:bodyPr>
          <a:lstStyle/>
          <a:p>
            <a:r>
              <a:rPr lang="en-US" sz="3200" dirty="0">
                <a:latin typeface="Gill Sans MT" panose="020B0502020104020203" pitchFamily="34" charset="0"/>
              </a:rPr>
              <a:t>Agreement = 50%</a:t>
            </a:r>
          </a:p>
          <a:p>
            <a:r>
              <a:rPr lang="en-US" sz="3200" dirty="0" err="1">
                <a:latin typeface="Gill Sans MT" panose="020B0502020104020203" pitchFamily="34" charset="0"/>
              </a:rPr>
              <a:t>Krippendorf’s</a:t>
            </a:r>
            <a:r>
              <a:rPr lang="en-US" sz="3200" dirty="0">
                <a:latin typeface="Gill Sans MT" panose="020B0502020104020203" pitchFamily="34" charset="0"/>
              </a:rPr>
              <a:t> Alpha = 0.04  </a:t>
            </a:r>
            <a:endParaRPr lang="en-GB" sz="3200" dirty="0">
              <a:latin typeface="Gill Sans MT" panose="020B0502020104020203" pitchFamily="34" charset="0"/>
            </a:endParaRPr>
          </a:p>
        </p:txBody>
      </p:sp>
    </p:spTree>
    <p:extLst>
      <p:ext uri="{BB962C8B-B14F-4D97-AF65-F5344CB8AC3E}">
        <p14:creationId xmlns:p14="http://schemas.microsoft.com/office/powerpoint/2010/main" val="4165287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2474AEB9-DDBA-50B4-DF19-D66664425378}"/>
              </a:ext>
            </a:extLst>
          </p:cNvPr>
          <p:cNvSpPr>
            <a:spLocks noGrp="1"/>
          </p:cNvSpPr>
          <p:nvPr>
            <p:ph idx="1"/>
          </p:nvPr>
        </p:nvSpPr>
        <p:spPr>
          <a:xfrm>
            <a:off x="252917" y="1338874"/>
            <a:ext cx="12074957" cy="864499"/>
          </a:xfrm>
        </p:spPr>
        <p:txBody>
          <a:bodyPr>
            <a:normAutofit/>
          </a:bodyPr>
          <a:lstStyle/>
          <a:p>
            <a:pPr marL="0" indent="0">
              <a:buNone/>
            </a:pPr>
            <a:r>
              <a:rPr lang="en-GB" dirty="0"/>
              <a:t>Measures of reliability</a:t>
            </a:r>
          </a:p>
          <a:p>
            <a:pPr marL="0" indent="0">
              <a:buNone/>
            </a:pPr>
            <a:endParaRPr lang="en-GB" dirty="0"/>
          </a:p>
          <a:p>
            <a:pPr marL="0" indent="0">
              <a:buNone/>
            </a:pPr>
            <a:endParaRPr lang="en-GB" dirty="0"/>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29</a:t>
            </a:fld>
            <a:endParaRPr lang="en-GB" dirty="0"/>
          </a:p>
        </p:txBody>
      </p:sp>
      <p:graphicFrame>
        <p:nvGraphicFramePr>
          <p:cNvPr id="6" name="Table 5">
            <a:extLst>
              <a:ext uri="{FF2B5EF4-FFF2-40B4-BE49-F238E27FC236}">
                <a16:creationId xmlns:a16="http://schemas.microsoft.com/office/drawing/2014/main" id="{EFE6CDD2-CA96-8D4E-A827-292BCDF8232E}"/>
              </a:ext>
            </a:extLst>
          </p:cNvPr>
          <p:cNvGraphicFramePr>
            <a:graphicFrameLocks noGrp="1"/>
          </p:cNvGraphicFramePr>
          <p:nvPr/>
        </p:nvGraphicFramePr>
        <p:xfrm>
          <a:off x="225172" y="2054306"/>
          <a:ext cx="11642573" cy="2749388"/>
        </p:xfrm>
        <a:graphic>
          <a:graphicData uri="http://schemas.openxmlformats.org/drawingml/2006/table">
            <a:tbl>
              <a:tblPr firstRow="1" bandRow="1">
                <a:tableStyleId>{69012ECD-51FC-41F1-AA8D-1B2483CD663E}</a:tableStyleId>
              </a:tblPr>
              <a:tblGrid>
                <a:gridCol w="1311756">
                  <a:extLst>
                    <a:ext uri="{9D8B030D-6E8A-4147-A177-3AD203B41FA5}">
                      <a16:colId xmlns:a16="http://schemas.microsoft.com/office/drawing/2014/main" val="4142616856"/>
                    </a:ext>
                  </a:extLst>
                </a:gridCol>
                <a:gridCol w="1079653">
                  <a:extLst>
                    <a:ext uri="{9D8B030D-6E8A-4147-A177-3AD203B41FA5}">
                      <a16:colId xmlns:a16="http://schemas.microsoft.com/office/drawing/2014/main" val="384114073"/>
                    </a:ext>
                  </a:extLst>
                </a:gridCol>
                <a:gridCol w="1054068">
                  <a:extLst>
                    <a:ext uri="{9D8B030D-6E8A-4147-A177-3AD203B41FA5}">
                      <a16:colId xmlns:a16="http://schemas.microsoft.com/office/drawing/2014/main" val="1271380689"/>
                    </a:ext>
                  </a:extLst>
                </a:gridCol>
                <a:gridCol w="1024637">
                  <a:extLst>
                    <a:ext uri="{9D8B030D-6E8A-4147-A177-3AD203B41FA5}">
                      <a16:colId xmlns:a16="http://schemas.microsoft.com/office/drawing/2014/main" val="1455020364"/>
                    </a:ext>
                  </a:extLst>
                </a:gridCol>
                <a:gridCol w="1024637">
                  <a:extLst>
                    <a:ext uri="{9D8B030D-6E8A-4147-A177-3AD203B41FA5}">
                      <a16:colId xmlns:a16="http://schemas.microsoft.com/office/drawing/2014/main" val="652206220"/>
                    </a:ext>
                  </a:extLst>
                </a:gridCol>
                <a:gridCol w="1024637">
                  <a:extLst>
                    <a:ext uri="{9D8B030D-6E8A-4147-A177-3AD203B41FA5}">
                      <a16:colId xmlns:a16="http://schemas.microsoft.com/office/drawing/2014/main" val="1538217645"/>
                    </a:ext>
                  </a:extLst>
                </a:gridCol>
                <a:gridCol w="1024637">
                  <a:extLst>
                    <a:ext uri="{9D8B030D-6E8A-4147-A177-3AD203B41FA5}">
                      <a16:colId xmlns:a16="http://schemas.microsoft.com/office/drawing/2014/main" val="4004902531"/>
                    </a:ext>
                  </a:extLst>
                </a:gridCol>
                <a:gridCol w="1024637">
                  <a:extLst>
                    <a:ext uri="{9D8B030D-6E8A-4147-A177-3AD203B41FA5}">
                      <a16:colId xmlns:a16="http://schemas.microsoft.com/office/drawing/2014/main" val="2207854395"/>
                    </a:ext>
                  </a:extLst>
                </a:gridCol>
                <a:gridCol w="1024637">
                  <a:extLst>
                    <a:ext uri="{9D8B030D-6E8A-4147-A177-3AD203B41FA5}">
                      <a16:colId xmlns:a16="http://schemas.microsoft.com/office/drawing/2014/main" val="3647920501"/>
                    </a:ext>
                  </a:extLst>
                </a:gridCol>
                <a:gridCol w="1024637">
                  <a:extLst>
                    <a:ext uri="{9D8B030D-6E8A-4147-A177-3AD203B41FA5}">
                      <a16:colId xmlns:a16="http://schemas.microsoft.com/office/drawing/2014/main" val="1056190007"/>
                    </a:ext>
                  </a:extLst>
                </a:gridCol>
                <a:gridCol w="1024637">
                  <a:extLst>
                    <a:ext uri="{9D8B030D-6E8A-4147-A177-3AD203B41FA5}">
                      <a16:colId xmlns:a16="http://schemas.microsoft.com/office/drawing/2014/main" val="817032779"/>
                    </a:ext>
                  </a:extLst>
                </a:gridCol>
              </a:tblGrid>
              <a:tr h="902254">
                <a:tc>
                  <a:txBody>
                    <a:bodyPr/>
                    <a:lstStyle/>
                    <a:p>
                      <a:endParaRPr lang="en-GB" sz="2800" dirty="0"/>
                    </a:p>
                  </a:txBody>
                  <a:tcPr/>
                </a:tc>
                <a:tc>
                  <a:txBody>
                    <a:bodyPr/>
                    <a:lstStyle/>
                    <a:p>
                      <a:pPr algn="ctr"/>
                      <a:r>
                        <a:rPr lang="en-US" sz="2800" dirty="0"/>
                        <a:t>Item 1</a:t>
                      </a:r>
                      <a:endParaRPr lang="en-GB" sz="2800" dirty="0"/>
                    </a:p>
                  </a:txBody>
                  <a:tcPr/>
                </a:tc>
                <a:tc>
                  <a:txBody>
                    <a:bodyPr/>
                    <a:lstStyle/>
                    <a:p>
                      <a:pPr algn="ctr"/>
                      <a:r>
                        <a:rPr lang="en-US" sz="2800" dirty="0"/>
                        <a:t>Item 2</a:t>
                      </a:r>
                      <a:endParaRPr lang="en-GB" sz="2800" dirty="0"/>
                    </a:p>
                  </a:txBody>
                  <a:tcPr/>
                </a:tc>
                <a:tc>
                  <a:txBody>
                    <a:bodyPr/>
                    <a:lstStyle/>
                    <a:p>
                      <a:pPr algn="ctr"/>
                      <a:r>
                        <a:rPr lang="en-US" sz="2800" dirty="0"/>
                        <a:t>Item 3</a:t>
                      </a:r>
                      <a:endParaRPr lang="en-GB" sz="2800" dirty="0"/>
                    </a:p>
                  </a:txBody>
                  <a:tcPr/>
                </a:tc>
                <a:tc>
                  <a:txBody>
                    <a:bodyPr/>
                    <a:lstStyle/>
                    <a:p>
                      <a:pPr algn="ctr"/>
                      <a:r>
                        <a:rPr lang="en-US" sz="2800" dirty="0"/>
                        <a:t>Item 4</a:t>
                      </a:r>
                      <a:endParaRPr lang="en-GB" sz="2800" dirty="0"/>
                    </a:p>
                  </a:txBody>
                  <a:tcPr/>
                </a:tc>
                <a:tc>
                  <a:txBody>
                    <a:bodyPr/>
                    <a:lstStyle/>
                    <a:p>
                      <a:pPr algn="ctr"/>
                      <a:r>
                        <a:rPr lang="en-US" sz="2800" dirty="0"/>
                        <a:t>Item 5</a:t>
                      </a:r>
                      <a:endParaRPr lang="en-GB" sz="2800" dirty="0"/>
                    </a:p>
                  </a:txBody>
                  <a:tcPr/>
                </a:tc>
                <a:tc>
                  <a:txBody>
                    <a:bodyPr/>
                    <a:lstStyle/>
                    <a:p>
                      <a:pPr algn="ctr"/>
                      <a:r>
                        <a:rPr lang="en-US" sz="2800" dirty="0"/>
                        <a:t>Item 6</a:t>
                      </a:r>
                      <a:endParaRPr lang="en-GB" sz="2800" dirty="0"/>
                    </a:p>
                  </a:txBody>
                  <a:tcPr/>
                </a:tc>
                <a:tc>
                  <a:txBody>
                    <a:bodyPr/>
                    <a:lstStyle/>
                    <a:p>
                      <a:pPr algn="ctr"/>
                      <a:r>
                        <a:rPr lang="en-US" sz="2800" dirty="0"/>
                        <a:t>Item 7</a:t>
                      </a:r>
                      <a:endParaRPr lang="en-GB" sz="2800" dirty="0"/>
                    </a:p>
                  </a:txBody>
                  <a:tcPr/>
                </a:tc>
                <a:tc>
                  <a:txBody>
                    <a:bodyPr/>
                    <a:lstStyle/>
                    <a:p>
                      <a:pPr algn="ctr"/>
                      <a:r>
                        <a:rPr lang="en-US" sz="2800" dirty="0"/>
                        <a:t>Item 8 </a:t>
                      </a:r>
                      <a:endParaRPr lang="en-GB" sz="2800" dirty="0"/>
                    </a:p>
                  </a:txBody>
                  <a:tcPr/>
                </a:tc>
                <a:tc>
                  <a:txBody>
                    <a:bodyPr/>
                    <a:lstStyle/>
                    <a:p>
                      <a:pPr algn="ctr"/>
                      <a:r>
                        <a:rPr lang="en-US" sz="2800" dirty="0"/>
                        <a:t>Item 9</a:t>
                      </a:r>
                      <a:endParaRPr lang="en-GB" sz="2800" dirty="0"/>
                    </a:p>
                  </a:txBody>
                  <a:tcPr/>
                </a:tc>
                <a:tc>
                  <a:txBody>
                    <a:bodyPr/>
                    <a:lstStyle/>
                    <a:p>
                      <a:pPr algn="ctr"/>
                      <a:r>
                        <a:rPr lang="en-US" sz="2800" dirty="0"/>
                        <a:t>Item 10</a:t>
                      </a:r>
                      <a:endParaRPr lang="en-GB" sz="2800" dirty="0"/>
                    </a:p>
                  </a:txBody>
                  <a:tcPr/>
                </a:tc>
                <a:extLst>
                  <a:ext uri="{0D108BD9-81ED-4DB2-BD59-A6C34878D82A}">
                    <a16:rowId xmlns:a16="http://schemas.microsoft.com/office/drawing/2014/main" val="944624969"/>
                  </a:ext>
                </a:extLst>
              </a:tr>
              <a:tr h="902254">
                <a:tc>
                  <a:txBody>
                    <a:bodyPr/>
                    <a:lstStyle/>
                    <a:p>
                      <a:r>
                        <a:rPr lang="en-US" sz="2800" dirty="0"/>
                        <a:t>Coder 1</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00B050"/>
                          </a:solidFill>
                        </a:rPr>
                        <a:t>1</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endParaRPr lang="en-GB" sz="3600" b="1" dirty="0">
                        <a:solidFill>
                          <a:srgbClr val="E76254"/>
                        </a:solidFill>
                      </a:endParaRPr>
                    </a:p>
                  </a:txBody>
                  <a:tcPr/>
                </a:tc>
                <a:extLst>
                  <a:ext uri="{0D108BD9-81ED-4DB2-BD59-A6C34878D82A}">
                    <a16:rowId xmlns:a16="http://schemas.microsoft.com/office/drawing/2014/main" val="1226394790"/>
                  </a:ext>
                </a:extLst>
              </a:tr>
              <a:tr h="902254">
                <a:tc>
                  <a:txBody>
                    <a:bodyPr/>
                    <a:lstStyle/>
                    <a:p>
                      <a:r>
                        <a:rPr lang="en-US" sz="2800" dirty="0"/>
                        <a:t>Coder 2</a:t>
                      </a:r>
                      <a:endParaRPr lang="en-GB" sz="2800"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E76254"/>
                          </a:solidFill>
                        </a:rPr>
                        <a:t>0</a:t>
                      </a:r>
                      <a:r>
                        <a:rPr lang="en-US" sz="3600" b="1" dirty="0"/>
                        <a:t> </a:t>
                      </a:r>
                      <a:endParaRPr lang="en-GB" sz="3600" b="1" dirty="0"/>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00B050"/>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E76254"/>
                        </a:solidFill>
                      </a:endParaRPr>
                    </a:p>
                  </a:txBody>
                  <a:tcPr/>
                </a:tc>
                <a:tc>
                  <a:txBody>
                    <a:bodyPr/>
                    <a:lstStyle/>
                    <a:p>
                      <a:pPr algn="ctr"/>
                      <a:r>
                        <a:rPr lang="en-US" sz="3600" b="1" dirty="0">
                          <a:solidFill>
                            <a:srgbClr val="E76254"/>
                          </a:solidFill>
                        </a:rPr>
                        <a:t>0</a:t>
                      </a:r>
                      <a:endParaRPr lang="en-GB" sz="3600" b="1" dirty="0">
                        <a:solidFill>
                          <a:srgbClr val="00B050"/>
                        </a:solidFill>
                      </a:endParaRPr>
                    </a:p>
                  </a:txBody>
                  <a:tcPr/>
                </a:tc>
                <a:extLst>
                  <a:ext uri="{0D108BD9-81ED-4DB2-BD59-A6C34878D82A}">
                    <a16:rowId xmlns:a16="http://schemas.microsoft.com/office/drawing/2014/main" val="811750742"/>
                  </a:ext>
                </a:extLst>
              </a:tr>
            </a:tbl>
          </a:graphicData>
        </a:graphic>
      </p:graphicFrame>
      <p:sp>
        <p:nvSpPr>
          <p:cNvPr id="7" name="TextBox 6">
            <a:extLst>
              <a:ext uri="{FF2B5EF4-FFF2-40B4-BE49-F238E27FC236}">
                <a16:creationId xmlns:a16="http://schemas.microsoft.com/office/drawing/2014/main" id="{5A6EDB58-06F8-7768-7184-BE0576C8BA98}"/>
              </a:ext>
            </a:extLst>
          </p:cNvPr>
          <p:cNvSpPr txBox="1"/>
          <p:nvPr/>
        </p:nvSpPr>
        <p:spPr>
          <a:xfrm>
            <a:off x="4252511" y="5286256"/>
            <a:ext cx="4627084" cy="1077218"/>
          </a:xfrm>
          <a:prstGeom prst="rect">
            <a:avLst/>
          </a:prstGeom>
          <a:noFill/>
        </p:spPr>
        <p:txBody>
          <a:bodyPr wrap="square" rtlCol="0">
            <a:spAutoFit/>
          </a:bodyPr>
          <a:lstStyle/>
          <a:p>
            <a:r>
              <a:rPr lang="en-US" sz="3200" dirty="0">
                <a:latin typeface="Gill Sans MT" panose="020B0502020104020203" pitchFamily="34" charset="0"/>
              </a:rPr>
              <a:t>Agreement = 90%</a:t>
            </a:r>
          </a:p>
          <a:p>
            <a:r>
              <a:rPr lang="en-US" sz="3200" dirty="0" err="1">
                <a:latin typeface="Gill Sans MT" panose="020B0502020104020203" pitchFamily="34" charset="0"/>
              </a:rPr>
              <a:t>Krippendorf’s</a:t>
            </a:r>
            <a:r>
              <a:rPr lang="en-US" sz="3200" dirty="0">
                <a:latin typeface="Gill Sans MT" panose="020B0502020104020203" pitchFamily="34" charset="0"/>
              </a:rPr>
              <a:t> Alpha = 0  </a:t>
            </a:r>
            <a:endParaRPr lang="en-GB" sz="3200" dirty="0">
              <a:latin typeface="Gill Sans MT" panose="020B0502020104020203" pitchFamily="34" charset="0"/>
            </a:endParaRPr>
          </a:p>
        </p:txBody>
      </p:sp>
    </p:spTree>
    <p:extLst>
      <p:ext uri="{BB962C8B-B14F-4D97-AF65-F5344CB8AC3E}">
        <p14:creationId xmlns:p14="http://schemas.microsoft.com/office/powerpoint/2010/main" val="1997535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29ED-A900-4F1F-CE76-D4CD7E8B9016}"/>
              </a:ext>
            </a:extLst>
          </p:cNvPr>
          <p:cNvSpPr>
            <a:spLocks noGrp="1"/>
          </p:cNvSpPr>
          <p:nvPr>
            <p:ph type="title"/>
          </p:nvPr>
        </p:nvSpPr>
        <p:spPr/>
        <p:txBody>
          <a:bodyPr/>
          <a:lstStyle/>
          <a:p>
            <a:r>
              <a:rPr lang="en-GB" dirty="0"/>
              <a:t>Summary</a:t>
            </a:r>
          </a:p>
        </p:txBody>
      </p:sp>
      <p:sp>
        <p:nvSpPr>
          <p:cNvPr id="5" name="Slide Number Placeholder 4">
            <a:extLst>
              <a:ext uri="{FF2B5EF4-FFF2-40B4-BE49-F238E27FC236}">
                <a16:creationId xmlns:a16="http://schemas.microsoft.com/office/drawing/2014/main" id="{A633363A-9297-622C-BDB2-C0D07106F406}"/>
              </a:ext>
            </a:extLst>
          </p:cNvPr>
          <p:cNvSpPr>
            <a:spLocks noGrp="1"/>
          </p:cNvSpPr>
          <p:nvPr>
            <p:ph type="sldNum" sz="quarter" idx="12"/>
          </p:nvPr>
        </p:nvSpPr>
        <p:spPr/>
        <p:txBody>
          <a:bodyPr/>
          <a:lstStyle/>
          <a:p>
            <a:fld id="{372769DB-CAE7-4C85-A9AF-7D4D8DE4CA22}" type="slidenum">
              <a:rPr lang="en-GB" smtClean="0"/>
              <a:t>30</a:t>
            </a:fld>
            <a:endParaRPr lang="en-GB" dirty="0"/>
          </a:p>
        </p:txBody>
      </p:sp>
      <p:sp>
        <p:nvSpPr>
          <p:cNvPr id="7" name="Content Placeholder 2">
            <a:extLst>
              <a:ext uri="{FF2B5EF4-FFF2-40B4-BE49-F238E27FC236}">
                <a16:creationId xmlns:a16="http://schemas.microsoft.com/office/drawing/2014/main" id="{56EBD5C7-1FBA-368E-8D31-6FCE5259ED51}"/>
              </a:ext>
            </a:extLst>
          </p:cNvPr>
          <p:cNvSpPr txBox="1">
            <a:spLocks/>
          </p:cNvSpPr>
          <p:nvPr/>
        </p:nvSpPr>
        <p:spPr>
          <a:xfrm>
            <a:off x="753912" y="1456985"/>
            <a:ext cx="10876433"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4400" b="1" dirty="0"/>
          </a:p>
          <a:p>
            <a:pPr marL="0" indent="0">
              <a:buFont typeface="Arial" panose="020B0604020202020204" pitchFamily="34" charset="0"/>
              <a:buNone/>
            </a:pPr>
            <a:r>
              <a:rPr lang="en-GB" sz="4300" b="1" dirty="0"/>
              <a:t>Qualitative content analysis</a:t>
            </a:r>
          </a:p>
          <a:p>
            <a:r>
              <a:rPr lang="en-GB" sz="4300" dirty="0"/>
              <a:t>Plausible categories</a:t>
            </a:r>
          </a:p>
          <a:p>
            <a:r>
              <a:rPr lang="en-GB" sz="4300" dirty="0"/>
              <a:t>Explanation of coding decisions</a:t>
            </a:r>
          </a:p>
          <a:p>
            <a:endParaRPr lang="en-GB" sz="4300" dirty="0"/>
          </a:p>
          <a:p>
            <a:pPr marL="0" indent="0">
              <a:buNone/>
            </a:pPr>
            <a:r>
              <a:rPr lang="en-GB" sz="4300" b="1" dirty="0"/>
              <a:t>Quantitative content analysis</a:t>
            </a:r>
          </a:p>
          <a:p>
            <a:r>
              <a:rPr lang="en-GB" sz="4300" dirty="0"/>
              <a:t>Internal and external validity</a:t>
            </a:r>
          </a:p>
          <a:p>
            <a:r>
              <a:rPr lang="en-GB" sz="4300" dirty="0"/>
              <a:t>Intra and inter-coder reliability</a:t>
            </a:r>
          </a:p>
        </p:txBody>
      </p:sp>
    </p:spTree>
    <p:extLst>
      <p:ext uri="{BB962C8B-B14F-4D97-AF65-F5344CB8AC3E}">
        <p14:creationId xmlns:p14="http://schemas.microsoft.com/office/powerpoint/2010/main" val="4088798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9ADE-A94A-5BEA-351E-04FD4AD2BBDE}"/>
              </a:ext>
            </a:extLst>
          </p:cNvPr>
          <p:cNvSpPr>
            <a:spLocks noGrp="1"/>
          </p:cNvSpPr>
          <p:nvPr>
            <p:ph type="title"/>
          </p:nvPr>
        </p:nvSpPr>
        <p:spPr>
          <a:xfrm>
            <a:off x="1149484" y="2353625"/>
            <a:ext cx="9893031" cy="2626469"/>
          </a:xfrm>
        </p:spPr>
        <p:txBody>
          <a:bodyPr>
            <a:normAutofit fontScale="90000"/>
          </a:bodyPr>
          <a:lstStyle/>
          <a:p>
            <a:r>
              <a:rPr lang="en-GB" dirty="0"/>
              <a:t>Content analysis in </a:t>
            </a:r>
            <a:br>
              <a:rPr lang="en-GB" dirty="0"/>
            </a:br>
            <a:r>
              <a:rPr lang="en-GB" dirty="0"/>
              <a:t>academic research</a:t>
            </a:r>
            <a:br>
              <a:rPr lang="en-GB" dirty="0"/>
            </a:br>
            <a:br>
              <a:rPr lang="en-GB" dirty="0"/>
            </a:br>
            <a:r>
              <a:rPr lang="en-US" dirty="0"/>
              <a:t>Example 1</a:t>
            </a:r>
            <a:endParaRPr lang="en-GB" dirty="0"/>
          </a:p>
        </p:txBody>
      </p:sp>
    </p:spTree>
    <p:extLst>
      <p:ext uri="{BB962C8B-B14F-4D97-AF65-F5344CB8AC3E}">
        <p14:creationId xmlns:p14="http://schemas.microsoft.com/office/powerpoint/2010/main" val="3417072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32</a:t>
            </a:fld>
            <a:endParaRPr lang="en-GB" dirty="0"/>
          </a:p>
        </p:txBody>
      </p:sp>
      <p:pic>
        <p:nvPicPr>
          <p:cNvPr id="4" name="Picture 3" descr="Title of an academic journal article: How Do Populists Visually Represent ‘The People’? A Systematic Comparative Visual Content Analysis of Donald Trump and Bernie Sanders’ Instagram Accounts">
            <a:extLst>
              <a:ext uri="{FF2B5EF4-FFF2-40B4-BE49-F238E27FC236}">
                <a16:creationId xmlns:a16="http://schemas.microsoft.com/office/drawing/2014/main" id="{F510CA03-C61F-1089-386F-EA3726C935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5279" y="538454"/>
            <a:ext cx="8728879" cy="5425046"/>
          </a:xfrm>
          <a:prstGeom prst="rect">
            <a:avLst/>
          </a:prstGeom>
        </p:spPr>
      </p:pic>
    </p:spTree>
    <p:extLst>
      <p:ext uri="{BB962C8B-B14F-4D97-AF65-F5344CB8AC3E}">
        <p14:creationId xmlns:p14="http://schemas.microsoft.com/office/powerpoint/2010/main" val="4099863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Moffitt (2024)</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373758" y="1566090"/>
            <a:ext cx="12229538" cy="4351338"/>
          </a:xfrm>
        </p:spPr>
        <p:txBody>
          <a:bodyPr>
            <a:noAutofit/>
          </a:bodyPr>
          <a:lstStyle/>
          <a:p>
            <a:pPr lvl="1"/>
            <a:r>
              <a:rPr lang="en-US" sz="3600" dirty="0"/>
              <a:t>Visual content analysis</a:t>
            </a:r>
          </a:p>
          <a:p>
            <a:pPr lvl="1"/>
            <a:endParaRPr lang="en-US" sz="3600" dirty="0"/>
          </a:p>
          <a:p>
            <a:pPr lvl="1"/>
            <a:r>
              <a:rPr lang="en-US" sz="3600" dirty="0"/>
              <a:t>How do populists visually represent the people?</a:t>
            </a:r>
          </a:p>
          <a:p>
            <a:pPr lvl="1">
              <a:buFontTx/>
              <a:buChar char="-"/>
            </a:pPr>
            <a:r>
              <a:rPr lang="en-US" sz="3600" dirty="0"/>
              <a:t>Gender, race, age</a:t>
            </a:r>
          </a:p>
          <a:p>
            <a:pPr lvl="1">
              <a:buFontTx/>
              <a:buChar char="-"/>
            </a:pPr>
            <a:endParaRPr lang="en-GB" sz="3600" dirty="0"/>
          </a:p>
          <a:p>
            <a:pPr lvl="1"/>
            <a:r>
              <a:rPr lang="en-GB" sz="3600" dirty="0"/>
              <a:t>US 2019, Instagram posts of Trump and Sanders</a:t>
            </a:r>
          </a:p>
          <a:p>
            <a:pPr lvl="1"/>
            <a:r>
              <a:rPr lang="en-GB" sz="3600" dirty="0"/>
              <a:t>Right-wing and left-wing populism</a:t>
            </a:r>
            <a:endParaRPr lang="en-US" sz="3600"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33</a:t>
            </a:fld>
            <a:endParaRPr lang="en-GB" dirty="0"/>
          </a:p>
        </p:txBody>
      </p:sp>
    </p:spTree>
    <p:extLst>
      <p:ext uri="{BB962C8B-B14F-4D97-AF65-F5344CB8AC3E}">
        <p14:creationId xmlns:p14="http://schemas.microsoft.com/office/powerpoint/2010/main" val="2595441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31D6C-97D9-9DA1-BFCE-D7CB515E6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B0381-DD80-8E82-A147-AC63223C3666}"/>
              </a:ext>
            </a:extLst>
          </p:cNvPr>
          <p:cNvSpPr>
            <a:spLocks noGrp="1"/>
          </p:cNvSpPr>
          <p:nvPr>
            <p:ph type="title"/>
          </p:nvPr>
        </p:nvSpPr>
        <p:spPr/>
        <p:txBody>
          <a:bodyPr/>
          <a:lstStyle/>
          <a:p>
            <a:r>
              <a:rPr lang="en-GB" dirty="0"/>
              <a:t>Moffitt (2024)</a:t>
            </a:r>
          </a:p>
        </p:txBody>
      </p:sp>
      <p:sp>
        <p:nvSpPr>
          <p:cNvPr id="3" name="Content Placeholder 2">
            <a:extLst>
              <a:ext uri="{FF2B5EF4-FFF2-40B4-BE49-F238E27FC236}">
                <a16:creationId xmlns:a16="http://schemas.microsoft.com/office/drawing/2014/main" id="{E8E215E3-9BAA-01B2-8DF9-DC91B892602F}"/>
              </a:ext>
            </a:extLst>
          </p:cNvPr>
          <p:cNvSpPr>
            <a:spLocks noGrp="1"/>
          </p:cNvSpPr>
          <p:nvPr>
            <p:ph idx="1"/>
          </p:nvPr>
        </p:nvSpPr>
        <p:spPr>
          <a:xfrm>
            <a:off x="373758" y="1566090"/>
            <a:ext cx="12229538" cy="4351338"/>
          </a:xfrm>
        </p:spPr>
        <p:txBody>
          <a:bodyPr>
            <a:noAutofit/>
          </a:bodyPr>
          <a:lstStyle/>
          <a:p>
            <a:pPr marL="457200" lvl="1" indent="0">
              <a:buNone/>
            </a:pPr>
            <a:r>
              <a:rPr lang="en-GB" sz="3600" dirty="0"/>
              <a:t>“. . . populism is premised upon a perceived divide between “</a:t>
            </a:r>
            <a:r>
              <a:rPr lang="en-GB" sz="3600" dirty="0">
                <a:solidFill>
                  <a:srgbClr val="E87E0A"/>
                </a:solidFill>
              </a:rPr>
              <a:t>the people</a:t>
            </a:r>
            <a:r>
              <a:rPr lang="en-GB" sz="3600" dirty="0"/>
              <a:t>” and “</a:t>
            </a:r>
            <a:r>
              <a:rPr lang="en-GB" sz="3600" dirty="0">
                <a:solidFill>
                  <a:srgbClr val="E87E0A"/>
                </a:solidFill>
              </a:rPr>
              <a:t>the elite</a:t>
            </a:r>
            <a:r>
              <a:rPr lang="en-GB" sz="3600" dirty="0"/>
              <a:t>,” with </a:t>
            </a:r>
            <a:r>
              <a:rPr lang="en-GB" sz="3600" dirty="0">
                <a:solidFill>
                  <a:srgbClr val="E87E0A"/>
                </a:solidFill>
              </a:rPr>
              <a:t>populist leaders </a:t>
            </a:r>
            <a:r>
              <a:rPr lang="en-GB" sz="3600" dirty="0"/>
              <a:t>claiming that</a:t>
            </a:r>
            <a:r>
              <a:rPr lang="en-GB" sz="3600" dirty="0">
                <a:solidFill>
                  <a:srgbClr val="E87E0A"/>
                </a:solidFill>
              </a:rPr>
              <a:t> they alone speak in the name of the former group </a:t>
            </a:r>
            <a:r>
              <a:rPr lang="en-GB" sz="3600" dirty="0"/>
              <a:t>(Mudde 2017; Müller 2016).”</a:t>
            </a:r>
            <a:endParaRPr lang="en-US" sz="3600" dirty="0"/>
          </a:p>
        </p:txBody>
      </p:sp>
      <p:sp>
        <p:nvSpPr>
          <p:cNvPr id="5" name="Slide Number Placeholder 4">
            <a:extLst>
              <a:ext uri="{FF2B5EF4-FFF2-40B4-BE49-F238E27FC236}">
                <a16:creationId xmlns:a16="http://schemas.microsoft.com/office/drawing/2014/main" id="{BA3328C2-DECB-CE80-6516-E917934DD2BC}"/>
              </a:ext>
            </a:extLst>
          </p:cNvPr>
          <p:cNvSpPr>
            <a:spLocks noGrp="1"/>
          </p:cNvSpPr>
          <p:nvPr>
            <p:ph type="sldNum" sz="quarter" idx="12"/>
          </p:nvPr>
        </p:nvSpPr>
        <p:spPr/>
        <p:txBody>
          <a:bodyPr/>
          <a:lstStyle/>
          <a:p>
            <a:fld id="{372769DB-CAE7-4C85-A9AF-7D4D8DE4CA22}" type="slidenum">
              <a:rPr lang="en-GB" smtClean="0"/>
              <a:t>34</a:t>
            </a:fld>
            <a:endParaRPr lang="en-GB" dirty="0"/>
          </a:p>
        </p:txBody>
      </p:sp>
    </p:spTree>
    <p:extLst>
      <p:ext uri="{BB962C8B-B14F-4D97-AF65-F5344CB8AC3E}">
        <p14:creationId xmlns:p14="http://schemas.microsoft.com/office/powerpoint/2010/main" val="21176108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a:xfrm>
            <a:off x="304800" y="257676"/>
            <a:ext cx="11685973" cy="1154096"/>
          </a:xfrm>
        </p:spPr>
        <p:txBody>
          <a:bodyPr>
            <a:noAutofit/>
          </a:bodyPr>
          <a:lstStyle/>
          <a:p>
            <a:pPr algn="ctr"/>
            <a:r>
              <a:rPr lang="en-US" sz="2800" dirty="0"/>
              <a:t>Place each politician where you think they belong on the two 0-10 scales</a:t>
            </a:r>
            <a:endParaRPr lang="en-FI" sz="2800" dirty="0"/>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p>
            <a:pPr marL="0" indent="0">
              <a:buNone/>
            </a:pPr>
            <a:r>
              <a:rPr lang="en-FI" dirty="0"/>
              <a:t> </a:t>
            </a:r>
          </a:p>
        </p:txBody>
      </p:sp>
      <p:sp>
        <p:nvSpPr>
          <p:cNvPr id="4" name="Rectangle: Rounded Corners 3">
            <a:extLst>
              <a:ext uri="{FF2B5EF4-FFF2-40B4-BE49-F238E27FC236}">
                <a16:creationId xmlns:a16="http://schemas.microsoft.com/office/drawing/2014/main" id="{4468D7F9-388F-40B0-9F11-07329F281570}"/>
              </a:ext>
            </a:extLst>
          </p:cNvPr>
          <p:cNvSpPr/>
          <p:nvPr>
            <p:custDataLst>
              <p:tags r:id="rId4"/>
            </p:custDataLst>
          </p:nvPr>
        </p:nvSpPr>
        <p:spPr>
          <a:xfrm>
            <a:off x="63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0/0</a:t>
            </a:r>
          </a:p>
        </p:txBody>
      </p:sp>
      <p:sp>
        <p:nvSpPr>
          <p:cNvPr id="5" name="Rectangle: Rounded Corners 4">
            <a:extLst>
              <a:ext uri="{FF2B5EF4-FFF2-40B4-BE49-F238E27FC236}">
                <a16:creationId xmlns:a16="http://schemas.microsoft.com/office/drawing/2014/main" id="{D01538E0-F27D-462F-A50C-34AAA244AAE5}"/>
              </a:ext>
              <a:ext uri="{C183D7F6-B498-43B3-948B-1728B52AA6E4}">
                <adec:decorative xmlns:adec="http://schemas.microsoft.com/office/drawing/2017/decorative" val="1"/>
              </a:ext>
            </a:extLst>
          </p:cNvPr>
          <p:cNvSpPr/>
          <p:nvPr>
            <p:custDataLst>
              <p:tags r:id="rId5"/>
            </p:custDataLst>
          </p:nvPr>
        </p:nvSpPr>
        <p:spPr>
          <a:xfrm>
            <a:off x="10096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Question slide</a:t>
            </a:r>
          </a:p>
        </p:txBody>
      </p:sp>
      <p:sp>
        <p:nvSpPr>
          <p:cNvPr id="6" name="Rectangle: Top Corners Snipped 5">
            <a:extLst>
              <a:ext uri="{FF2B5EF4-FFF2-40B4-BE49-F238E27FC236}">
                <a16:creationId xmlns:a16="http://schemas.microsoft.com/office/drawing/2014/main" id="{6B8FC3C4-3143-4F2C-B665-7D49076C38B3}"/>
              </a:ext>
              <a:ext uri="{C183D7F6-B498-43B3-948B-1728B52AA6E4}">
                <adec:decorative xmlns:adec="http://schemas.microsoft.com/office/drawing/2017/decorative" val="1"/>
              </a:ext>
            </a:extLst>
          </p:cNvPr>
          <p:cNvSpPr/>
          <p:nvPr>
            <p:custDataLst>
              <p:tags r:id="rId6"/>
            </p:custDataLst>
          </p:nvPr>
        </p:nvSpPr>
        <p:spPr>
          <a:xfrm>
            <a:off x="165100" y="254000"/>
            <a:ext cx="177800" cy="127000"/>
          </a:xfrm>
          <a:prstGeom prst="snip2Same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 name="Oval 6">
            <a:extLst>
              <a:ext uri="{FF2B5EF4-FFF2-40B4-BE49-F238E27FC236}">
                <a16:creationId xmlns:a16="http://schemas.microsoft.com/office/drawing/2014/main" id="{E60A4F1B-24A0-4170-AB4B-697D2A39C39B}"/>
              </a:ext>
              <a:ext uri="{C183D7F6-B498-43B3-948B-1728B52AA6E4}">
                <adec:decorative xmlns:adec="http://schemas.microsoft.com/office/drawing/2017/decorative" val="1"/>
              </a:ext>
            </a:extLst>
          </p:cNvPr>
          <p:cNvSpPr/>
          <p:nvPr>
            <p:custDataLst>
              <p:tags r:id="rId7"/>
            </p:custDataLst>
          </p:nvPr>
        </p:nvSpPr>
        <p:spPr>
          <a:xfrm>
            <a:off x="190500" y="127000"/>
            <a:ext cx="127000" cy="127000"/>
          </a:xfrm>
          <a:prstGeom prst="ellipse">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 name="Oval 7">
            <a:extLst>
              <a:ext uri="{FF2B5EF4-FFF2-40B4-BE49-F238E27FC236}">
                <a16:creationId xmlns:a16="http://schemas.microsoft.com/office/drawing/2014/main" id="{66E2938F-D258-4DF8-8FEF-64AA76FB8124}"/>
              </a:ext>
              <a:ext uri="{C183D7F6-B498-43B3-948B-1728B52AA6E4}">
                <adec:decorative xmlns:adec="http://schemas.microsoft.com/office/drawing/2017/decorative" val="1"/>
              </a:ext>
            </a:extLst>
          </p:cNvPr>
          <p:cNvSpPr/>
          <p:nvPr>
            <p:custDataLst>
              <p:tags r:id="rId8"/>
            </p:custDataLst>
          </p:nvPr>
        </p:nvSpPr>
        <p:spPr>
          <a:xfrm>
            <a:off x="11341100" y="6007100"/>
            <a:ext cx="762000" cy="762000"/>
          </a:xfrm>
          <a:prstGeom prst="ellipse">
            <a:avLst/>
          </a:prstGeom>
          <a:solidFill>
            <a:srgbClr val="4472C4">
              <a:alpha val="0"/>
              <a:alpha val="0"/>
              <a:alpha val="0"/>
              <a:alpha val="0"/>
              <a:alpha val="0"/>
              <a:alpha val="0"/>
              <a:alpha val="0"/>
              <a:alpha val="0"/>
              <a:alpha val="0"/>
              <a:alpha val="0"/>
              <a:alpha val="0"/>
            </a:srgbClr>
          </a:solidFill>
          <a:ln w="12700" cap="flat" cmpd="sng" algn="ctr">
            <a:solidFill>
              <a:srgbClr val="4472C4">
                <a:shade val="15000"/>
                <a:alpha val="0"/>
                <a:alpha val="0"/>
                <a:alpha val="0"/>
                <a:alpha val="0"/>
                <a:alpha val="0"/>
                <a:alpha val="0"/>
                <a:alpha val="0"/>
                <a:alpha val="0"/>
                <a:alpha val="0"/>
                <a:alpha val="0"/>
                <a:alpha val="0"/>
              </a:srgbClr>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ctr" anchorCtr="1"/>
          <a:lstStyle/>
          <a:p>
            <a:pPr algn="l"/>
            <a:endParaRPr lang="en-GB"/>
          </a:p>
        </p:txBody>
      </p:sp>
      <p:sp>
        <p:nvSpPr>
          <p:cNvPr id="9" name="TextBox 8">
            <a:extLst>
              <a:ext uri="{FF2B5EF4-FFF2-40B4-BE49-F238E27FC236}">
                <a16:creationId xmlns:a16="http://schemas.microsoft.com/office/drawing/2014/main" id="{06866DE9-9D70-466F-BA69-74FEA7C10CB3}"/>
              </a:ext>
            </a:extLst>
          </p:cNvPr>
          <p:cNvSpPr txBox="1"/>
          <p:nvPr>
            <p:custDataLst>
              <p:tags r:id="rId9"/>
            </p:custDataLst>
          </p:nvPr>
        </p:nvSpPr>
        <p:spPr>
          <a:xfrm>
            <a:off x="3429000" y="88900"/>
            <a:ext cx="2413000" cy="381000"/>
          </a:xfrm>
          <a:prstGeom prst="rect">
            <a:avLst/>
          </a:prstGeom>
          <a:noFill/>
        </p:spPr>
        <p:txBody>
          <a:bodyPr vertOverflow="overflow" vert="horz" wrap="square" rtlCol="0" anchor="t">
            <a:spAutoFit/>
          </a:bodyPr>
          <a:lstStyle/>
          <a:p>
            <a:pPr algn="l"/>
            <a:r>
              <a:rPr lang="en-GB"/>
              <a:t>Join at: </a:t>
            </a:r>
            <a:r>
              <a:rPr lang="en-GB" b="1"/>
              <a:t>vevox.app</a:t>
            </a:r>
            <a:endParaRPr lang="en-GB"/>
          </a:p>
        </p:txBody>
      </p:sp>
      <p:sp>
        <p:nvSpPr>
          <p:cNvPr id="10" name="TextBox 9">
            <a:extLst>
              <a:ext uri="{FF2B5EF4-FFF2-40B4-BE49-F238E27FC236}">
                <a16:creationId xmlns:a16="http://schemas.microsoft.com/office/drawing/2014/main" id="{B20E7781-7360-48A3-AF93-D7242AF6A68F}"/>
              </a:ext>
            </a:extLst>
          </p:cNvPr>
          <p:cNvSpPr txBox="1"/>
          <p:nvPr>
            <p:custDataLst>
              <p:tags r:id="rId10"/>
            </p:custDataLst>
          </p:nvPr>
        </p:nvSpPr>
        <p:spPr>
          <a:xfrm>
            <a:off x="6350000" y="101600"/>
            <a:ext cx="2413000" cy="381000"/>
          </a:xfrm>
          <a:prstGeom prst="rect">
            <a:avLst/>
          </a:prstGeom>
          <a:noFill/>
        </p:spPr>
        <p:txBody>
          <a:bodyPr vertOverflow="overflow" vert="horz" wrap="square" rtlCol="0" anchor="t">
            <a:spAutoFit/>
          </a:bodyPr>
          <a:lstStyle/>
          <a:p>
            <a:pPr algn="l"/>
            <a:r>
              <a:rPr lang="en-GB"/>
              <a:t>ID: </a:t>
            </a:r>
            <a:r>
              <a:rPr lang="en-GB" b="1"/>
              <a:t>196-472-727</a:t>
            </a:r>
            <a:endParaRPr lang="en-GB"/>
          </a:p>
        </p:txBody>
      </p:sp>
      <p:sp>
        <p:nvSpPr>
          <p:cNvPr id="11" name="Oval 10">
            <a:extLst>
              <a:ext uri="{FF2B5EF4-FFF2-40B4-BE49-F238E27FC236}">
                <a16:creationId xmlns:a16="http://schemas.microsoft.com/office/drawing/2014/main" id="{15F783F7-9606-4D46-B1E4-BF2C7EE407CD}"/>
              </a:ext>
              <a:ext uri="{C183D7F6-B498-43B3-948B-1728B52AA6E4}">
                <adec:decorative xmlns:adec="http://schemas.microsoft.com/office/drawing/2017/decorative" val="1"/>
              </a:ext>
            </a:extLst>
          </p:cNvPr>
          <p:cNvSpPr/>
          <p:nvPr>
            <p:custDataLst>
              <p:tags r:id="rId11"/>
            </p:custDataLst>
          </p:nvPr>
        </p:nvSpPr>
        <p:spPr>
          <a:xfrm>
            <a:off x="10083800" y="1861820"/>
            <a:ext cx="254000" cy="254000"/>
          </a:xfrm>
          <a:prstGeom prst="ellipse">
            <a:avLst/>
          </a:prstGeom>
          <a:solidFill>
            <a:srgbClr val="00838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 name="TextBox 11">
            <a:extLst>
              <a:ext uri="{FF2B5EF4-FFF2-40B4-BE49-F238E27FC236}">
                <a16:creationId xmlns:a16="http://schemas.microsoft.com/office/drawing/2014/main" id="{5DA825BF-CCCA-481B-8BA4-7B41D0063C81}"/>
              </a:ext>
            </a:extLst>
          </p:cNvPr>
          <p:cNvSpPr txBox="1"/>
          <p:nvPr>
            <p:custDataLst>
              <p:tags r:id="rId12"/>
            </p:custDataLst>
          </p:nvPr>
        </p:nvSpPr>
        <p:spPr>
          <a:xfrm>
            <a:off x="10083800" y="1861820"/>
            <a:ext cx="254000" cy="254000"/>
          </a:xfrm>
          <a:prstGeom prst="rect">
            <a:avLst/>
          </a:prstGeom>
          <a:noFill/>
        </p:spPr>
        <p:txBody>
          <a:bodyPr vertOverflow="overflow" vert="horz" wrap="square" rtlCol="0" anchor="ctr" anchorCtr="0">
            <a:spAutoFit/>
          </a:bodyPr>
          <a:lstStyle/>
          <a:p>
            <a:pPr algn="ctr"/>
            <a:r>
              <a:rPr lang="en-GB" sz="1200">
                <a:solidFill>
                  <a:srgbClr val="FFFFFF"/>
                </a:solidFill>
              </a:rPr>
              <a:t>1</a:t>
            </a:r>
          </a:p>
        </p:txBody>
      </p:sp>
      <p:sp>
        <p:nvSpPr>
          <p:cNvPr id="13" name="Oval 12">
            <a:extLst>
              <a:ext uri="{FF2B5EF4-FFF2-40B4-BE49-F238E27FC236}">
                <a16:creationId xmlns:a16="http://schemas.microsoft.com/office/drawing/2014/main" id="{9AFBDFB8-2AB1-4195-8D9D-E6612CE8CC1E}"/>
              </a:ext>
              <a:ext uri="{C183D7F6-B498-43B3-948B-1728B52AA6E4}">
                <adec:decorative xmlns:adec="http://schemas.microsoft.com/office/drawing/2017/decorative" val="1"/>
              </a:ext>
            </a:extLst>
          </p:cNvPr>
          <p:cNvSpPr/>
          <p:nvPr>
            <p:custDataLst>
              <p:tags r:id="rId13"/>
            </p:custDataLst>
          </p:nvPr>
        </p:nvSpPr>
        <p:spPr>
          <a:xfrm>
            <a:off x="10083800" y="2242820"/>
            <a:ext cx="254000" cy="254000"/>
          </a:xfrm>
          <a:prstGeom prst="ellipse">
            <a:avLst/>
          </a:prstGeom>
          <a:solidFill>
            <a:srgbClr val="F392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 name="TextBox 13">
            <a:extLst>
              <a:ext uri="{FF2B5EF4-FFF2-40B4-BE49-F238E27FC236}">
                <a16:creationId xmlns:a16="http://schemas.microsoft.com/office/drawing/2014/main" id="{C7A7CE9F-1F5C-4C5F-992B-92D9AFDDBE01}"/>
              </a:ext>
            </a:extLst>
          </p:cNvPr>
          <p:cNvSpPr txBox="1"/>
          <p:nvPr>
            <p:custDataLst>
              <p:tags r:id="rId14"/>
            </p:custDataLst>
          </p:nvPr>
        </p:nvSpPr>
        <p:spPr>
          <a:xfrm>
            <a:off x="10083800" y="2242820"/>
            <a:ext cx="254000" cy="254000"/>
          </a:xfrm>
          <a:prstGeom prst="rect">
            <a:avLst/>
          </a:prstGeom>
          <a:noFill/>
        </p:spPr>
        <p:txBody>
          <a:bodyPr vertOverflow="overflow" vert="horz" wrap="square" rtlCol="0" anchor="ctr" anchorCtr="0">
            <a:spAutoFit/>
          </a:bodyPr>
          <a:lstStyle/>
          <a:p>
            <a:pPr algn="ctr"/>
            <a:r>
              <a:rPr lang="en-GB" sz="1200">
                <a:solidFill>
                  <a:srgbClr val="FFFFFF"/>
                </a:solidFill>
              </a:rPr>
              <a:t>2</a:t>
            </a:r>
          </a:p>
        </p:txBody>
      </p:sp>
      <p:sp>
        <p:nvSpPr>
          <p:cNvPr id="15" name="Oval 14">
            <a:extLst>
              <a:ext uri="{FF2B5EF4-FFF2-40B4-BE49-F238E27FC236}">
                <a16:creationId xmlns:a16="http://schemas.microsoft.com/office/drawing/2014/main" id="{FC9D93A2-DD7E-4E7D-AD20-23CDCAC90DA4}"/>
              </a:ext>
              <a:ext uri="{C183D7F6-B498-43B3-948B-1728B52AA6E4}">
                <adec:decorative xmlns:adec="http://schemas.microsoft.com/office/drawing/2017/decorative" val="1"/>
              </a:ext>
            </a:extLst>
          </p:cNvPr>
          <p:cNvSpPr/>
          <p:nvPr>
            <p:custDataLst>
              <p:tags r:id="rId15"/>
            </p:custDataLst>
          </p:nvPr>
        </p:nvSpPr>
        <p:spPr>
          <a:xfrm>
            <a:off x="10083800" y="2623820"/>
            <a:ext cx="254000" cy="254000"/>
          </a:xfrm>
          <a:prstGeom prst="ellipse">
            <a:avLst/>
          </a:prstGeom>
          <a:solidFill>
            <a:srgbClr val="4A148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 name="TextBox 15">
            <a:extLst>
              <a:ext uri="{FF2B5EF4-FFF2-40B4-BE49-F238E27FC236}">
                <a16:creationId xmlns:a16="http://schemas.microsoft.com/office/drawing/2014/main" id="{2C77B085-D4D8-429D-8E25-5A7692032401}"/>
              </a:ext>
            </a:extLst>
          </p:cNvPr>
          <p:cNvSpPr txBox="1"/>
          <p:nvPr>
            <p:custDataLst>
              <p:tags r:id="rId16"/>
            </p:custDataLst>
          </p:nvPr>
        </p:nvSpPr>
        <p:spPr>
          <a:xfrm>
            <a:off x="10083800" y="2623820"/>
            <a:ext cx="254000" cy="254000"/>
          </a:xfrm>
          <a:prstGeom prst="rect">
            <a:avLst/>
          </a:prstGeom>
          <a:noFill/>
        </p:spPr>
        <p:txBody>
          <a:bodyPr vertOverflow="overflow" vert="horz" wrap="square" rtlCol="0" anchor="ctr" anchorCtr="0">
            <a:spAutoFit/>
          </a:bodyPr>
          <a:lstStyle/>
          <a:p>
            <a:pPr algn="ctr"/>
            <a:r>
              <a:rPr lang="en-GB" sz="1200">
                <a:solidFill>
                  <a:srgbClr val="FFFFFF"/>
                </a:solidFill>
              </a:rPr>
              <a:t>3</a:t>
            </a:r>
          </a:p>
        </p:txBody>
      </p:sp>
      <p:sp>
        <p:nvSpPr>
          <p:cNvPr id="17" name="Oval 16">
            <a:extLst>
              <a:ext uri="{FF2B5EF4-FFF2-40B4-BE49-F238E27FC236}">
                <a16:creationId xmlns:a16="http://schemas.microsoft.com/office/drawing/2014/main" id="{E245A03D-5E29-4586-BC14-FA207748DC1F}"/>
              </a:ext>
              <a:ext uri="{C183D7F6-B498-43B3-948B-1728B52AA6E4}">
                <adec:decorative xmlns:adec="http://schemas.microsoft.com/office/drawing/2017/decorative" val="1"/>
              </a:ext>
            </a:extLst>
          </p:cNvPr>
          <p:cNvSpPr/>
          <p:nvPr>
            <p:custDataLst>
              <p:tags r:id="rId17"/>
            </p:custDataLst>
          </p:nvPr>
        </p:nvSpPr>
        <p:spPr>
          <a:xfrm>
            <a:off x="10083800" y="3004820"/>
            <a:ext cx="254000" cy="254000"/>
          </a:xfrm>
          <a:prstGeom prst="ellipse">
            <a:avLst/>
          </a:prstGeom>
          <a:solidFill>
            <a:srgbClr val="CC55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 name="TextBox 17">
            <a:extLst>
              <a:ext uri="{FF2B5EF4-FFF2-40B4-BE49-F238E27FC236}">
                <a16:creationId xmlns:a16="http://schemas.microsoft.com/office/drawing/2014/main" id="{3F778BDA-E40B-4BDB-AC02-3CCACA374F38}"/>
              </a:ext>
            </a:extLst>
          </p:cNvPr>
          <p:cNvSpPr txBox="1"/>
          <p:nvPr>
            <p:custDataLst>
              <p:tags r:id="rId18"/>
            </p:custDataLst>
          </p:nvPr>
        </p:nvSpPr>
        <p:spPr>
          <a:xfrm>
            <a:off x="10083800" y="3004820"/>
            <a:ext cx="254000" cy="254000"/>
          </a:xfrm>
          <a:prstGeom prst="rect">
            <a:avLst/>
          </a:prstGeom>
          <a:noFill/>
        </p:spPr>
        <p:txBody>
          <a:bodyPr vertOverflow="overflow" vert="horz" wrap="square" rtlCol="0" anchor="ctr" anchorCtr="0">
            <a:spAutoFit/>
          </a:bodyPr>
          <a:lstStyle/>
          <a:p>
            <a:pPr algn="ctr"/>
            <a:r>
              <a:rPr lang="en-GB" sz="1200">
                <a:solidFill>
                  <a:srgbClr val="FFFFFF"/>
                </a:solidFill>
              </a:rPr>
              <a:t>4</a:t>
            </a:r>
          </a:p>
        </p:txBody>
      </p:sp>
      <p:cxnSp>
        <p:nvCxnSpPr>
          <p:cNvPr id="19" name="Straight Arrow Connector 18">
            <a:extLst>
              <a:ext uri="{FF2B5EF4-FFF2-40B4-BE49-F238E27FC236}">
                <a16:creationId xmlns:a16="http://schemas.microsoft.com/office/drawing/2014/main" id="{8C3BE0F8-2DAC-4D56-B564-D05A1B539E93}"/>
              </a:ext>
              <a:ext uri="{C183D7F6-B498-43B3-948B-1728B52AA6E4}">
                <adec:decorative xmlns:adec="http://schemas.microsoft.com/office/drawing/2017/decorative" val="1"/>
              </a:ext>
            </a:extLst>
          </p:cNvPr>
          <p:cNvCxnSpPr/>
          <p:nvPr>
            <p:custDataLst>
              <p:tags r:id="rId19"/>
            </p:custDataLst>
          </p:nvPr>
        </p:nvCxnSpPr>
        <p:spPr>
          <a:xfrm>
            <a:off x="1028700" y="6037580"/>
            <a:ext cx="8864600" cy="12700"/>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D1FB54D-172A-48D7-A3C0-66F9C0829587}"/>
              </a:ext>
              <a:ext uri="{C183D7F6-B498-43B3-948B-1728B52AA6E4}">
                <adec:decorative xmlns:adec="http://schemas.microsoft.com/office/drawing/2017/decorative" val="1"/>
              </a:ext>
            </a:extLst>
          </p:cNvPr>
          <p:cNvCxnSpPr/>
          <p:nvPr>
            <p:custDataLst>
              <p:tags r:id="rId20"/>
            </p:custDataLst>
          </p:nvPr>
        </p:nvCxnSpPr>
        <p:spPr>
          <a:xfrm>
            <a:off x="1028700" y="2115820"/>
            <a:ext cx="12700" cy="392176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169718-67F4-404E-9426-DAF71AB04254}"/>
              </a:ext>
              <a:ext uri="{C183D7F6-B498-43B3-948B-1728B52AA6E4}">
                <adec:decorative xmlns:adec="http://schemas.microsoft.com/office/drawing/2017/decorative" val="1"/>
              </a:ext>
            </a:extLst>
          </p:cNvPr>
          <p:cNvSpPr/>
          <p:nvPr>
            <p:custDataLst>
              <p:tags r:id="rId21"/>
            </p:custDataLst>
          </p:nvPr>
        </p:nvSpPr>
        <p:spPr>
          <a:xfrm>
            <a:off x="0" y="0"/>
            <a:ext cx="228600" cy="228600"/>
          </a:xfrm>
          <a:prstGeom prst="ellipse">
            <a:avLst/>
          </a:prstGeom>
          <a:solidFill>
            <a:srgbClr val="00000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2" name="TextBox 21">
            <a:extLst>
              <a:ext uri="{FF2B5EF4-FFF2-40B4-BE49-F238E27FC236}">
                <a16:creationId xmlns:a16="http://schemas.microsoft.com/office/drawing/2014/main" id="{86B36CBA-70F6-4042-9F35-6762514A8078}"/>
              </a:ext>
              <a:ext uri="{C183D7F6-B498-43B3-948B-1728B52AA6E4}">
                <adec:decorative xmlns:adec="http://schemas.microsoft.com/office/drawing/2017/decorative" val="1"/>
              </a:ext>
            </a:extLst>
          </p:cNvPr>
          <p:cNvSpPr txBox="1"/>
          <p:nvPr>
            <p:custDataLst>
              <p:tags r:id="rId22"/>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3" name="Oval 22">
            <a:extLst>
              <a:ext uri="{FF2B5EF4-FFF2-40B4-BE49-F238E27FC236}">
                <a16:creationId xmlns:a16="http://schemas.microsoft.com/office/drawing/2014/main" id="{343132C2-EF35-4E98-81CB-7D40F14149A4}"/>
              </a:ext>
              <a:ext uri="{C183D7F6-B498-43B3-948B-1728B52AA6E4}">
                <adec:decorative xmlns:adec="http://schemas.microsoft.com/office/drawing/2017/decorative" val="1"/>
              </a:ext>
            </a:extLst>
          </p:cNvPr>
          <p:cNvSpPr/>
          <p:nvPr>
            <p:custDataLst>
              <p:tags r:id="rId23"/>
            </p:custDataLst>
          </p:nvPr>
        </p:nvSpPr>
        <p:spPr>
          <a:xfrm>
            <a:off x="0" y="0"/>
            <a:ext cx="228600" cy="228600"/>
          </a:xfrm>
          <a:prstGeom prst="ellipse">
            <a:avLst/>
          </a:prstGeom>
          <a:solidFill>
            <a:srgbClr val="00000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 name="TextBox 23">
            <a:extLst>
              <a:ext uri="{FF2B5EF4-FFF2-40B4-BE49-F238E27FC236}">
                <a16:creationId xmlns:a16="http://schemas.microsoft.com/office/drawing/2014/main" id="{DE98FF24-DC71-40A2-AF55-A05FD0FDAA78}"/>
              </a:ext>
              <a:ext uri="{C183D7F6-B498-43B3-948B-1728B52AA6E4}">
                <adec:decorative xmlns:adec="http://schemas.microsoft.com/office/drawing/2017/decorative" val="1"/>
              </a:ext>
            </a:extLst>
          </p:cNvPr>
          <p:cNvSpPr txBox="1"/>
          <p:nvPr>
            <p:custDataLst>
              <p:tags r:id="rId24"/>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5" name="Oval 24">
            <a:extLst>
              <a:ext uri="{FF2B5EF4-FFF2-40B4-BE49-F238E27FC236}">
                <a16:creationId xmlns:a16="http://schemas.microsoft.com/office/drawing/2014/main" id="{0AE9E729-59E2-49F0-8EF9-219900795F3B}"/>
              </a:ext>
              <a:ext uri="{C183D7F6-B498-43B3-948B-1728B52AA6E4}">
                <adec:decorative xmlns:adec="http://schemas.microsoft.com/office/drawing/2017/decorative" val="1"/>
              </a:ext>
            </a:extLst>
          </p:cNvPr>
          <p:cNvSpPr/>
          <p:nvPr>
            <p:custDataLst>
              <p:tags r:id="rId25"/>
            </p:custDataLst>
          </p:nvPr>
        </p:nvSpPr>
        <p:spPr>
          <a:xfrm>
            <a:off x="0" y="0"/>
            <a:ext cx="228600" cy="228600"/>
          </a:xfrm>
          <a:prstGeom prst="ellipse">
            <a:avLst/>
          </a:prstGeom>
          <a:solidFill>
            <a:srgbClr val="00000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 name="TextBox 25">
            <a:extLst>
              <a:ext uri="{FF2B5EF4-FFF2-40B4-BE49-F238E27FC236}">
                <a16:creationId xmlns:a16="http://schemas.microsoft.com/office/drawing/2014/main" id="{FCD57807-DA81-476F-BD0D-8A946EC5C25B}"/>
              </a:ext>
              <a:ext uri="{C183D7F6-B498-43B3-948B-1728B52AA6E4}">
                <adec:decorative xmlns:adec="http://schemas.microsoft.com/office/drawing/2017/decorative" val="1"/>
              </a:ext>
            </a:extLst>
          </p:cNvPr>
          <p:cNvSpPr txBox="1"/>
          <p:nvPr>
            <p:custDataLst>
              <p:tags r:id="rId26"/>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7" name="Oval 26">
            <a:extLst>
              <a:ext uri="{FF2B5EF4-FFF2-40B4-BE49-F238E27FC236}">
                <a16:creationId xmlns:a16="http://schemas.microsoft.com/office/drawing/2014/main" id="{4E56D5CC-6F33-4BB6-93B9-97B709489805}"/>
              </a:ext>
              <a:ext uri="{C183D7F6-B498-43B3-948B-1728B52AA6E4}">
                <adec:decorative xmlns:adec="http://schemas.microsoft.com/office/drawing/2017/decorative" val="1"/>
              </a:ext>
            </a:extLst>
          </p:cNvPr>
          <p:cNvSpPr/>
          <p:nvPr>
            <p:custDataLst>
              <p:tags r:id="rId27"/>
            </p:custDataLst>
          </p:nvPr>
        </p:nvSpPr>
        <p:spPr>
          <a:xfrm>
            <a:off x="0" y="0"/>
            <a:ext cx="228600" cy="228600"/>
          </a:xfrm>
          <a:prstGeom prst="ellipse">
            <a:avLst/>
          </a:prstGeom>
          <a:solidFill>
            <a:srgbClr val="00000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 name="TextBox 27">
            <a:extLst>
              <a:ext uri="{FF2B5EF4-FFF2-40B4-BE49-F238E27FC236}">
                <a16:creationId xmlns:a16="http://schemas.microsoft.com/office/drawing/2014/main" id="{3B974E54-F6AE-410D-8B16-12EB16D2F8A4}"/>
              </a:ext>
              <a:ext uri="{C183D7F6-B498-43B3-948B-1728B52AA6E4}">
                <adec:decorative xmlns:adec="http://schemas.microsoft.com/office/drawing/2017/decorative" val="1"/>
              </a:ext>
            </a:extLst>
          </p:cNvPr>
          <p:cNvSpPr txBox="1"/>
          <p:nvPr>
            <p:custDataLst>
              <p:tags r:id="rId28"/>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9" name="TextBox 28">
            <a:extLst>
              <a:ext uri="{FF2B5EF4-FFF2-40B4-BE49-F238E27FC236}">
                <a16:creationId xmlns:a16="http://schemas.microsoft.com/office/drawing/2014/main" id="{998D0501-F5B7-437D-8F45-3A6D20031CA2}"/>
              </a:ext>
            </a:extLst>
          </p:cNvPr>
          <p:cNvSpPr txBox="1"/>
          <p:nvPr/>
        </p:nvSpPr>
        <p:spPr>
          <a:xfrm>
            <a:off x="10394949" y="1721652"/>
            <a:ext cx="1790701" cy="508000"/>
          </a:xfrm>
          <a:prstGeom prst="rect">
            <a:avLst/>
          </a:prstGeom>
          <a:noFill/>
        </p:spPr>
        <p:txBody>
          <a:bodyPr vertOverflow="overflow" vert="horz" wrap="square" rtlCol="0" anchor="ctr" anchorCtr="0">
            <a:normAutofit/>
          </a:bodyPr>
          <a:lstStyle/>
          <a:p>
            <a:pPr algn="l"/>
            <a:r>
              <a:rPr lang="en-GB" dirty="0"/>
              <a:t>Zohran Mamdani</a:t>
            </a:r>
          </a:p>
        </p:txBody>
      </p:sp>
      <p:sp>
        <p:nvSpPr>
          <p:cNvPr id="30" name="TextBox 29">
            <a:extLst>
              <a:ext uri="{FF2B5EF4-FFF2-40B4-BE49-F238E27FC236}">
                <a16:creationId xmlns:a16="http://schemas.microsoft.com/office/drawing/2014/main" id="{0CAEA067-968A-4814-BE79-A90C795B7576}"/>
              </a:ext>
            </a:extLst>
          </p:cNvPr>
          <p:cNvSpPr txBox="1"/>
          <p:nvPr/>
        </p:nvSpPr>
        <p:spPr>
          <a:xfrm>
            <a:off x="10401300" y="2179320"/>
            <a:ext cx="1589472" cy="444500"/>
          </a:xfrm>
          <a:prstGeom prst="rect">
            <a:avLst/>
          </a:prstGeom>
          <a:noFill/>
        </p:spPr>
        <p:txBody>
          <a:bodyPr vertOverflow="overflow" vert="horz" wrap="square" rtlCol="0" anchor="ctr" anchorCtr="0">
            <a:normAutofit/>
          </a:bodyPr>
          <a:lstStyle/>
          <a:p>
            <a:pPr algn="l"/>
            <a:r>
              <a:rPr lang="en-GB" dirty="0"/>
              <a:t>Donald Trump</a:t>
            </a:r>
          </a:p>
        </p:txBody>
      </p:sp>
      <p:sp>
        <p:nvSpPr>
          <p:cNvPr id="31" name="TextBox 30">
            <a:extLst>
              <a:ext uri="{FF2B5EF4-FFF2-40B4-BE49-F238E27FC236}">
                <a16:creationId xmlns:a16="http://schemas.microsoft.com/office/drawing/2014/main" id="{56534FF9-B7EB-42FE-901F-27A3F26163B2}"/>
              </a:ext>
            </a:extLst>
          </p:cNvPr>
          <p:cNvSpPr txBox="1"/>
          <p:nvPr/>
        </p:nvSpPr>
        <p:spPr>
          <a:xfrm>
            <a:off x="10401299" y="2560320"/>
            <a:ext cx="1466445" cy="472440"/>
          </a:xfrm>
          <a:prstGeom prst="rect">
            <a:avLst/>
          </a:prstGeom>
          <a:noFill/>
        </p:spPr>
        <p:txBody>
          <a:bodyPr vertOverflow="overflow" vert="horz" wrap="square" rtlCol="0" anchor="ctr" anchorCtr="0">
            <a:normAutofit/>
          </a:bodyPr>
          <a:lstStyle/>
          <a:p>
            <a:pPr algn="l"/>
            <a:r>
              <a:rPr lang="en-GB" dirty="0"/>
              <a:t>Zack Polanski</a:t>
            </a:r>
          </a:p>
        </p:txBody>
      </p:sp>
      <p:sp>
        <p:nvSpPr>
          <p:cNvPr id="32" name="TextBox 31">
            <a:extLst>
              <a:ext uri="{FF2B5EF4-FFF2-40B4-BE49-F238E27FC236}">
                <a16:creationId xmlns:a16="http://schemas.microsoft.com/office/drawing/2014/main" id="{92ABD76B-1B83-49FF-B553-B8A293773BC9}"/>
              </a:ext>
            </a:extLst>
          </p:cNvPr>
          <p:cNvSpPr txBox="1"/>
          <p:nvPr/>
        </p:nvSpPr>
        <p:spPr>
          <a:xfrm>
            <a:off x="10375900" y="2877820"/>
            <a:ext cx="1727200" cy="535940"/>
          </a:xfrm>
          <a:prstGeom prst="rect">
            <a:avLst/>
          </a:prstGeom>
          <a:noFill/>
        </p:spPr>
        <p:txBody>
          <a:bodyPr vertOverflow="overflow" vert="horz" wrap="square" rtlCol="0" anchor="ctr" anchorCtr="0">
            <a:normAutofit/>
          </a:bodyPr>
          <a:lstStyle/>
          <a:p>
            <a:pPr algn="l"/>
            <a:r>
              <a:rPr lang="en-GB" dirty="0"/>
              <a:t>Nigel Farage</a:t>
            </a:r>
          </a:p>
        </p:txBody>
      </p:sp>
      <p:sp>
        <p:nvSpPr>
          <p:cNvPr id="33" name="TextBox 32">
            <a:extLst>
              <a:ext uri="{FF2B5EF4-FFF2-40B4-BE49-F238E27FC236}">
                <a16:creationId xmlns:a16="http://schemas.microsoft.com/office/drawing/2014/main" id="{A41E72B8-B07F-4525-A83B-4FF37CDDF16C}"/>
              </a:ext>
            </a:extLst>
          </p:cNvPr>
          <p:cNvSpPr txBox="1"/>
          <p:nvPr>
            <p:custDataLst>
              <p:tags r:id="rId29"/>
            </p:custDataLst>
          </p:nvPr>
        </p:nvSpPr>
        <p:spPr>
          <a:xfrm rot="-5400000">
            <a:off x="330200" y="2623820"/>
            <a:ext cx="1016000" cy="381000"/>
          </a:xfrm>
          <a:prstGeom prst="rect">
            <a:avLst/>
          </a:prstGeom>
          <a:noFill/>
        </p:spPr>
        <p:txBody>
          <a:bodyPr vertOverflow="overflow" vert="horz" wrap="square" rtlCol="0" anchor="t">
            <a:spAutoFit/>
          </a:bodyPr>
          <a:lstStyle/>
          <a:p>
            <a:pPr algn="l"/>
            <a:r>
              <a:rPr lang="en-GB"/>
              <a:t>Populist</a:t>
            </a:r>
          </a:p>
        </p:txBody>
      </p:sp>
      <p:sp>
        <p:nvSpPr>
          <p:cNvPr id="34" name="TextBox 33">
            <a:extLst>
              <a:ext uri="{FF2B5EF4-FFF2-40B4-BE49-F238E27FC236}">
                <a16:creationId xmlns:a16="http://schemas.microsoft.com/office/drawing/2014/main" id="{7243A100-B370-4254-9C34-89C8236B2B42}"/>
              </a:ext>
            </a:extLst>
          </p:cNvPr>
          <p:cNvSpPr txBox="1"/>
          <p:nvPr>
            <p:custDataLst>
              <p:tags r:id="rId30"/>
            </p:custDataLst>
          </p:nvPr>
        </p:nvSpPr>
        <p:spPr>
          <a:xfrm>
            <a:off x="6096000" y="6037580"/>
            <a:ext cx="2540000" cy="635000"/>
          </a:xfrm>
          <a:prstGeom prst="rect">
            <a:avLst/>
          </a:prstGeom>
          <a:noFill/>
        </p:spPr>
        <p:txBody>
          <a:bodyPr vertOverflow="overflow" vert="horz" wrap="square" rtlCol="0" anchor="t">
            <a:spAutoFit/>
          </a:bodyPr>
          <a:lstStyle/>
          <a:p>
            <a:pPr algn="l"/>
            <a:r>
              <a:rPr lang="en-GB"/>
              <a:t>Rightwing</a:t>
            </a:r>
          </a:p>
        </p:txBody>
      </p:sp>
      <p:sp>
        <p:nvSpPr>
          <p:cNvPr id="35" name="TextBox 34">
            <a:extLst>
              <a:ext uri="{FF2B5EF4-FFF2-40B4-BE49-F238E27FC236}">
                <a16:creationId xmlns:a16="http://schemas.microsoft.com/office/drawing/2014/main" id="{1722FED3-924A-45FC-95ED-0164915917C3}"/>
              </a:ext>
            </a:extLst>
          </p:cNvPr>
          <p:cNvSpPr txBox="1"/>
          <p:nvPr>
            <p:custDataLst>
              <p:tags r:id="rId31"/>
            </p:custDataLst>
          </p:nvPr>
        </p:nvSpPr>
        <p:spPr>
          <a:xfrm>
            <a:off x="10020300" y="5910580"/>
            <a:ext cx="1270000" cy="635000"/>
          </a:xfrm>
          <a:prstGeom prst="rect">
            <a:avLst/>
          </a:prstGeom>
          <a:noFill/>
        </p:spPr>
        <p:txBody>
          <a:bodyPr vertOverflow="overflow" vert="horz" wrap="square" rtlCol="0" anchor="t">
            <a:spAutoFit/>
          </a:bodyPr>
          <a:lstStyle/>
          <a:p>
            <a:pPr algn="l"/>
            <a:r>
              <a:rPr lang="en-GB"/>
              <a:t>10</a:t>
            </a:r>
          </a:p>
        </p:txBody>
      </p:sp>
      <p:sp>
        <p:nvSpPr>
          <p:cNvPr id="36" name="TextBox 35">
            <a:extLst>
              <a:ext uri="{FF2B5EF4-FFF2-40B4-BE49-F238E27FC236}">
                <a16:creationId xmlns:a16="http://schemas.microsoft.com/office/drawing/2014/main" id="{E97C1C13-8A17-42A8-8B67-B9AD2A5ADF76}"/>
              </a:ext>
            </a:extLst>
          </p:cNvPr>
          <p:cNvSpPr txBox="1"/>
          <p:nvPr>
            <p:custDataLst>
              <p:tags r:id="rId32"/>
            </p:custDataLst>
          </p:nvPr>
        </p:nvSpPr>
        <p:spPr>
          <a:xfrm>
            <a:off x="838200" y="1798320"/>
            <a:ext cx="1270000" cy="635000"/>
          </a:xfrm>
          <a:prstGeom prst="rect">
            <a:avLst/>
          </a:prstGeom>
          <a:noFill/>
        </p:spPr>
        <p:txBody>
          <a:bodyPr vertOverflow="overflow" vert="horz" wrap="square" rtlCol="0" anchor="t">
            <a:spAutoFit/>
          </a:bodyPr>
          <a:lstStyle/>
          <a:p>
            <a:pPr algn="l"/>
            <a:r>
              <a:rPr lang="en-GB"/>
              <a:t>10</a:t>
            </a:r>
          </a:p>
        </p:txBody>
      </p:sp>
      <p:sp>
        <p:nvSpPr>
          <p:cNvPr id="37" name="Slide Number Placeholder 36">
            <a:extLst>
              <a:ext uri="{FF2B5EF4-FFF2-40B4-BE49-F238E27FC236}">
                <a16:creationId xmlns:a16="http://schemas.microsoft.com/office/drawing/2014/main" id="{E111D8D0-3C16-601F-6BB2-973F188A425E}"/>
              </a:ext>
            </a:extLst>
          </p:cNvPr>
          <p:cNvSpPr>
            <a:spLocks noGrp="1"/>
          </p:cNvSpPr>
          <p:nvPr>
            <p:ph type="sldNum" sz="quarter" idx="12"/>
          </p:nvPr>
        </p:nvSpPr>
        <p:spPr/>
        <p:txBody>
          <a:bodyPr/>
          <a:lstStyle/>
          <a:p>
            <a:fld id="{9D4AD3D6-B89C-4D82-B254-B84B3D342745}" type="slidenum">
              <a:rPr lang="en-FI" smtClean="0"/>
              <a:t>35</a:t>
            </a:fld>
            <a:endParaRPr lang="en-FI"/>
          </a:p>
        </p:txBody>
      </p:sp>
    </p:spTree>
    <p:custDataLst>
      <p:tags r:id="rId1"/>
    </p:custDataLst>
    <p:extLst>
      <p:ext uri="{BB962C8B-B14F-4D97-AF65-F5344CB8AC3E}">
        <p14:creationId xmlns:p14="http://schemas.microsoft.com/office/powerpoint/2010/main" val="1635377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a:xfrm>
            <a:off x="506027" y="459739"/>
            <a:ext cx="11685973" cy="787613"/>
          </a:xfrm>
        </p:spPr>
        <p:txBody>
          <a:bodyPr>
            <a:noAutofit/>
          </a:bodyPr>
          <a:lstStyle/>
          <a:p>
            <a:r>
              <a:rPr lang="en-US" sz="2800" dirty="0"/>
              <a:t>Place each politician where you think they belong on the two 0-10 scales</a:t>
            </a:r>
            <a:endParaRPr lang="en-FI" sz="2800" dirty="0"/>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Rectangle: Rounded Corners 3">
            <a:extLst>
              <a:ext uri="{FF2B5EF4-FFF2-40B4-BE49-F238E27FC236}">
                <a16:creationId xmlns:a16="http://schemas.microsoft.com/office/drawing/2014/main" id="{75ABD36B-624E-4BC1-A601-96F0189A6FF5}"/>
              </a:ext>
            </a:extLst>
          </p:cNvPr>
          <p:cNvSpPr/>
          <p:nvPr>
            <p:custDataLst>
              <p:tags r:id="rId4"/>
            </p:custDataLst>
          </p:nvPr>
        </p:nvSpPr>
        <p:spPr>
          <a:xfrm>
            <a:off x="63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0/0</a:t>
            </a:r>
          </a:p>
        </p:txBody>
      </p:sp>
      <p:sp>
        <p:nvSpPr>
          <p:cNvPr id="5" name="Rectangle: Rounded Corners 4">
            <a:extLst>
              <a:ext uri="{FF2B5EF4-FFF2-40B4-BE49-F238E27FC236}">
                <a16:creationId xmlns:a16="http://schemas.microsoft.com/office/drawing/2014/main" id="{AA0300E9-9BF0-4430-9C56-89E17017804E}"/>
              </a:ext>
              <a:ext uri="{C183D7F6-B498-43B3-948B-1728B52AA6E4}">
                <adec:decorative xmlns:adec="http://schemas.microsoft.com/office/drawing/2017/decorative" val="1"/>
              </a:ext>
            </a:extLst>
          </p:cNvPr>
          <p:cNvSpPr/>
          <p:nvPr>
            <p:custDataLst>
              <p:tags r:id="rId5"/>
            </p:custDataLst>
          </p:nvPr>
        </p:nvSpPr>
        <p:spPr>
          <a:xfrm>
            <a:off x="10096500" y="63500"/>
            <a:ext cx="2032000" cy="381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nchorCtr="1"/>
          <a:lstStyle/>
          <a:p>
            <a:pPr algn="l"/>
            <a:r>
              <a:rPr lang="en-GB"/>
              <a:t>Preparing Results</a:t>
            </a:r>
          </a:p>
        </p:txBody>
      </p:sp>
      <p:sp>
        <p:nvSpPr>
          <p:cNvPr id="6" name="Rectangle: Top Corners Snipped 5">
            <a:extLst>
              <a:ext uri="{FF2B5EF4-FFF2-40B4-BE49-F238E27FC236}">
                <a16:creationId xmlns:a16="http://schemas.microsoft.com/office/drawing/2014/main" id="{C8240FA1-8347-408F-8B3A-658C749894A4}"/>
              </a:ext>
              <a:ext uri="{C183D7F6-B498-43B3-948B-1728B52AA6E4}">
                <adec:decorative xmlns:adec="http://schemas.microsoft.com/office/drawing/2017/decorative" val="1"/>
              </a:ext>
            </a:extLst>
          </p:cNvPr>
          <p:cNvSpPr/>
          <p:nvPr>
            <p:custDataLst>
              <p:tags r:id="rId6"/>
            </p:custDataLst>
          </p:nvPr>
        </p:nvSpPr>
        <p:spPr>
          <a:xfrm>
            <a:off x="165100" y="254000"/>
            <a:ext cx="177800" cy="127000"/>
          </a:xfrm>
          <a:prstGeom prst="snip2Same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7" name="Oval 6">
            <a:extLst>
              <a:ext uri="{FF2B5EF4-FFF2-40B4-BE49-F238E27FC236}">
                <a16:creationId xmlns:a16="http://schemas.microsoft.com/office/drawing/2014/main" id="{0DBA4224-DFD3-498A-93DD-F1EADA37311A}"/>
              </a:ext>
              <a:ext uri="{C183D7F6-B498-43B3-948B-1728B52AA6E4}">
                <adec:decorative xmlns:adec="http://schemas.microsoft.com/office/drawing/2017/decorative" val="1"/>
              </a:ext>
            </a:extLst>
          </p:cNvPr>
          <p:cNvSpPr/>
          <p:nvPr>
            <p:custDataLst>
              <p:tags r:id="rId7"/>
            </p:custDataLst>
          </p:nvPr>
        </p:nvSpPr>
        <p:spPr>
          <a:xfrm>
            <a:off x="190500" y="127000"/>
            <a:ext cx="127000" cy="127000"/>
          </a:xfrm>
          <a:prstGeom prst="ellipse">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 name="TextBox 7">
            <a:extLst>
              <a:ext uri="{FF2B5EF4-FFF2-40B4-BE49-F238E27FC236}">
                <a16:creationId xmlns:a16="http://schemas.microsoft.com/office/drawing/2014/main" id="{27922260-A228-48D2-89E0-D16D90BF24E0}"/>
              </a:ext>
            </a:extLst>
          </p:cNvPr>
          <p:cNvSpPr txBox="1"/>
          <p:nvPr>
            <p:custDataLst>
              <p:tags r:id="rId8"/>
            </p:custDataLst>
          </p:nvPr>
        </p:nvSpPr>
        <p:spPr>
          <a:xfrm>
            <a:off x="3429000" y="88900"/>
            <a:ext cx="2413000" cy="381000"/>
          </a:xfrm>
          <a:prstGeom prst="rect">
            <a:avLst/>
          </a:prstGeom>
          <a:noFill/>
        </p:spPr>
        <p:txBody>
          <a:bodyPr vertOverflow="overflow" vert="horz" wrap="square" rtlCol="0" anchor="t">
            <a:spAutoFit/>
          </a:bodyPr>
          <a:lstStyle/>
          <a:p>
            <a:pPr algn="l"/>
            <a:r>
              <a:rPr lang="en-GB"/>
              <a:t>Join at: </a:t>
            </a:r>
            <a:r>
              <a:rPr lang="en-GB" b="1"/>
              <a:t>vevox.app</a:t>
            </a:r>
            <a:endParaRPr lang="en-GB"/>
          </a:p>
        </p:txBody>
      </p:sp>
      <p:sp>
        <p:nvSpPr>
          <p:cNvPr id="9" name="TextBox 8">
            <a:extLst>
              <a:ext uri="{FF2B5EF4-FFF2-40B4-BE49-F238E27FC236}">
                <a16:creationId xmlns:a16="http://schemas.microsoft.com/office/drawing/2014/main" id="{3BB5294A-DF3E-40E0-BE6B-BCD7A72BC652}"/>
              </a:ext>
            </a:extLst>
          </p:cNvPr>
          <p:cNvSpPr txBox="1"/>
          <p:nvPr>
            <p:custDataLst>
              <p:tags r:id="rId9"/>
            </p:custDataLst>
          </p:nvPr>
        </p:nvSpPr>
        <p:spPr>
          <a:xfrm>
            <a:off x="6350000" y="101600"/>
            <a:ext cx="2413000" cy="381000"/>
          </a:xfrm>
          <a:prstGeom prst="rect">
            <a:avLst/>
          </a:prstGeom>
          <a:noFill/>
        </p:spPr>
        <p:txBody>
          <a:bodyPr vertOverflow="overflow" vert="horz" wrap="square" rtlCol="0" anchor="t">
            <a:spAutoFit/>
          </a:bodyPr>
          <a:lstStyle/>
          <a:p>
            <a:pPr algn="l"/>
            <a:r>
              <a:rPr lang="en-GB"/>
              <a:t>ID: </a:t>
            </a:r>
            <a:r>
              <a:rPr lang="en-GB" b="1"/>
              <a:t>196-472-727</a:t>
            </a:r>
            <a:endParaRPr lang="en-GB"/>
          </a:p>
        </p:txBody>
      </p:sp>
      <p:sp>
        <p:nvSpPr>
          <p:cNvPr id="10" name="Oval 9">
            <a:extLst>
              <a:ext uri="{FF2B5EF4-FFF2-40B4-BE49-F238E27FC236}">
                <a16:creationId xmlns:a16="http://schemas.microsoft.com/office/drawing/2014/main" id="{0639E78C-178E-48E9-AECF-187BE5079B3E}"/>
              </a:ext>
              <a:ext uri="{C183D7F6-B498-43B3-948B-1728B52AA6E4}">
                <adec:decorative xmlns:adec="http://schemas.microsoft.com/office/drawing/2017/decorative" val="1"/>
              </a:ext>
            </a:extLst>
          </p:cNvPr>
          <p:cNvSpPr/>
          <p:nvPr>
            <p:custDataLst>
              <p:tags r:id="rId10"/>
            </p:custDataLst>
          </p:nvPr>
        </p:nvSpPr>
        <p:spPr>
          <a:xfrm>
            <a:off x="10083800" y="1885200"/>
            <a:ext cx="410480" cy="230620"/>
          </a:xfrm>
          <a:prstGeom prst="ellipse">
            <a:avLst/>
          </a:prstGeom>
          <a:solidFill>
            <a:srgbClr val="00838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1" name="TextBox 10">
            <a:extLst>
              <a:ext uri="{FF2B5EF4-FFF2-40B4-BE49-F238E27FC236}">
                <a16:creationId xmlns:a16="http://schemas.microsoft.com/office/drawing/2014/main" id="{016A0204-AE30-43AA-AA21-36FA162CE8A6}"/>
              </a:ext>
            </a:extLst>
          </p:cNvPr>
          <p:cNvSpPr txBox="1"/>
          <p:nvPr>
            <p:custDataLst>
              <p:tags r:id="rId11"/>
            </p:custDataLst>
          </p:nvPr>
        </p:nvSpPr>
        <p:spPr>
          <a:xfrm>
            <a:off x="10083800" y="1821153"/>
            <a:ext cx="410480" cy="369332"/>
          </a:xfrm>
          <a:prstGeom prst="rect">
            <a:avLst/>
          </a:prstGeom>
          <a:noFill/>
        </p:spPr>
        <p:txBody>
          <a:bodyPr vertOverflow="overflow" vert="horz" wrap="square" rtlCol="0" anchor="ctr" anchorCtr="0">
            <a:spAutoFit/>
          </a:bodyPr>
          <a:lstStyle/>
          <a:p>
            <a:pPr algn="ctr"/>
            <a:r>
              <a:rPr lang="en-GB">
                <a:solidFill>
                  <a:srgbClr val="FFFFFF"/>
                </a:solidFill>
              </a:rPr>
              <a:t>1</a:t>
            </a:r>
          </a:p>
        </p:txBody>
      </p:sp>
      <p:sp>
        <p:nvSpPr>
          <p:cNvPr id="12" name="Oval 11">
            <a:extLst>
              <a:ext uri="{FF2B5EF4-FFF2-40B4-BE49-F238E27FC236}">
                <a16:creationId xmlns:a16="http://schemas.microsoft.com/office/drawing/2014/main" id="{C506C6CB-6F92-47C9-87AC-23FE23FBBC42}"/>
              </a:ext>
              <a:ext uri="{C183D7F6-B498-43B3-948B-1728B52AA6E4}">
                <adec:decorative xmlns:adec="http://schemas.microsoft.com/office/drawing/2017/decorative" val="1"/>
              </a:ext>
            </a:extLst>
          </p:cNvPr>
          <p:cNvSpPr/>
          <p:nvPr>
            <p:custDataLst>
              <p:tags r:id="rId12"/>
            </p:custDataLst>
          </p:nvPr>
        </p:nvSpPr>
        <p:spPr>
          <a:xfrm>
            <a:off x="10083800" y="2266200"/>
            <a:ext cx="410480" cy="230620"/>
          </a:xfrm>
          <a:prstGeom prst="ellipse">
            <a:avLst/>
          </a:prstGeom>
          <a:solidFill>
            <a:srgbClr val="F392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 name="TextBox 12">
            <a:extLst>
              <a:ext uri="{FF2B5EF4-FFF2-40B4-BE49-F238E27FC236}">
                <a16:creationId xmlns:a16="http://schemas.microsoft.com/office/drawing/2014/main" id="{69B3F674-CE01-4F6C-A6D6-15A9DD47CD74}"/>
              </a:ext>
            </a:extLst>
          </p:cNvPr>
          <p:cNvSpPr txBox="1"/>
          <p:nvPr>
            <p:custDataLst>
              <p:tags r:id="rId13"/>
            </p:custDataLst>
          </p:nvPr>
        </p:nvSpPr>
        <p:spPr>
          <a:xfrm>
            <a:off x="10083800" y="2202153"/>
            <a:ext cx="410480" cy="369332"/>
          </a:xfrm>
          <a:prstGeom prst="rect">
            <a:avLst/>
          </a:prstGeom>
          <a:noFill/>
        </p:spPr>
        <p:txBody>
          <a:bodyPr vertOverflow="overflow" vert="horz" wrap="square" rtlCol="0" anchor="ctr" anchorCtr="0">
            <a:spAutoFit/>
          </a:bodyPr>
          <a:lstStyle/>
          <a:p>
            <a:pPr algn="ctr"/>
            <a:r>
              <a:rPr lang="en-GB">
                <a:solidFill>
                  <a:srgbClr val="FFFFFF"/>
                </a:solidFill>
              </a:rPr>
              <a:t>2</a:t>
            </a:r>
          </a:p>
        </p:txBody>
      </p:sp>
      <p:sp>
        <p:nvSpPr>
          <p:cNvPr id="14" name="Oval 13">
            <a:extLst>
              <a:ext uri="{FF2B5EF4-FFF2-40B4-BE49-F238E27FC236}">
                <a16:creationId xmlns:a16="http://schemas.microsoft.com/office/drawing/2014/main" id="{3D2742D1-D4B0-4E7B-BFDF-FFFFF46398F9}"/>
              </a:ext>
              <a:ext uri="{C183D7F6-B498-43B3-948B-1728B52AA6E4}">
                <adec:decorative xmlns:adec="http://schemas.microsoft.com/office/drawing/2017/decorative" val="1"/>
              </a:ext>
            </a:extLst>
          </p:cNvPr>
          <p:cNvSpPr/>
          <p:nvPr>
            <p:custDataLst>
              <p:tags r:id="rId14"/>
            </p:custDataLst>
          </p:nvPr>
        </p:nvSpPr>
        <p:spPr>
          <a:xfrm>
            <a:off x="10083800" y="2647200"/>
            <a:ext cx="410480" cy="230620"/>
          </a:xfrm>
          <a:prstGeom prst="ellipse">
            <a:avLst/>
          </a:prstGeom>
          <a:solidFill>
            <a:srgbClr val="4A148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 name="TextBox 14">
            <a:extLst>
              <a:ext uri="{FF2B5EF4-FFF2-40B4-BE49-F238E27FC236}">
                <a16:creationId xmlns:a16="http://schemas.microsoft.com/office/drawing/2014/main" id="{AC39CB61-04A1-4956-A88B-324B43450B80}"/>
              </a:ext>
            </a:extLst>
          </p:cNvPr>
          <p:cNvSpPr txBox="1"/>
          <p:nvPr>
            <p:custDataLst>
              <p:tags r:id="rId15"/>
            </p:custDataLst>
          </p:nvPr>
        </p:nvSpPr>
        <p:spPr>
          <a:xfrm>
            <a:off x="10083800" y="2583153"/>
            <a:ext cx="410480" cy="369332"/>
          </a:xfrm>
          <a:prstGeom prst="rect">
            <a:avLst/>
          </a:prstGeom>
          <a:noFill/>
        </p:spPr>
        <p:txBody>
          <a:bodyPr vertOverflow="overflow" vert="horz" wrap="square" rtlCol="0" anchor="ctr" anchorCtr="0">
            <a:spAutoFit/>
          </a:bodyPr>
          <a:lstStyle/>
          <a:p>
            <a:pPr algn="ctr"/>
            <a:r>
              <a:rPr lang="en-GB">
                <a:solidFill>
                  <a:srgbClr val="FFFFFF"/>
                </a:solidFill>
              </a:rPr>
              <a:t>3</a:t>
            </a:r>
          </a:p>
        </p:txBody>
      </p:sp>
      <p:sp>
        <p:nvSpPr>
          <p:cNvPr id="16" name="Oval 15">
            <a:extLst>
              <a:ext uri="{FF2B5EF4-FFF2-40B4-BE49-F238E27FC236}">
                <a16:creationId xmlns:a16="http://schemas.microsoft.com/office/drawing/2014/main" id="{9FE55621-BF2C-4621-9DAF-FF948A4AD8F2}"/>
              </a:ext>
              <a:ext uri="{C183D7F6-B498-43B3-948B-1728B52AA6E4}">
                <adec:decorative xmlns:adec="http://schemas.microsoft.com/office/drawing/2017/decorative" val="1"/>
              </a:ext>
            </a:extLst>
          </p:cNvPr>
          <p:cNvSpPr/>
          <p:nvPr>
            <p:custDataLst>
              <p:tags r:id="rId16"/>
            </p:custDataLst>
          </p:nvPr>
        </p:nvSpPr>
        <p:spPr>
          <a:xfrm>
            <a:off x="10083800" y="3028200"/>
            <a:ext cx="410480" cy="230620"/>
          </a:xfrm>
          <a:prstGeom prst="ellipse">
            <a:avLst/>
          </a:prstGeom>
          <a:solidFill>
            <a:srgbClr val="CC55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7" name="TextBox 16">
            <a:extLst>
              <a:ext uri="{FF2B5EF4-FFF2-40B4-BE49-F238E27FC236}">
                <a16:creationId xmlns:a16="http://schemas.microsoft.com/office/drawing/2014/main" id="{3452434E-9369-41A2-896B-2743EBDCDB0B}"/>
              </a:ext>
            </a:extLst>
          </p:cNvPr>
          <p:cNvSpPr txBox="1"/>
          <p:nvPr>
            <p:custDataLst>
              <p:tags r:id="rId17"/>
            </p:custDataLst>
          </p:nvPr>
        </p:nvSpPr>
        <p:spPr>
          <a:xfrm>
            <a:off x="10083800" y="2964153"/>
            <a:ext cx="410480" cy="369332"/>
          </a:xfrm>
          <a:prstGeom prst="rect">
            <a:avLst/>
          </a:prstGeom>
          <a:noFill/>
        </p:spPr>
        <p:txBody>
          <a:bodyPr vertOverflow="overflow" vert="horz" wrap="square" rtlCol="0" anchor="ctr" anchorCtr="0">
            <a:spAutoFit/>
          </a:bodyPr>
          <a:lstStyle/>
          <a:p>
            <a:pPr algn="ctr"/>
            <a:r>
              <a:rPr lang="en-GB">
                <a:solidFill>
                  <a:srgbClr val="FFFFFF"/>
                </a:solidFill>
              </a:rPr>
              <a:t>4</a:t>
            </a:r>
          </a:p>
        </p:txBody>
      </p:sp>
      <p:cxnSp>
        <p:nvCxnSpPr>
          <p:cNvPr id="18" name="Straight Arrow Connector 17">
            <a:extLst>
              <a:ext uri="{FF2B5EF4-FFF2-40B4-BE49-F238E27FC236}">
                <a16:creationId xmlns:a16="http://schemas.microsoft.com/office/drawing/2014/main" id="{794DEE3E-50E7-43E3-ACE8-858ED01CBBDD}"/>
              </a:ext>
              <a:ext uri="{C183D7F6-B498-43B3-948B-1728B52AA6E4}">
                <adec:decorative xmlns:adec="http://schemas.microsoft.com/office/drawing/2017/decorative" val="1"/>
              </a:ext>
            </a:extLst>
          </p:cNvPr>
          <p:cNvCxnSpPr/>
          <p:nvPr>
            <p:custDataLst>
              <p:tags r:id="rId18"/>
            </p:custDataLst>
          </p:nvPr>
        </p:nvCxnSpPr>
        <p:spPr>
          <a:xfrm>
            <a:off x="1028700" y="6037580"/>
            <a:ext cx="8864600" cy="12700"/>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16846E6-7567-4201-A8F8-3384ACA5C25A}"/>
              </a:ext>
              <a:ext uri="{C183D7F6-B498-43B3-948B-1728B52AA6E4}">
                <adec:decorative xmlns:adec="http://schemas.microsoft.com/office/drawing/2017/decorative" val="1"/>
              </a:ext>
            </a:extLst>
          </p:cNvPr>
          <p:cNvCxnSpPr/>
          <p:nvPr>
            <p:custDataLst>
              <p:tags r:id="rId19"/>
            </p:custDataLst>
          </p:nvPr>
        </p:nvCxnSpPr>
        <p:spPr>
          <a:xfrm>
            <a:off x="1028700" y="2115820"/>
            <a:ext cx="12700" cy="3921760"/>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97AE99F4-498E-4835-9FB4-E338F7F8C8D9}"/>
              </a:ext>
              <a:ext uri="{C183D7F6-B498-43B3-948B-1728B52AA6E4}">
                <adec:decorative xmlns:adec="http://schemas.microsoft.com/office/drawing/2017/decorative" val="1"/>
              </a:ext>
            </a:extLst>
          </p:cNvPr>
          <p:cNvSpPr/>
          <p:nvPr>
            <p:custDataLst>
              <p:tags r:id="rId20"/>
            </p:custDataLst>
          </p:nvPr>
        </p:nvSpPr>
        <p:spPr>
          <a:xfrm>
            <a:off x="0" y="0"/>
            <a:ext cx="228600" cy="228600"/>
          </a:xfrm>
          <a:prstGeom prst="ellipse">
            <a:avLst/>
          </a:prstGeom>
          <a:solidFill>
            <a:srgbClr val="000000">
              <a:alpha val="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1" name="TextBox 20">
            <a:extLst>
              <a:ext uri="{FF2B5EF4-FFF2-40B4-BE49-F238E27FC236}">
                <a16:creationId xmlns:a16="http://schemas.microsoft.com/office/drawing/2014/main" id="{EDD7EDC0-7C34-45FE-8849-E1E21409034F}"/>
              </a:ext>
              <a:ext uri="{C183D7F6-B498-43B3-948B-1728B52AA6E4}">
                <adec:decorative xmlns:adec="http://schemas.microsoft.com/office/drawing/2017/decorative" val="1"/>
              </a:ext>
            </a:extLst>
          </p:cNvPr>
          <p:cNvSpPr txBox="1"/>
          <p:nvPr>
            <p:custDataLst>
              <p:tags r:id="rId21"/>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2" name="Oval 21">
            <a:extLst>
              <a:ext uri="{FF2B5EF4-FFF2-40B4-BE49-F238E27FC236}">
                <a16:creationId xmlns:a16="http://schemas.microsoft.com/office/drawing/2014/main" id="{5ABAE2C4-1259-4507-83C5-A6ABDA029F60}"/>
              </a:ext>
              <a:ext uri="{C183D7F6-B498-43B3-948B-1728B52AA6E4}">
                <adec:decorative xmlns:adec="http://schemas.microsoft.com/office/drawing/2017/decorative" val="1"/>
              </a:ext>
            </a:extLst>
          </p:cNvPr>
          <p:cNvSpPr/>
          <p:nvPr>
            <p:custDataLst>
              <p:tags r:id="rId22"/>
            </p:custDataLst>
          </p:nvPr>
        </p:nvSpPr>
        <p:spPr>
          <a:xfrm>
            <a:off x="0" y="0"/>
            <a:ext cx="228600" cy="228600"/>
          </a:xfrm>
          <a:prstGeom prst="ellipse">
            <a:avLst/>
          </a:prstGeom>
          <a:solidFill>
            <a:srgbClr val="000000">
              <a:alpha val="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 name="TextBox 22">
            <a:extLst>
              <a:ext uri="{FF2B5EF4-FFF2-40B4-BE49-F238E27FC236}">
                <a16:creationId xmlns:a16="http://schemas.microsoft.com/office/drawing/2014/main" id="{FFE7D7BE-FE8C-4DE4-B939-095A6FE09DED}"/>
              </a:ext>
              <a:ext uri="{C183D7F6-B498-43B3-948B-1728B52AA6E4}">
                <adec:decorative xmlns:adec="http://schemas.microsoft.com/office/drawing/2017/decorative" val="1"/>
              </a:ext>
            </a:extLst>
          </p:cNvPr>
          <p:cNvSpPr txBox="1"/>
          <p:nvPr>
            <p:custDataLst>
              <p:tags r:id="rId23"/>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4" name="Oval 23">
            <a:extLst>
              <a:ext uri="{FF2B5EF4-FFF2-40B4-BE49-F238E27FC236}">
                <a16:creationId xmlns:a16="http://schemas.microsoft.com/office/drawing/2014/main" id="{D50DB62D-5663-4F58-B06B-D5BD892E1755}"/>
              </a:ext>
              <a:ext uri="{C183D7F6-B498-43B3-948B-1728B52AA6E4}">
                <adec:decorative xmlns:adec="http://schemas.microsoft.com/office/drawing/2017/decorative" val="1"/>
              </a:ext>
            </a:extLst>
          </p:cNvPr>
          <p:cNvSpPr/>
          <p:nvPr>
            <p:custDataLst>
              <p:tags r:id="rId24"/>
            </p:custDataLst>
          </p:nvPr>
        </p:nvSpPr>
        <p:spPr>
          <a:xfrm>
            <a:off x="0" y="0"/>
            <a:ext cx="228600" cy="228600"/>
          </a:xfrm>
          <a:prstGeom prst="ellipse">
            <a:avLst/>
          </a:prstGeom>
          <a:solidFill>
            <a:srgbClr val="000000">
              <a:alpha val="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5" name="TextBox 24">
            <a:extLst>
              <a:ext uri="{FF2B5EF4-FFF2-40B4-BE49-F238E27FC236}">
                <a16:creationId xmlns:a16="http://schemas.microsoft.com/office/drawing/2014/main" id="{ED9AC6CF-703E-4F9D-BA0F-D4A88B2F5286}"/>
              </a:ext>
              <a:ext uri="{C183D7F6-B498-43B3-948B-1728B52AA6E4}">
                <adec:decorative xmlns:adec="http://schemas.microsoft.com/office/drawing/2017/decorative" val="1"/>
              </a:ext>
            </a:extLst>
          </p:cNvPr>
          <p:cNvSpPr txBox="1"/>
          <p:nvPr>
            <p:custDataLst>
              <p:tags r:id="rId25"/>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6" name="Oval 25">
            <a:extLst>
              <a:ext uri="{FF2B5EF4-FFF2-40B4-BE49-F238E27FC236}">
                <a16:creationId xmlns:a16="http://schemas.microsoft.com/office/drawing/2014/main" id="{6365E042-38E2-4E70-82B2-A327C8F02597}"/>
              </a:ext>
              <a:ext uri="{C183D7F6-B498-43B3-948B-1728B52AA6E4}">
                <adec:decorative xmlns:adec="http://schemas.microsoft.com/office/drawing/2017/decorative" val="1"/>
              </a:ext>
            </a:extLst>
          </p:cNvPr>
          <p:cNvSpPr/>
          <p:nvPr>
            <p:custDataLst>
              <p:tags r:id="rId26"/>
            </p:custDataLst>
          </p:nvPr>
        </p:nvSpPr>
        <p:spPr>
          <a:xfrm>
            <a:off x="0" y="0"/>
            <a:ext cx="228600" cy="228600"/>
          </a:xfrm>
          <a:prstGeom prst="ellipse">
            <a:avLst/>
          </a:prstGeom>
          <a:solidFill>
            <a:srgbClr val="000000">
              <a:alpha val="0"/>
              <a:alpha val="0"/>
              <a:alpha val="0"/>
              <a:alpha val="0"/>
              <a:alpha val="0"/>
            </a:srgb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7" name="TextBox 26">
            <a:extLst>
              <a:ext uri="{FF2B5EF4-FFF2-40B4-BE49-F238E27FC236}">
                <a16:creationId xmlns:a16="http://schemas.microsoft.com/office/drawing/2014/main" id="{C18F3449-56EB-4216-A635-4728ED5A05F4}"/>
              </a:ext>
              <a:ext uri="{C183D7F6-B498-43B3-948B-1728B52AA6E4}">
                <adec:decorative xmlns:adec="http://schemas.microsoft.com/office/drawing/2017/decorative" val="1"/>
              </a:ext>
            </a:extLst>
          </p:cNvPr>
          <p:cNvSpPr txBox="1"/>
          <p:nvPr>
            <p:custDataLst>
              <p:tags r:id="rId27"/>
            </p:custDataLst>
          </p:nvPr>
        </p:nvSpPr>
        <p:spPr>
          <a:xfrm>
            <a:off x="-76200" y="-25400"/>
            <a:ext cx="381000" cy="254000"/>
          </a:xfrm>
          <a:prstGeom prst="rect">
            <a:avLst/>
          </a:prstGeom>
          <a:noFill/>
        </p:spPr>
        <p:txBody>
          <a:bodyPr vertOverflow="overflow" vert="horz" wrap="square" rtlCol="0" anchor="t">
            <a:spAutoFit/>
          </a:bodyPr>
          <a:lstStyle/>
          <a:p>
            <a:pPr algn="ctr"/>
            <a:endParaRPr lang="en-GB" sz="1200">
              <a:solidFill>
                <a:srgbClr val="FFFFFF"/>
              </a:solidFill>
            </a:endParaRPr>
          </a:p>
        </p:txBody>
      </p:sp>
      <p:sp>
        <p:nvSpPr>
          <p:cNvPr id="28" name="TextBox 27">
            <a:extLst>
              <a:ext uri="{FF2B5EF4-FFF2-40B4-BE49-F238E27FC236}">
                <a16:creationId xmlns:a16="http://schemas.microsoft.com/office/drawing/2014/main" id="{8114803F-C9FB-45B7-9C81-392FE9091D6E}"/>
              </a:ext>
            </a:extLst>
          </p:cNvPr>
          <p:cNvSpPr txBox="1"/>
          <p:nvPr/>
        </p:nvSpPr>
        <p:spPr>
          <a:xfrm>
            <a:off x="10401300" y="1833390"/>
            <a:ext cx="1790700" cy="345930"/>
          </a:xfrm>
          <a:prstGeom prst="rect">
            <a:avLst/>
          </a:prstGeom>
          <a:noFill/>
        </p:spPr>
        <p:txBody>
          <a:bodyPr vertOverflow="overflow" vert="horz" wrap="square" rtlCol="0" anchor="ctr" anchorCtr="0">
            <a:noAutofit/>
          </a:bodyPr>
          <a:lstStyle/>
          <a:p>
            <a:pPr algn="l"/>
            <a:r>
              <a:rPr lang="en-GB" dirty="0"/>
              <a:t>Zohran Mamdani</a:t>
            </a:r>
          </a:p>
        </p:txBody>
      </p:sp>
      <p:sp>
        <p:nvSpPr>
          <p:cNvPr id="29" name="TextBox 28">
            <a:extLst>
              <a:ext uri="{FF2B5EF4-FFF2-40B4-BE49-F238E27FC236}">
                <a16:creationId xmlns:a16="http://schemas.microsoft.com/office/drawing/2014/main" id="{328A127A-BAAF-4410-A75F-1023CCEF6365}"/>
              </a:ext>
            </a:extLst>
          </p:cNvPr>
          <p:cNvSpPr txBox="1"/>
          <p:nvPr/>
        </p:nvSpPr>
        <p:spPr>
          <a:xfrm>
            <a:off x="10401300" y="2214390"/>
            <a:ext cx="1539300" cy="345930"/>
          </a:xfrm>
          <a:prstGeom prst="rect">
            <a:avLst/>
          </a:prstGeom>
          <a:noFill/>
        </p:spPr>
        <p:txBody>
          <a:bodyPr vertOverflow="overflow" vert="horz" wrap="square" rtlCol="0" anchor="ctr" anchorCtr="0">
            <a:noAutofit/>
          </a:bodyPr>
          <a:lstStyle/>
          <a:p>
            <a:pPr algn="l"/>
            <a:r>
              <a:rPr lang="en-GB" dirty="0"/>
              <a:t>Donald Trump</a:t>
            </a:r>
          </a:p>
        </p:txBody>
      </p:sp>
      <p:sp>
        <p:nvSpPr>
          <p:cNvPr id="30" name="TextBox 29">
            <a:extLst>
              <a:ext uri="{FF2B5EF4-FFF2-40B4-BE49-F238E27FC236}">
                <a16:creationId xmlns:a16="http://schemas.microsoft.com/office/drawing/2014/main" id="{A2484AD3-B3E8-4003-81C9-8F3707D1DFE7}"/>
              </a:ext>
            </a:extLst>
          </p:cNvPr>
          <p:cNvSpPr txBox="1"/>
          <p:nvPr/>
        </p:nvSpPr>
        <p:spPr>
          <a:xfrm>
            <a:off x="10401300" y="2595390"/>
            <a:ext cx="1539300" cy="345930"/>
          </a:xfrm>
          <a:prstGeom prst="rect">
            <a:avLst/>
          </a:prstGeom>
          <a:noFill/>
        </p:spPr>
        <p:txBody>
          <a:bodyPr vertOverflow="overflow" vert="horz" wrap="square" rtlCol="0" anchor="ctr" anchorCtr="0">
            <a:noAutofit/>
          </a:bodyPr>
          <a:lstStyle/>
          <a:p>
            <a:pPr algn="l"/>
            <a:r>
              <a:rPr lang="en-GB"/>
              <a:t>Zack Polanski</a:t>
            </a:r>
          </a:p>
        </p:txBody>
      </p:sp>
      <p:sp>
        <p:nvSpPr>
          <p:cNvPr id="31" name="TextBox 30">
            <a:extLst>
              <a:ext uri="{FF2B5EF4-FFF2-40B4-BE49-F238E27FC236}">
                <a16:creationId xmlns:a16="http://schemas.microsoft.com/office/drawing/2014/main" id="{C79C9778-9D99-43D8-A326-70F8CB3FF6EA}"/>
              </a:ext>
            </a:extLst>
          </p:cNvPr>
          <p:cNvSpPr txBox="1"/>
          <p:nvPr/>
        </p:nvSpPr>
        <p:spPr>
          <a:xfrm>
            <a:off x="10401300" y="2976390"/>
            <a:ext cx="1539300" cy="345930"/>
          </a:xfrm>
          <a:prstGeom prst="rect">
            <a:avLst/>
          </a:prstGeom>
          <a:noFill/>
        </p:spPr>
        <p:txBody>
          <a:bodyPr vertOverflow="overflow" vert="horz" wrap="square" rtlCol="0" anchor="ctr" anchorCtr="0">
            <a:noAutofit/>
          </a:bodyPr>
          <a:lstStyle/>
          <a:p>
            <a:pPr algn="l"/>
            <a:r>
              <a:rPr lang="en-GB" dirty="0"/>
              <a:t>Nigel Farage</a:t>
            </a:r>
          </a:p>
        </p:txBody>
      </p:sp>
      <p:sp>
        <p:nvSpPr>
          <p:cNvPr id="32" name="TextBox 31">
            <a:extLst>
              <a:ext uri="{FF2B5EF4-FFF2-40B4-BE49-F238E27FC236}">
                <a16:creationId xmlns:a16="http://schemas.microsoft.com/office/drawing/2014/main" id="{38D003CA-AE13-4CAE-BD02-137B61499362}"/>
              </a:ext>
            </a:extLst>
          </p:cNvPr>
          <p:cNvSpPr txBox="1"/>
          <p:nvPr>
            <p:custDataLst>
              <p:tags r:id="rId28"/>
            </p:custDataLst>
          </p:nvPr>
        </p:nvSpPr>
        <p:spPr>
          <a:xfrm rot="-5400000">
            <a:off x="330200" y="2623820"/>
            <a:ext cx="1016000" cy="381000"/>
          </a:xfrm>
          <a:prstGeom prst="rect">
            <a:avLst/>
          </a:prstGeom>
          <a:noFill/>
        </p:spPr>
        <p:txBody>
          <a:bodyPr vertOverflow="overflow" vert="horz" wrap="square" rtlCol="0" anchor="t">
            <a:spAutoFit/>
          </a:bodyPr>
          <a:lstStyle/>
          <a:p>
            <a:pPr algn="l"/>
            <a:r>
              <a:rPr lang="en-GB"/>
              <a:t>Populist</a:t>
            </a:r>
          </a:p>
        </p:txBody>
      </p:sp>
      <p:sp>
        <p:nvSpPr>
          <p:cNvPr id="33" name="TextBox 32">
            <a:extLst>
              <a:ext uri="{FF2B5EF4-FFF2-40B4-BE49-F238E27FC236}">
                <a16:creationId xmlns:a16="http://schemas.microsoft.com/office/drawing/2014/main" id="{11627BD3-29D1-41A6-881C-F8C14F8AF016}"/>
              </a:ext>
            </a:extLst>
          </p:cNvPr>
          <p:cNvSpPr txBox="1"/>
          <p:nvPr>
            <p:custDataLst>
              <p:tags r:id="rId29"/>
            </p:custDataLst>
          </p:nvPr>
        </p:nvSpPr>
        <p:spPr>
          <a:xfrm>
            <a:off x="6096000" y="6037580"/>
            <a:ext cx="2540000" cy="635000"/>
          </a:xfrm>
          <a:prstGeom prst="rect">
            <a:avLst/>
          </a:prstGeom>
          <a:noFill/>
        </p:spPr>
        <p:txBody>
          <a:bodyPr vertOverflow="overflow" vert="horz" wrap="square" rtlCol="0" anchor="t">
            <a:spAutoFit/>
          </a:bodyPr>
          <a:lstStyle/>
          <a:p>
            <a:pPr algn="l"/>
            <a:r>
              <a:rPr lang="en-GB"/>
              <a:t>Rightwing</a:t>
            </a:r>
          </a:p>
        </p:txBody>
      </p:sp>
      <p:sp>
        <p:nvSpPr>
          <p:cNvPr id="34" name="TextBox 33">
            <a:extLst>
              <a:ext uri="{FF2B5EF4-FFF2-40B4-BE49-F238E27FC236}">
                <a16:creationId xmlns:a16="http://schemas.microsoft.com/office/drawing/2014/main" id="{4F344C4B-EAC8-4E87-A8D6-ABC436FFE325}"/>
              </a:ext>
            </a:extLst>
          </p:cNvPr>
          <p:cNvSpPr txBox="1"/>
          <p:nvPr>
            <p:custDataLst>
              <p:tags r:id="rId30"/>
            </p:custDataLst>
          </p:nvPr>
        </p:nvSpPr>
        <p:spPr>
          <a:xfrm>
            <a:off x="10020300" y="5910580"/>
            <a:ext cx="1270000" cy="635000"/>
          </a:xfrm>
          <a:prstGeom prst="rect">
            <a:avLst/>
          </a:prstGeom>
          <a:noFill/>
        </p:spPr>
        <p:txBody>
          <a:bodyPr vertOverflow="overflow" vert="horz" wrap="square" rtlCol="0" anchor="t">
            <a:spAutoFit/>
          </a:bodyPr>
          <a:lstStyle/>
          <a:p>
            <a:pPr algn="l"/>
            <a:r>
              <a:rPr lang="en-GB"/>
              <a:t>10</a:t>
            </a:r>
          </a:p>
        </p:txBody>
      </p:sp>
      <p:sp>
        <p:nvSpPr>
          <p:cNvPr id="35" name="TextBox 34">
            <a:extLst>
              <a:ext uri="{FF2B5EF4-FFF2-40B4-BE49-F238E27FC236}">
                <a16:creationId xmlns:a16="http://schemas.microsoft.com/office/drawing/2014/main" id="{A0A1B8E2-8015-4321-B15A-4AE4CE7E5FED}"/>
              </a:ext>
            </a:extLst>
          </p:cNvPr>
          <p:cNvSpPr txBox="1"/>
          <p:nvPr>
            <p:custDataLst>
              <p:tags r:id="rId31"/>
            </p:custDataLst>
          </p:nvPr>
        </p:nvSpPr>
        <p:spPr>
          <a:xfrm>
            <a:off x="838200" y="1798320"/>
            <a:ext cx="1270000" cy="635000"/>
          </a:xfrm>
          <a:prstGeom prst="rect">
            <a:avLst/>
          </a:prstGeom>
          <a:noFill/>
        </p:spPr>
        <p:txBody>
          <a:bodyPr vertOverflow="overflow" vert="horz" wrap="square" rtlCol="0" anchor="t">
            <a:spAutoFit/>
          </a:bodyPr>
          <a:lstStyle/>
          <a:p>
            <a:pPr algn="l"/>
            <a:r>
              <a:rPr lang="en-GB"/>
              <a:t>10</a:t>
            </a:r>
          </a:p>
        </p:txBody>
      </p:sp>
      <p:sp>
        <p:nvSpPr>
          <p:cNvPr id="36" name="Rectangle 35">
            <a:extLst>
              <a:ext uri="{FF2B5EF4-FFF2-40B4-BE49-F238E27FC236}">
                <a16:creationId xmlns:a16="http://schemas.microsoft.com/office/drawing/2014/main" id="{03C439B5-5093-420B-86AC-9429D232B501}"/>
              </a:ext>
              <a:ext uri="{C183D7F6-B498-43B3-948B-1728B52AA6E4}">
                <adec:decorative xmlns:adec="http://schemas.microsoft.com/office/drawing/2017/decorative" val="1"/>
              </a:ext>
            </a:extLst>
          </p:cNvPr>
          <p:cNvSpPr/>
          <p:nvPr>
            <p:custDataLst>
              <p:tags r:id="rId32"/>
            </p:custDataLst>
          </p:nvPr>
        </p:nvSpPr>
        <p:spPr>
          <a:xfrm>
            <a:off x="0" y="5486400"/>
            <a:ext cx="12192000" cy="1219200"/>
          </a:xfrm>
          <a:prstGeom prst="rect">
            <a:avLst/>
          </a:prstGeom>
          <a:solidFill>
            <a:srgbClr val="666666">
              <a:alpha val="40000"/>
              <a:alpha val="0"/>
              <a:alpha val="0"/>
              <a:alpha val="0"/>
              <a:alpha val="0"/>
              <a:alpha val="40000"/>
            </a:srgbClr>
          </a:solidFill>
          <a:ln w="12700" cap="flat" cmpd="sng" algn="ctr">
            <a:solidFill>
              <a:srgbClr val="808080">
                <a:alpha val="40000"/>
                <a:alpha val="0"/>
                <a:alpha val="0"/>
                <a:alpha val="0"/>
                <a:alpha val="0"/>
                <a:alpha val="40000"/>
              </a:srgbClr>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1"/>
          <a:lstStyle/>
          <a:p>
            <a:pPr algn="l"/>
            <a:r>
              <a:rPr lang="en-GB" sz="8000">
                <a:solidFill>
                  <a:srgbClr val="FFFFFF"/>
                </a:solidFill>
              </a:rPr>
              <a:t>RESULTS SLIDE</a:t>
            </a:r>
          </a:p>
        </p:txBody>
      </p:sp>
      <p:sp>
        <p:nvSpPr>
          <p:cNvPr id="37" name="Slide Number Placeholder 36">
            <a:extLst>
              <a:ext uri="{FF2B5EF4-FFF2-40B4-BE49-F238E27FC236}">
                <a16:creationId xmlns:a16="http://schemas.microsoft.com/office/drawing/2014/main" id="{9AEB2602-9BE4-D2AF-D4A7-280D2CA5F117}"/>
              </a:ext>
            </a:extLst>
          </p:cNvPr>
          <p:cNvSpPr>
            <a:spLocks noGrp="1"/>
          </p:cNvSpPr>
          <p:nvPr>
            <p:ph type="sldNum" sz="quarter" idx="12"/>
          </p:nvPr>
        </p:nvSpPr>
        <p:spPr/>
        <p:txBody>
          <a:bodyPr/>
          <a:lstStyle/>
          <a:p>
            <a:fld id="{9D4AD3D6-B89C-4D82-B254-B84B3D342745}" type="slidenum">
              <a:rPr lang="en-FI" smtClean="0"/>
              <a:t>36</a:t>
            </a:fld>
            <a:endParaRPr lang="en-FI"/>
          </a:p>
        </p:txBody>
      </p:sp>
    </p:spTree>
    <p:custDataLst>
      <p:tags r:id="rId1"/>
    </p:custDataLst>
    <p:extLst>
      <p:ext uri="{BB962C8B-B14F-4D97-AF65-F5344CB8AC3E}">
        <p14:creationId xmlns:p14="http://schemas.microsoft.com/office/powerpoint/2010/main" val="624373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hotograph showing a group of law enforcement officers in uniform posing with a man in a suit giving thumbs up in front of a large airplane marked &quot;United States.&quot; Text at bottom reads &quot;National Law Enforcement Appreciation Day!&quot; highlighting a tribute to law enforcement personnel.&#10;&#10;">
            <a:extLst>
              <a:ext uri="{FF2B5EF4-FFF2-40B4-BE49-F238E27FC236}">
                <a16:creationId xmlns:a16="http://schemas.microsoft.com/office/drawing/2014/main" id="{016914FF-345E-A82D-85F8-C6429E8DC96D}"/>
              </a:ext>
            </a:extLst>
          </p:cNvPr>
          <p:cNvPicPr>
            <a:picLocks noChangeAspect="1"/>
          </p:cNvPicPr>
          <p:nvPr/>
        </p:nvPicPr>
        <p:blipFill rotWithShape="1">
          <a:blip r:embed="rId2">
            <a:extLst>
              <a:ext uri="{28A0092B-C50C-407E-A947-70E740481C1C}">
                <a14:useLocalDpi xmlns:a14="http://schemas.microsoft.com/office/drawing/2010/main" val="0"/>
              </a:ext>
            </a:extLst>
          </a:blip>
          <a:srcRect l="1057"/>
          <a:stretch/>
        </p:blipFill>
        <p:spPr>
          <a:xfrm>
            <a:off x="321731" y="557189"/>
            <a:ext cx="5668684" cy="5743618"/>
          </a:xfrm>
          <a:prstGeom prst="rect">
            <a:avLst/>
          </a:prstGeom>
        </p:spPr>
      </p:pic>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a:xfrm>
            <a:off x="8610600" y="6356350"/>
            <a:ext cx="2743200" cy="365125"/>
          </a:xfrm>
        </p:spPr>
        <p:txBody>
          <a:bodyPr>
            <a:normAutofit/>
          </a:bodyPr>
          <a:lstStyle/>
          <a:p>
            <a:pPr>
              <a:spcAft>
                <a:spcPts val="600"/>
              </a:spcAft>
            </a:pPr>
            <a:fld id="{372769DB-CAE7-4C85-A9AF-7D4D8DE4CA22}" type="slidenum">
              <a:rPr lang="en-GB" smtClean="0"/>
              <a:pPr>
                <a:spcAft>
                  <a:spcPts val="600"/>
                </a:spcAft>
              </a:pPr>
              <a:t>37</a:t>
            </a:fld>
            <a:endParaRPr lang="en-GB"/>
          </a:p>
        </p:txBody>
      </p:sp>
      <p:pic>
        <p:nvPicPr>
          <p:cNvPr id="3" name="Picture 2" descr="Photograph combined with an infographic showing Bernie Sanders shaking hands with a crowd, highlighting his popularity among young voters. The bar chart below shows Bernie leading with 45%, followed by Warren at 17%, Yang at 15%, and Biden at 12%, using bold colors and clear labels to emphasize Sanders' top position.&#10;">
            <a:extLst>
              <a:ext uri="{FF2B5EF4-FFF2-40B4-BE49-F238E27FC236}">
                <a16:creationId xmlns:a16="http://schemas.microsoft.com/office/drawing/2014/main" id="{6A9C368B-F6ED-3946-AAA6-D9034CAB80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6223" y="557190"/>
            <a:ext cx="5705398" cy="5743617"/>
          </a:xfrm>
          <a:prstGeom prst="rect">
            <a:avLst/>
          </a:prstGeom>
        </p:spPr>
      </p:pic>
    </p:spTree>
    <p:extLst>
      <p:ext uri="{BB962C8B-B14F-4D97-AF65-F5344CB8AC3E}">
        <p14:creationId xmlns:p14="http://schemas.microsoft.com/office/powerpoint/2010/main" val="537146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38</a:t>
            </a:fld>
            <a:endParaRPr lang="en-GB" dirty="0"/>
          </a:p>
        </p:txBody>
      </p:sp>
      <p:pic>
        <p:nvPicPr>
          <p:cNvPr id="4" name="Picture 3" descr="A promotional graphic featuring three photographs of people wearing Bernie Sanders-themed clothing, including shirts with slogans like &quot;Bernie&quot; and &quot;Unidos Bernie.&quot; The central text &quot;#WearTheBern before Wednesday's debate&quot; in bold white and red letters on a blue background encourages supporters to show solidarity by wearing campaign apparel ahead of a political debate.">
            <a:extLst>
              <a:ext uri="{FF2B5EF4-FFF2-40B4-BE49-F238E27FC236}">
                <a16:creationId xmlns:a16="http://schemas.microsoft.com/office/drawing/2014/main" id="{CFD07937-7BA6-56A3-5BDB-5655A3A3B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3144" y="623365"/>
            <a:ext cx="5628945" cy="5742820"/>
          </a:xfrm>
          <a:prstGeom prst="rect">
            <a:avLst/>
          </a:prstGeom>
        </p:spPr>
      </p:pic>
      <p:pic>
        <p:nvPicPr>
          <p:cNvPr id="5" name="Picture 4" descr="Photograph of a large crowd at a political rally featuring former President Donald Trump speaking at a podium with the presidential seal. Audience members display American flags, wear red &quot;Make America Great Again&quot; hats, and hold signs supporting Trump, highlighting a patriotic and supportive atmosphere.&#10;&#10;">
            <a:extLst>
              <a:ext uri="{FF2B5EF4-FFF2-40B4-BE49-F238E27FC236}">
                <a16:creationId xmlns:a16="http://schemas.microsoft.com/office/drawing/2014/main" id="{8C3224E3-C72D-A496-4262-99D8C857860F}"/>
              </a:ext>
            </a:extLst>
          </p:cNvPr>
          <p:cNvPicPr>
            <a:picLocks noChangeAspect="1"/>
          </p:cNvPicPr>
          <p:nvPr/>
        </p:nvPicPr>
        <p:blipFill rotWithShape="1">
          <a:blip r:embed="rId3">
            <a:extLst>
              <a:ext uri="{28A0092B-C50C-407E-A947-70E740481C1C}">
                <a14:useLocalDpi xmlns:a14="http://schemas.microsoft.com/office/drawing/2010/main" val="0"/>
              </a:ext>
            </a:extLst>
          </a:blip>
          <a:srcRect l="14753" r="18307" b="-1"/>
          <a:stretch/>
        </p:blipFill>
        <p:spPr>
          <a:xfrm>
            <a:off x="278268" y="613529"/>
            <a:ext cx="5628945" cy="5752656"/>
          </a:xfrm>
          <a:prstGeom prst="rect">
            <a:avLst/>
          </a:prstGeom>
        </p:spPr>
      </p:pic>
    </p:spTree>
    <p:extLst>
      <p:ext uri="{BB962C8B-B14F-4D97-AF65-F5344CB8AC3E}">
        <p14:creationId xmlns:p14="http://schemas.microsoft.com/office/powerpoint/2010/main" val="25536017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39</a:t>
            </a:fld>
            <a:endParaRPr lang="en-GB" dirty="0"/>
          </a:p>
        </p:txBody>
      </p:sp>
      <p:pic>
        <p:nvPicPr>
          <p:cNvPr id="8" name="Picture 7" descr="Bar chart comparing racial depictions in populists' images from Trump and Sanders campaigns, showing percentages of total images by category. Trump’s images predominantly feature majority white individuals (78.3%), while Sanders shows more balance with higher percentages in majority non-white (22.4%) and not discernible or unsure categories (36.6%).">
            <a:extLst>
              <a:ext uri="{FF2B5EF4-FFF2-40B4-BE49-F238E27FC236}">
                <a16:creationId xmlns:a16="http://schemas.microsoft.com/office/drawing/2014/main" id="{F36C10CF-6FBA-3531-83E3-A9BC577BB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265" y="506769"/>
            <a:ext cx="10325970" cy="5849580"/>
          </a:xfrm>
          <a:prstGeom prst="rect">
            <a:avLst/>
          </a:prstGeom>
        </p:spPr>
      </p:pic>
    </p:spTree>
    <p:extLst>
      <p:ext uri="{BB962C8B-B14F-4D97-AF65-F5344CB8AC3E}">
        <p14:creationId xmlns:p14="http://schemas.microsoft.com/office/powerpoint/2010/main" val="2071813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40</a:t>
            </a:fld>
            <a:endParaRPr lang="en-GB" dirty="0"/>
          </a:p>
        </p:txBody>
      </p:sp>
      <p:pic>
        <p:nvPicPr>
          <p:cNvPr id="6" name="Picture 5" descr="Bar chart comparing gender representation in populists' depictions of &quot;The People&quot; for Trump and Sanders. It shows Trump images as mostly masculine (77.5%), while Sanders images have a higher balance of genders (40.6%) and more feminine (21.5%) or not discernible (20.1%) depictions.">
            <a:extLst>
              <a:ext uri="{FF2B5EF4-FFF2-40B4-BE49-F238E27FC236}">
                <a16:creationId xmlns:a16="http://schemas.microsoft.com/office/drawing/2014/main" id="{A526C674-5429-831C-8AE9-9162AD75C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819" y="718560"/>
            <a:ext cx="10504362" cy="5420880"/>
          </a:xfrm>
          <a:prstGeom prst="rect">
            <a:avLst/>
          </a:prstGeom>
        </p:spPr>
      </p:pic>
    </p:spTree>
    <p:extLst>
      <p:ext uri="{BB962C8B-B14F-4D97-AF65-F5344CB8AC3E}">
        <p14:creationId xmlns:p14="http://schemas.microsoft.com/office/powerpoint/2010/main" val="13185927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2046A4-EBD2-2588-8239-B75D4DBFED83}"/>
              </a:ext>
            </a:extLst>
          </p:cNvPr>
          <p:cNvSpPr>
            <a:spLocks noGrp="1"/>
          </p:cNvSpPr>
          <p:nvPr>
            <p:ph type="sldNum" sz="quarter" idx="12"/>
          </p:nvPr>
        </p:nvSpPr>
        <p:spPr/>
        <p:txBody>
          <a:bodyPr/>
          <a:lstStyle/>
          <a:p>
            <a:fld id="{372769DB-CAE7-4C85-A9AF-7D4D8DE4CA22}" type="slidenum">
              <a:rPr lang="en-GB" smtClean="0"/>
              <a:t>41</a:t>
            </a:fld>
            <a:endParaRPr lang="en-GB" dirty="0"/>
          </a:p>
        </p:txBody>
      </p:sp>
      <p:pic>
        <p:nvPicPr>
          <p:cNvPr id="4" name="Picture 3" descr="A graph of a person's body&#10;&#10;Description automatically generated with medium confidence">
            <a:extLst>
              <a:ext uri="{FF2B5EF4-FFF2-40B4-BE49-F238E27FC236}">
                <a16:creationId xmlns:a16="http://schemas.microsoft.com/office/drawing/2014/main" id="{4D75D47D-B963-FE70-E649-03F8D60EAB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707" y="797442"/>
            <a:ext cx="10546585" cy="5441949"/>
          </a:xfrm>
          <a:prstGeom prst="rect">
            <a:avLst/>
          </a:prstGeom>
        </p:spPr>
      </p:pic>
    </p:spTree>
    <p:extLst>
      <p:ext uri="{BB962C8B-B14F-4D97-AF65-F5344CB8AC3E}">
        <p14:creationId xmlns:p14="http://schemas.microsoft.com/office/powerpoint/2010/main" val="3378649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047884" y="1337013"/>
            <a:ext cx="9893031" cy="2626469"/>
          </a:xfrm>
        </p:spPr>
        <p:txBody>
          <a:bodyPr/>
          <a:lstStyle/>
          <a:p>
            <a:r>
              <a:rPr lang="en-GB" dirty="0"/>
              <a:t>Alternative approaches to text analysis</a:t>
            </a:r>
          </a:p>
        </p:txBody>
      </p:sp>
    </p:spTree>
    <p:extLst>
      <p:ext uri="{BB962C8B-B14F-4D97-AF65-F5344CB8AC3E}">
        <p14:creationId xmlns:p14="http://schemas.microsoft.com/office/powerpoint/2010/main" val="39054453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B6C95-7AA0-B383-B130-66337F6263A1}"/>
              </a:ext>
            </a:extLst>
          </p:cNvPr>
          <p:cNvSpPr>
            <a:spLocks noGrp="1"/>
          </p:cNvSpPr>
          <p:nvPr>
            <p:ph type="title"/>
          </p:nvPr>
        </p:nvSpPr>
        <p:spPr>
          <a:xfrm>
            <a:off x="506027" y="-52658"/>
            <a:ext cx="11685973" cy="1154096"/>
          </a:xfrm>
        </p:spPr>
        <p:txBody>
          <a:bodyPr/>
          <a:lstStyle/>
          <a:p>
            <a:r>
              <a:rPr lang="en-GB" dirty="0"/>
              <a:t>Related methods</a:t>
            </a:r>
          </a:p>
        </p:txBody>
      </p:sp>
      <p:sp>
        <p:nvSpPr>
          <p:cNvPr id="3" name="Content Placeholder 2">
            <a:extLst>
              <a:ext uri="{FF2B5EF4-FFF2-40B4-BE49-F238E27FC236}">
                <a16:creationId xmlns:a16="http://schemas.microsoft.com/office/drawing/2014/main" id="{0402C0B3-306C-510F-29F9-7D0A9134539E}"/>
              </a:ext>
            </a:extLst>
          </p:cNvPr>
          <p:cNvSpPr>
            <a:spLocks noGrp="1"/>
          </p:cNvSpPr>
          <p:nvPr>
            <p:ph idx="1"/>
          </p:nvPr>
        </p:nvSpPr>
        <p:spPr>
          <a:xfrm>
            <a:off x="305975" y="1556787"/>
            <a:ext cx="7670706" cy="4351338"/>
          </a:xfrm>
        </p:spPr>
        <p:txBody>
          <a:bodyPr>
            <a:noAutofit/>
          </a:bodyPr>
          <a:lstStyle/>
          <a:p>
            <a:r>
              <a:rPr lang="en-GB" sz="2800" b="1" dirty="0"/>
              <a:t>Content analysis</a:t>
            </a:r>
          </a:p>
          <a:p>
            <a:pPr lvl="1"/>
            <a:r>
              <a:rPr lang="en-GB" sz="2800" dirty="0"/>
              <a:t>Quantitative and qualitative </a:t>
            </a:r>
          </a:p>
          <a:p>
            <a:pPr lvl="1"/>
            <a:r>
              <a:rPr lang="en-GB" sz="2800" dirty="0"/>
              <a:t>Thematic analysis overlap with qual</a:t>
            </a:r>
          </a:p>
          <a:p>
            <a:pPr lvl="1"/>
            <a:endParaRPr lang="en-GB" sz="2800" dirty="0"/>
          </a:p>
          <a:p>
            <a:r>
              <a:rPr lang="en-GB" sz="2800" b="1" dirty="0"/>
              <a:t>Discourse analysis</a:t>
            </a:r>
          </a:p>
          <a:p>
            <a:pPr lvl="1"/>
            <a:r>
              <a:rPr lang="en-GB" sz="2800" dirty="0"/>
              <a:t>Some common features with qualitative content analysis</a:t>
            </a:r>
          </a:p>
          <a:p>
            <a:pPr lvl="1"/>
            <a:endParaRPr lang="en-GB" sz="2800" dirty="0"/>
          </a:p>
          <a:p>
            <a:r>
              <a:rPr lang="en-GB" sz="2800" b="1" dirty="0"/>
              <a:t>Quantitative/Computational text analysis</a:t>
            </a:r>
          </a:p>
          <a:p>
            <a:pPr lvl="1"/>
            <a:r>
              <a:rPr lang="en-GB" sz="2800" dirty="0"/>
              <a:t>Quantitative content analysis at scale using computational tools</a:t>
            </a:r>
          </a:p>
          <a:p>
            <a:endParaRPr lang="en-GB" sz="2800" dirty="0"/>
          </a:p>
        </p:txBody>
      </p:sp>
      <p:sp>
        <p:nvSpPr>
          <p:cNvPr id="5" name="Slide Number Placeholder 4">
            <a:extLst>
              <a:ext uri="{FF2B5EF4-FFF2-40B4-BE49-F238E27FC236}">
                <a16:creationId xmlns:a16="http://schemas.microsoft.com/office/drawing/2014/main" id="{313B7955-F1DE-06CA-6777-1D290CA50EE9}"/>
              </a:ext>
            </a:extLst>
          </p:cNvPr>
          <p:cNvSpPr>
            <a:spLocks noGrp="1"/>
          </p:cNvSpPr>
          <p:nvPr>
            <p:ph type="sldNum" sz="quarter" idx="12"/>
          </p:nvPr>
        </p:nvSpPr>
        <p:spPr/>
        <p:txBody>
          <a:bodyPr/>
          <a:lstStyle/>
          <a:p>
            <a:fld id="{372769DB-CAE7-4C85-A9AF-7D4D8DE4CA22}" type="slidenum">
              <a:rPr lang="en-GB" smtClean="0"/>
              <a:t>43</a:t>
            </a:fld>
            <a:endParaRPr lang="en-GB" dirty="0"/>
          </a:p>
        </p:txBody>
      </p:sp>
      <p:sp>
        <p:nvSpPr>
          <p:cNvPr id="10" name="Oval 9">
            <a:extLst>
              <a:ext uri="{FF2B5EF4-FFF2-40B4-BE49-F238E27FC236}">
                <a16:creationId xmlns:a16="http://schemas.microsoft.com/office/drawing/2014/main" id="{17BE3B3C-BC10-3E35-ED27-6C20BC2BA77F}"/>
              </a:ext>
            </a:extLst>
          </p:cNvPr>
          <p:cNvSpPr/>
          <p:nvPr/>
        </p:nvSpPr>
        <p:spPr>
          <a:xfrm>
            <a:off x="7912033" y="3274575"/>
            <a:ext cx="2791838" cy="2479125"/>
          </a:xfrm>
          <a:prstGeom prst="ellipse">
            <a:avLst/>
          </a:prstGeom>
          <a:solidFill>
            <a:srgbClr val="00B0F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Gill Sans MT" panose="020B0502020104020203" pitchFamily="34" charset="0"/>
              </a:rPr>
              <a:t>Content </a:t>
            </a:r>
          </a:p>
          <a:p>
            <a:pPr algn="ctr"/>
            <a:r>
              <a:rPr lang="en-GB" b="1" dirty="0">
                <a:solidFill>
                  <a:schemeClr val="tx1"/>
                </a:solidFill>
                <a:latin typeface="Gill Sans MT" panose="020B0502020104020203" pitchFamily="34" charset="0"/>
              </a:rPr>
              <a:t>analysis</a:t>
            </a:r>
          </a:p>
        </p:txBody>
      </p:sp>
      <p:sp>
        <p:nvSpPr>
          <p:cNvPr id="11" name="Oval 10">
            <a:extLst>
              <a:ext uri="{FF2B5EF4-FFF2-40B4-BE49-F238E27FC236}">
                <a16:creationId xmlns:a16="http://schemas.microsoft.com/office/drawing/2014/main" id="{03CA5DB2-032B-2E0E-9AA8-DF71D9818AA2}"/>
              </a:ext>
            </a:extLst>
          </p:cNvPr>
          <p:cNvSpPr/>
          <p:nvPr/>
        </p:nvSpPr>
        <p:spPr>
          <a:xfrm>
            <a:off x="6599812" y="2009274"/>
            <a:ext cx="2481364" cy="2322214"/>
          </a:xfrm>
          <a:prstGeom prst="ellipse">
            <a:avLst/>
          </a:prstGeom>
          <a:solidFill>
            <a:srgbClr val="92D05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Gill Sans MT" panose="020B0502020104020203" pitchFamily="34" charset="0"/>
              </a:rPr>
              <a:t>Discourse analysis</a:t>
            </a:r>
          </a:p>
        </p:txBody>
      </p:sp>
      <p:sp>
        <p:nvSpPr>
          <p:cNvPr id="12" name="Oval 11">
            <a:extLst>
              <a:ext uri="{FF2B5EF4-FFF2-40B4-BE49-F238E27FC236}">
                <a16:creationId xmlns:a16="http://schemas.microsoft.com/office/drawing/2014/main" id="{68B76F64-2F19-443E-70BA-940ED40EE13A}"/>
              </a:ext>
            </a:extLst>
          </p:cNvPr>
          <p:cNvSpPr/>
          <p:nvPr/>
        </p:nvSpPr>
        <p:spPr>
          <a:xfrm>
            <a:off x="9534728" y="2009275"/>
            <a:ext cx="2657272" cy="2322213"/>
          </a:xfrm>
          <a:prstGeom prst="ellipse">
            <a:avLst/>
          </a:prstGeom>
          <a:solidFill>
            <a:srgbClr val="E76254">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latin typeface="Gill Sans MT" panose="020B0502020104020203" pitchFamily="34" charset="0"/>
              </a:rPr>
              <a:t>Computational text analysis</a:t>
            </a:r>
          </a:p>
        </p:txBody>
      </p:sp>
    </p:spTree>
    <p:extLst>
      <p:ext uri="{BB962C8B-B14F-4D97-AF65-F5344CB8AC3E}">
        <p14:creationId xmlns:p14="http://schemas.microsoft.com/office/powerpoint/2010/main" val="3320914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D87A74-198C-0E66-352D-EBB3E63E5D23}"/>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Discourse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660197" y="1341028"/>
            <a:ext cx="10970149" cy="4351338"/>
          </a:xfrm>
        </p:spPr>
        <p:txBody>
          <a:bodyPr>
            <a:noAutofit/>
          </a:bodyPr>
          <a:lstStyle/>
          <a:p>
            <a:pPr marL="342900" lvl="0" indent="-342900">
              <a:lnSpc>
                <a:spcPct val="107000"/>
              </a:lnSpc>
              <a:buFont typeface="Symbol" panose="05050102010706020507" pitchFamily="18" charset="2"/>
              <a:buChar char=""/>
            </a:pPr>
            <a:r>
              <a:rPr lang="en-US" sz="3600" b="1" i="0" dirty="0">
                <a:effectLst/>
              </a:rPr>
              <a:t>Discourse</a:t>
            </a:r>
            <a:r>
              <a:rPr lang="en-US" sz="3600" b="0" i="0" dirty="0">
                <a:effectLst/>
              </a:rPr>
              <a:t> as the words, texts, images, </a:t>
            </a:r>
            <a:r>
              <a:rPr lang="en-US" sz="3600" b="0" i="0" dirty="0" err="1">
                <a:effectLst/>
              </a:rPr>
              <a:t>behaviours</a:t>
            </a:r>
            <a:r>
              <a:rPr lang="en-US" sz="3600" b="0" i="0" dirty="0">
                <a:effectLst/>
              </a:rPr>
              <a:t> and actions that </a:t>
            </a:r>
            <a:r>
              <a:rPr lang="en-US" sz="3600" b="1" i="0" dirty="0">
                <a:effectLst/>
              </a:rPr>
              <a:t>shape how we experience the world</a:t>
            </a:r>
            <a:endParaRPr lang="en-GB" sz="3600" b="1" kern="100" dirty="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GB" sz="3600" kern="100" dirty="0">
                <a:effectLst/>
                <a:ea typeface="Calibri" panose="020F0502020204030204" pitchFamily="34" charset="0"/>
                <a:cs typeface="Times New Roman" panose="02020603050405020304" pitchFamily="18" charset="0"/>
              </a:rPr>
              <a:t>Analysing the relationship between </a:t>
            </a:r>
            <a:r>
              <a:rPr lang="en-GB" sz="3600" b="1" kern="100" dirty="0">
                <a:effectLst/>
                <a:ea typeface="Calibri" panose="020F0502020204030204" pitchFamily="34" charset="0"/>
                <a:cs typeface="Times New Roman" panose="02020603050405020304" pitchFamily="18" charset="0"/>
              </a:rPr>
              <a:t>discourse and reality </a:t>
            </a:r>
            <a:r>
              <a:rPr lang="en-GB" sz="3600" kern="100" dirty="0">
                <a:effectLst/>
                <a:ea typeface="Calibri" panose="020F0502020204030204" pitchFamily="34" charset="0"/>
                <a:cs typeface="Times New Roman" panose="02020603050405020304" pitchFamily="18" charset="0"/>
              </a:rPr>
              <a:t>in a particular </a:t>
            </a:r>
            <a:r>
              <a:rPr lang="en-GB" sz="3600" b="1" kern="100" dirty="0">
                <a:effectLst/>
                <a:ea typeface="Calibri" panose="020F0502020204030204" pitchFamily="34" charset="0"/>
                <a:cs typeface="Times New Roman" panose="02020603050405020304" pitchFamily="18" charset="0"/>
              </a:rPr>
              <a:t>context</a:t>
            </a:r>
          </a:p>
          <a:p>
            <a:pPr marL="457200" lvl="1" indent="0">
              <a:buNone/>
            </a:pPr>
            <a:endParaRPr lang="en-GB" sz="3600"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44</a:t>
            </a:fld>
            <a:endParaRPr lang="en-GB" dirty="0"/>
          </a:p>
        </p:txBody>
      </p:sp>
      <p:sp>
        <p:nvSpPr>
          <p:cNvPr id="6" name="Content Placeholder 2">
            <a:extLst>
              <a:ext uri="{FF2B5EF4-FFF2-40B4-BE49-F238E27FC236}">
                <a16:creationId xmlns:a16="http://schemas.microsoft.com/office/drawing/2014/main" id="{8BC46A45-0CC9-9B3C-1978-084F852B53FA}"/>
              </a:ext>
            </a:extLst>
          </p:cNvPr>
          <p:cNvSpPr txBox="1">
            <a:spLocks/>
          </p:cNvSpPr>
          <p:nvPr/>
        </p:nvSpPr>
        <p:spPr>
          <a:xfrm>
            <a:off x="252918" y="4386025"/>
            <a:ext cx="11839765" cy="19774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7000"/>
              </a:lnSpc>
              <a:buNone/>
            </a:pPr>
            <a:r>
              <a:rPr lang="en-GB" sz="3200" b="1" kern="100" dirty="0">
                <a:effectLst/>
                <a:ea typeface="Calibri" panose="020F0502020204030204" pitchFamily="34" charset="0"/>
                <a:cs typeface="Times New Roman" panose="02020603050405020304" pitchFamily="18" charset="0"/>
              </a:rPr>
              <a:t>Post-structuralist discourse theory</a:t>
            </a:r>
          </a:p>
          <a:p>
            <a:pPr>
              <a:lnSpc>
                <a:spcPct val="107000"/>
              </a:lnSpc>
            </a:pPr>
            <a:r>
              <a:rPr lang="en-GB" sz="3200" kern="100" dirty="0">
                <a:effectLst/>
                <a:ea typeface="Calibri" panose="020F0502020204030204" pitchFamily="34" charset="0"/>
                <a:cs typeface="Times New Roman" panose="02020603050405020304" pitchFamily="18" charset="0"/>
              </a:rPr>
              <a:t>The way people talk about the world reflects not some objective truth, but the success of particular ways of thinking and seeing</a:t>
            </a:r>
          </a:p>
        </p:txBody>
      </p:sp>
    </p:spTree>
    <p:extLst>
      <p:ext uri="{BB962C8B-B14F-4D97-AF65-F5344CB8AC3E}">
        <p14:creationId xmlns:p14="http://schemas.microsoft.com/office/powerpoint/2010/main" val="34477483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E8A72F-B10C-979F-C18A-80E906DD473B}"/>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Discourse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660197" y="1341028"/>
            <a:ext cx="11031794" cy="4351338"/>
          </a:xfrm>
        </p:spPr>
        <p:txBody>
          <a:bodyPr>
            <a:noAutofit/>
          </a:bodyPr>
          <a:lstStyle/>
          <a:p>
            <a:pPr marL="457200" lvl="1" indent="0">
              <a:buNone/>
            </a:pPr>
            <a:r>
              <a:rPr lang="en-US" sz="3600" b="1" dirty="0"/>
              <a:t>The study of language use in context</a:t>
            </a:r>
            <a:endParaRPr lang="en-GB" sz="3600" b="1" dirty="0"/>
          </a:p>
          <a:p>
            <a:pPr marL="457200" lvl="1" indent="0">
              <a:buNone/>
            </a:pPr>
            <a:endParaRPr lang="en-GB" sz="3600" b="1" dirty="0"/>
          </a:p>
          <a:p>
            <a:pPr marL="457200" lvl="1" indent="0">
              <a:buNone/>
            </a:pPr>
            <a:r>
              <a:rPr lang="en-GB" sz="3600" b="1" dirty="0"/>
              <a:t>Broad context</a:t>
            </a:r>
          </a:p>
          <a:p>
            <a:pPr lvl="1"/>
            <a:r>
              <a:rPr lang="en-US" sz="3600" dirty="0"/>
              <a:t>Cultural norms and assumptions, knowledge, beliefs</a:t>
            </a:r>
          </a:p>
          <a:p>
            <a:pPr lvl="1"/>
            <a:endParaRPr lang="en-GB" sz="3600" dirty="0"/>
          </a:p>
          <a:p>
            <a:pPr marL="457200" lvl="1" indent="0">
              <a:buNone/>
            </a:pPr>
            <a:r>
              <a:rPr lang="en-GB" sz="3600" b="1" dirty="0"/>
              <a:t>Local context</a:t>
            </a:r>
          </a:p>
          <a:p>
            <a:pPr lvl="1"/>
            <a:r>
              <a:rPr lang="en-GB" sz="3600" dirty="0"/>
              <a:t> I</a:t>
            </a:r>
            <a:r>
              <a:rPr lang="en-US" sz="3600" dirty="0" err="1"/>
              <a:t>mmediate</a:t>
            </a:r>
            <a:r>
              <a:rPr lang="en-US" sz="3600" dirty="0"/>
              <a:t> situation, source and intended audience</a:t>
            </a:r>
            <a:endParaRPr lang="en-GB" sz="3600"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45</a:t>
            </a:fld>
            <a:endParaRPr lang="en-GB" dirty="0"/>
          </a:p>
        </p:txBody>
      </p:sp>
    </p:spTree>
    <p:extLst>
      <p:ext uri="{BB962C8B-B14F-4D97-AF65-F5344CB8AC3E}">
        <p14:creationId xmlns:p14="http://schemas.microsoft.com/office/powerpoint/2010/main" val="8875543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00BF6-F6E4-AD13-BAD3-A1ACF8EBEC83}"/>
              </a:ext>
            </a:extLst>
          </p:cNvPr>
          <p:cNvSpPr>
            <a:spLocks noGrp="1"/>
          </p:cNvSpPr>
          <p:nvPr>
            <p:ph type="sldNum" sz="quarter" idx="12"/>
          </p:nvPr>
        </p:nvSpPr>
        <p:spPr/>
        <p:txBody>
          <a:bodyPr/>
          <a:lstStyle/>
          <a:p>
            <a:fld id="{372769DB-CAE7-4C85-A9AF-7D4D8DE4CA22}" type="slidenum">
              <a:rPr lang="en-GB" smtClean="0"/>
              <a:t>46</a:t>
            </a:fld>
            <a:endParaRPr lang="en-GB" dirty="0"/>
          </a:p>
        </p:txBody>
      </p:sp>
      <p:sp>
        <p:nvSpPr>
          <p:cNvPr id="3" name="Rectangle: Rounded Corners 2">
            <a:extLst>
              <a:ext uri="{FF2B5EF4-FFF2-40B4-BE49-F238E27FC236}">
                <a16:creationId xmlns:a16="http://schemas.microsoft.com/office/drawing/2014/main" id="{CEBEAD49-F0C6-BFDE-69C5-46D67BD5C7A3}"/>
              </a:ext>
            </a:extLst>
          </p:cNvPr>
          <p:cNvSpPr/>
          <p:nvPr/>
        </p:nvSpPr>
        <p:spPr>
          <a:xfrm>
            <a:off x="909263" y="369870"/>
            <a:ext cx="10690261" cy="6169041"/>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Rounded Corners 3">
            <a:extLst>
              <a:ext uri="{FF2B5EF4-FFF2-40B4-BE49-F238E27FC236}">
                <a16:creationId xmlns:a16="http://schemas.microsoft.com/office/drawing/2014/main" id="{C5575A57-15AD-2424-099E-8CC33386A0E0}"/>
              </a:ext>
            </a:extLst>
          </p:cNvPr>
          <p:cNvSpPr/>
          <p:nvPr/>
        </p:nvSpPr>
        <p:spPr>
          <a:xfrm>
            <a:off x="2229492" y="1722367"/>
            <a:ext cx="8081481" cy="409239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9F529DB9-D0A7-A5B2-6704-88B3B82DC1D7}"/>
              </a:ext>
            </a:extLst>
          </p:cNvPr>
          <p:cNvSpPr/>
          <p:nvPr/>
        </p:nvSpPr>
        <p:spPr>
          <a:xfrm>
            <a:off x="3318125" y="3160965"/>
            <a:ext cx="5950450" cy="2422989"/>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A2973E43-E62E-E441-7AB9-FDEC484C146F}"/>
              </a:ext>
            </a:extLst>
          </p:cNvPr>
          <p:cNvSpPr txBox="1"/>
          <p:nvPr/>
        </p:nvSpPr>
        <p:spPr>
          <a:xfrm>
            <a:off x="5267690" y="501407"/>
            <a:ext cx="2301412" cy="707886"/>
          </a:xfrm>
          <a:prstGeom prst="rect">
            <a:avLst/>
          </a:prstGeom>
          <a:noFill/>
        </p:spPr>
        <p:txBody>
          <a:bodyPr wrap="square" rtlCol="0">
            <a:spAutoFit/>
          </a:bodyPr>
          <a:lstStyle/>
          <a:p>
            <a:r>
              <a:rPr lang="en-US" sz="4000" b="1" dirty="0">
                <a:solidFill>
                  <a:schemeClr val="bg1"/>
                </a:solidFill>
                <a:latin typeface="Gill Sans MT" panose="020B0502020104020203" pitchFamily="34" charset="0"/>
              </a:rPr>
              <a:t>Context</a:t>
            </a:r>
            <a:endParaRPr lang="en-GB" sz="4000" b="1" dirty="0">
              <a:solidFill>
                <a:schemeClr val="bg1"/>
              </a:solidFill>
              <a:latin typeface="Gill Sans MT" panose="020B0502020104020203" pitchFamily="34" charset="0"/>
            </a:endParaRPr>
          </a:p>
        </p:txBody>
      </p:sp>
      <p:sp>
        <p:nvSpPr>
          <p:cNvPr id="7" name="TextBox 6">
            <a:extLst>
              <a:ext uri="{FF2B5EF4-FFF2-40B4-BE49-F238E27FC236}">
                <a16:creationId xmlns:a16="http://schemas.microsoft.com/office/drawing/2014/main" id="{7FC1CE39-6565-9978-271F-FD47E7EE9031}"/>
              </a:ext>
            </a:extLst>
          </p:cNvPr>
          <p:cNvSpPr txBox="1"/>
          <p:nvPr/>
        </p:nvSpPr>
        <p:spPr>
          <a:xfrm>
            <a:off x="3818178" y="1864420"/>
            <a:ext cx="5200437" cy="707886"/>
          </a:xfrm>
          <a:prstGeom prst="rect">
            <a:avLst/>
          </a:prstGeom>
          <a:noFill/>
        </p:spPr>
        <p:txBody>
          <a:bodyPr wrap="square" rtlCol="0">
            <a:spAutoFit/>
          </a:bodyPr>
          <a:lstStyle/>
          <a:p>
            <a:r>
              <a:rPr lang="en-US" sz="4000" b="1" dirty="0">
                <a:latin typeface="Gill Sans MT" panose="020B0502020104020203" pitchFamily="34" charset="0"/>
              </a:rPr>
              <a:t>Discursive Practices</a:t>
            </a:r>
            <a:endParaRPr lang="en-GB" sz="4000" b="1" dirty="0">
              <a:latin typeface="Gill Sans MT" panose="020B0502020104020203" pitchFamily="34" charset="0"/>
            </a:endParaRPr>
          </a:p>
        </p:txBody>
      </p:sp>
      <p:sp>
        <p:nvSpPr>
          <p:cNvPr id="8" name="TextBox 7">
            <a:extLst>
              <a:ext uri="{FF2B5EF4-FFF2-40B4-BE49-F238E27FC236}">
                <a16:creationId xmlns:a16="http://schemas.microsoft.com/office/drawing/2014/main" id="{18A284EF-39CF-6B03-A624-63BA2A776661}"/>
              </a:ext>
            </a:extLst>
          </p:cNvPr>
          <p:cNvSpPr txBox="1"/>
          <p:nvPr/>
        </p:nvSpPr>
        <p:spPr>
          <a:xfrm>
            <a:off x="4651623" y="3768566"/>
            <a:ext cx="3237217" cy="707886"/>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Texts</a:t>
            </a:r>
            <a:endParaRPr lang="en-GB" sz="4000" b="1"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val="8099568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00BF6-F6E4-AD13-BAD3-A1ACF8EBEC83}"/>
              </a:ext>
            </a:extLst>
          </p:cNvPr>
          <p:cNvSpPr>
            <a:spLocks noGrp="1"/>
          </p:cNvSpPr>
          <p:nvPr>
            <p:ph type="sldNum" sz="quarter" idx="12"/>
          </p:nvPr>
        </p:nvSpPr>
        <p:spPr/>
        <p:txBody>
          <a:bodyPr/>
          <a:lstStyle/>
          <a:p>
            <a:fld id="{372769DB-CAE7-4C85-A9AF-7D4D8DE4CA22}" type="slidenum">
              <a:rPr lang="en-GB" smtClean="0"/>
              <a:t>47</a:t>
            </a:fld>
            <a:endParaRPr lang="en-GB" dirty="0"/>
          </a:p>
        </p:txBody>
      </p:sp>
      <p:sp>
        <p:nvSpPr>
          <p:cNvPr id="3" name="Rectangle: Rounded Corners 2">
            <a:extLst>
              <a:ext uri="{FF2B5EF4-FFF2-40B4-BE49-F238E27FC236}">
                <a16:creationId xmlns:a16="http://schemas.microsoft.com/office/drawing/2014/main" id="{CEBEAD49-F0C6-BFDE-69C5-46D67BD5C7A3}"/>
              </a:ext>
            </a:extLst>
          </p:cNvPr>
          <p:cNvSpPr/>
          <p:nvPr/>
        </p:nvSpPr>
        <p:spPr>
          <a:xfrm>
            <a:off x="909263" y="369870"/>
            <a:ext cx="10690261" cy="6169041"/>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Rounded Corners 3">
            <a:extLst>
              <a:ext uri="{FF2B5EF4-FFF2-40B4-BE49-F238E27FC236}">
                <a16:creationId xmlns:a16="http://schemas.microsoft.com/office/drawing/2014/main" id="{C5575A57-15AD-2424-099E-8CC33386A0E0}"/>
              </a:ext>
            </a:extLst>
          </p:cNvPr>
          <p:cNvSpPr/>
          <p:nvPr/>
        </p:nvSpPr>
        <p:spPr>
          <a:xfrm>
            <a:off x="2229492" y="1722367"/>
            <a:ext cx="8081481" cy="409239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9F529DB9-D0A7-A5B2-6704-88B3B82DC1D7}"/>
              </a:ext>
            </a:extLst>
          </p:cNvPr>
          <p:cNvSpPr/>
          <p:nvPr/>
        </p:nvSpPr>
        <p:spPr>
          <a:xfrm>
            <a:off x="3279167" y="3175220"/>
            <a:ext cx="5950450" cy="2422989"/>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A2973E43-E62E-E441-7AB9-FDEC484C146F}"/>
              </a:ext>
            </a:extLst>
          </p:cNvPr>
          <p:cNvSpPr txBox="1"/>
          <p:nvPr/>
        </p:nvSpPr>
        <p:spPr>
          <a:xfrm>
            <a:off x="2748426" y="731565"/>
            <a:ext cx="7652063" cy="707886"/>
          </a:xfrm>
          <a:prstGeom prst="rect">
            <a:avLst/>
          </a:prstGeom>
          <a:noFill/>
        </p:spPr>
        <p:txBody>
          <a:bodyPr wrap="square" rtlCol="0">
            <a:spAutoFit/>
          </a:bodyPr>
          <a:lstStyle/>
          <a:p>
            <a:r>
              <a:rPr lang="en-US" sz="4000" b="1" dirty="0">
                <a:solidFill>
                  <a:schemeClr val="bg1"/>
                </a:solidFill>
                <a:latin typeface="Gill Sans MT" panose="020B0502020104020203" pitchFamily="34" charset="0"/>
              </a:rPr>
              <a:t>Context: Existence of racism</a:t>
            </a:r>
            <a:endParaRPr lang="en-GB" sz="4000" b="1" dirty="0">
              <a:solidFill>
                <a:schemeClr val="bg1"/>
              </a:solidFill>
              <a:latin typeface="Gill Sans MT" panose="020B0502020104020203" pitchFamily="34" charset="0"/>
            </a:endParaRPr>
          </a:p>
        </p:txBody>
      </p:sp>
      <p:sp>
        <p:nvSpPr>
          <p:cNvPr id="7" name="TextBox 6">
            <a:extLst>
              <a:ext uri="{FF2B5EF4-FFF2-40B4-BE49-F238E27FC236}">
                <a16:creationId xmlns:a16="http://schemas.microsoft.com/office/drawing/2014/main" id="{7FC1CE39-6565-9978-271F-FD47E7EE9031}"/>
              </a:ext>
            </a:extLst>
          </p:cNvPr>
          <p:cNvSpPr txBox="1"/>
          <p:nvPr/>
        </p:nvSpPr>
        <p:spPr>
          <a:xfrm>
            <a:off x="3318123" y="1792328"/>
            <a:ext cx="5950451" cy="1200329"/>
          </a:xfrm>
          <a:prstGeom prst="rect">
            <a:avLst/>
          </a:prstGeom>
          <a:noFill/>
        </p:spPr>
        <p:txBody>
          <a:bodyPr wrap="square" rtlCol="0">
            <a:spAutoFit/>
          </a:bodyPr>
          <a:lstStyle/>
          <a:p>
            <a:pPr algn="ctr"/>
            <a:r>
              <a:rPr lang="en-US" sz="3600" b="1" dirty="0">
                <a:latin typeface="Gill Sans MT" panose="020B0502020104020203" pitchFamily="34" charset="0"/>
              </a:rPr>
              <a:t>Discursive Practices: Pressures on journalists</a:t>
            </a:r>
            <a:endParaRPr lang="en-GB" sz="3600" b="1" dirty="0">
              <a:latin typeface="Gill Sans MT" panose="020B0502020104020203" pitchFamily="34" charset="0"/>
            </a:endParaRPr>
          </a:p>
        </p:txBody>
      </p:sp>
      <p:sp>
        <p:nvSpPr>
          <p:cNvPr id="8" name="TextBox 7">
            <a:extLst>
              <a:ext uri="{FF2B5EF4-FFF2-40B4-BE49-F238E27FC236}">
                <a16:creationId xmlns:a16="http://schemas.microsoft.com/office/drawing/2014/main" id="{18A284EF-39CF-6B03-A624-63BA2A776661}"/>
              </a:ext>
            </a:extLst>
          </p:cNvPr>
          <p:cNvSpPr txBox="1"/>
          <p:nvPr/>
        </p:nvSpPr>
        <p:spPr>
          <a:xfrm>
            <a:off x="4674739" y="3410725"/>
            <a:ext cx="3237217" cy="1323439"/>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Texts: Newspapers</a:t>
            </a:r>
            <a:endParaRPr lang="en-GB" sz="4000" b="1"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val="2196853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F00BF6-F6E4-AD13-BAD3-A1ACF8EBEC83}"/>
              </a:ext>
            </a:extLst>
          </p:cNvPr>
          <p:cNvSpPr>
            <a:spLocks noGrp="1"/>
          </p:cNvSpPr>
          <p:nvPr>
            <p:ph type="sldNum" sz="quarter" idx="12"/>
          </p:nvPr>
        </p:nvSpPr>
        <p:spPr/>
        <p:txBody>
          <a:bodyPr/>
          <a:lstStyle/>
          <a:p>
            <a:fld id="{372769DB-CAE7-4C85-A9AF-7D4D8DE4CA22}" type="slidenum">
              <a:rPr lang="en-GB" smtClean="0"/>
              <a:t>48</a:t>
            </a:fld>
            <a:endParaRPr lang="en-GB" dirty="0"/>
          </a:p>
        </p:txBody>
      </p:sp>
      <p:sp>
        <p:nvSpPr>
          <p:cNvPr id="3" name="Rectangle: Rounded Corners 2">
            <a:extLst>
              <a:ext uri="{FF2B5EF4-FFF2-40B4-BE49-F238E27FC236}">
                <a16:creationId xmlns:a16="http://schemas.microsoft.com/office/drawing/2014/main" id="{CEBEAD49-F0C6-BFDE-69C5-46D67BD5C7A3}"/>
              </a:ext>
            </a:extLst>
          </p:cNvPr>
          <p:cNvSpPr/>
          <p:nvPr/>
        </p:nvSpPr>
        <p:spPr>
          <a:xfrm>
            <a:off x="909263" y="369870"/>
            <a:ext cx="10690261" cy="6169041"/>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Rounded Corners 3">
            <a:extLst>
              <a:ext uri="{FF2B5EF4-FFF2-40B4-BE49-F238E27FC236}">
                <a16:creationId xmlns:a16="http://schemas.microsoft.com/office/drawing/2014/main" id="{C5575A57-15AD-2424-099E-8CC33386A0E0}"/>
              </a:ext>
            </a:extLst>
          </p:cNvPr>
          <p:cNvSpPr/>
          <p:nvPr/>
        </p:nvSpPr>
        <p:spPr>
          <a:xfrm>
            <a:off x="2229492" y="1722367"/>
            <a:ext cx="8081481" cy="4092398"/>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4">
            <a:extLst>
              <a:ext uri="{FF2B5EF4-FFF2-40B4-BE49-F238E27FC236}">
                <a16:creationId xmlns:a16="http://schemas.microsoft.com/office/drawing/2014/main" id="{9F529DB9-D0A7-A5B2-6704-88B3B82DC1D7}"/>
              </a:ext>
            </a:extLst>
          </p:cNvPr>
          <p:cNvSpPr/>
          <p:nvPr/>
        </p:nvSpPr>
        <p:spPr>
          <a:xfrm>
            <a:off x="3279167" y="3175220"/>
            <a:ext cx="5950450" cy="2422989"/>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A2973E43-E62E-E441-7AB9-FDEC484C146F}"/>
              </a:ext>
            </a:extLst>
          </p:cNvPr>
          <p:cNvSpPr txBox="1"/>
          <p:nvPr/>
        </p:nvSpPr>
        <p:spPr>
          <a:xfrm>
            <a:off x="1296492" y="463635"/>
            <a:ext cx="10303032" cy="1323439"/>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Context: Government policy, economy, social norms</a:t>
            </a:r>
            <a:endParaRPr lang="en-GB" sz="4000" b="1" dirty="0">
              <a:solidFill>
                <a:schemeClr val="bg1"/>
              </a:solidFill>
              <a:latin typeface="Gill Sans MT" panose="020B0502020104020203" pitchFamily="34" charset="0"/>
            </a:endParaRPr>
          </a:p>
        </p:txBody>
      </p:sp>
      <p:sp>
        <p:nvSpPr>
          <p:cNvPr id="7" name="TextBox 6">
            <a:extLst>
              <a:ext uri="{FF2B5EF4-FFF2-40B4-BE49-F238E27FC236}">
                <a16:creationId xmlns:a16="http://schemas.microsoft.com/office/drawing/2014/main" id="{7FC1CE39-6565-9978-271F-FD47E7EE9031}"/>
              </a:ext>
            </a:extLst>
          </p:cNvPr>
          <p:cNvSpPr txBox="1"/>
          <p:nvPr/>
        </p:nvSpPr>
        <p:spPr>
          <a:xfrm>
            <a:off x="3318123" y="1792328"/>
            <a:ext cx="5950451" cy="1200329"/>
          </a:xfrm>
          <a:prstGeom prst="rect">
            <a:avLst/>
          </a:prstGeom>
          <a:noFill/>
        </p:spPr>
        <p:txBody>
          <a:bodyPr wrap="square" rtlCol="0">
            <a:spAutoFit/>
          </a:bodyPr>
          <a:lstStyle/>
          <a:p>
            <a:pPr algn="ctr"/>
            <a:r>
              <a:rPr lang="en-US" sz="3600" b="1" dirty="0">
                <a:latin typeface="Gill Sans MT" panose="020B0502020104020203" pitchFamily="34" charset="0"/>
              </a:rPr>
              <a:t>Discursive Practices: Pressures on Universities</a:t>
            </a:r>
            <a:endParaRPr lang="en-GB" sz="3600" b="1" dirty="0">
              <a:latin typeface="Gill Sans MT" panose="020B0502020104020203" pitchFamily="34" charset="0"/>
            </a:endParaRPr>
          </a:p>
        </p:txBody>
      </p:sp>
      <p:sp>
        <p:nvSpPr>
          <p:cNvPr id="8" name="TextBox 7">
            <a:extLst>
              <a:ext uri="{FF2B5EF4-FFF2-40B4-BE49-F238E27FC236}">
                <a16:creationId xmlns:a16="http://schemas.microsoft.com/office/drawing/2014/main" id="{18A284EF-39CF-6B03-A624-63BA2A776661}"/>
              </a:ext>
            </a:extLst>
          </p:cNvPr>
          <p:cNvSpPr txBox="1"/>
          <p:nvPr/>
        </p:nvSpPr>
        <p:spPr>
          <a:xfrm>
            <a:off x="4674739" y="3410725"/>
            <a:ext cx="3237217" cy="1323439"/>
          </a:xfrm>
          <a:prstGeom prst="rect">
            <a:avLst/>
          </a:prstGeom>
          <a:noFill/>
        </p:spPr>
        <p:txBody>
          <a:bodyPr wrap="square" rtlCol="0">
            <a:spAutoFit/>
          </a:bodyPr>
          <a:lstStyle/>
          <a:p>
            <a:pPr algn="ctr"/>
            <a:r>
              <a:rPr lang="en-US" sz="4000" b="1" dirty="0">
                <a:solidFill>
                  <a:schemeClr val="bg1"/>
                </a:solidFill>
                <a:latin typeface="Gill Sans MT" panose="020B0502020104020203" pitchFamily="34" charset="0"/>
              </a:rPr>
              <a:t>Texts: Course lists</a:t>
            </a:r>
            <a:endParaRPr lang="en-GB" sz="4000" b="1"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val="1804964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E8A72F-B10C-979F-C18A-80E906DD473B}"/>
              </a:ext>
            </a:extLst>
          </p:cNvPr>
          <p:cNvSpPr/>
          <p:nvPr/>
        </p:nvSpPr>
        <p:spPr>
          <a:xfrm>
            <a:off x="0" y="0"/>
            <a:ext cx="12192000" cy="1154096"/>
          </a:xfrm>
          <a:prstGeom prst="rect">
            <a:avLst/>
          </a:prstGeom>
          <a:solidFill>
            <a:srgbClr val="01A08A"/>
          </a:solidFill>
          <a:ln>
            <a:solidFill>
              <a:srgbClr val="01A0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Discourse analysis</a:t>
            </a:r>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49</a:t>
            </a:fld>
            <a:endParaRPr lang="en-GB" dirty="0"/>
          </a:p>
        </p:txBody>
      </p:sp>
      <p:sp>
        <p:nvSpPr>
          <p:cNvPr id="9" name="Content Placeholder 2">
            <a:extLst>
              <a:ext uri="{FF2B5EF4-FFF2-40B4-BE49-F238E27FC236}">
                <a16:creationId xmlns:a16="http://schemas.microsoft.com/office/drawing/2014/main" id="{73B95F71-109D-9DA2-69EA-CC3888E14336}"/>
              </a:ext>
            </a:extLst>
          </p:cNvPr>
          <p:cNvSpPr txBox="1">
            <a:spLocks/>
          </p:cNvSpPr>
          <p:nvPr/>
        </p:nvSpPr>
        <p:spPr>
          <a:xfrm>
            <a:off x="838200" y="1825625"/>
            <a:ext cx="56337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dirty="0"/>
              <a:t>Advantages</a:t>
            </a:r>
          </a:p>
          <a:p>
            <a:r>
              <a:rPr lang="en-GB" dirty="0"/>
              <a:t>How language shapes meaning</a:t>
            </a:r>
          </a:p>
          <a:p>
            <a:r>
              <a:rPr lang="en-GB" dirty="0"/>
              <a:t>Context beyond text</a:t>
            </a:r>
          </a:p>
          <a:p>
            <a:r>
              <a:rPr lang="en-GB" dirty="0"/>
              <a:t>Social structures that produce texts</a:t>
            </a:r>
          </a:p>
        </p:txBody>
      </p:sp>
      <p:sp>
        <p:nvSpPr>
          <p:cNvPr id="10" name="Content Placeholder 2">
            <a:extLst>
              <a:ext uri="{FF2B5EF4-FFF2-40B4-BE49-F238E27FC236}">
                <a16:creationId xmlns:a16="http://schemas.microsoft.com/office/drawing/2014/main" id="{2C6001AF-8C8A-89CD-16E9-E3CF91DB660C}"/>
              </a:ext>
            </a:extLst>
          </p:cNvPr>
          <p:cNvSpPr>
            <a:spLocks noGrp="1"/>
          </p:cNvSpPr>
          <p:nvPr>
            <p:ph idx="1"/>
          </p:nvPr>
        </p:nvSpPr>
        <p:spPr>
          <a:xfrm>
            <a:off x="6471920" y="1825625"/>
            <a:ext cx="5633720" cy="4351338"/>
          </a:xfrm>
        </p:spPr>
        <p:txBody>
          <a:bodyPr/>
          <a:lstStyle/>
          <a:p>
            <a:pPr marL="0" indent="0">
              <a:buNone/>
            </a:pPr>
            <a:r>
              <a:rPr lang="en-GB" b="1" dirty="0"/>
              <a:t>Limitations</a:t>
            </a:r>
          </a:p>
          <a:p>
            <a:r>
              <a:rPr lang="en-GB" dirty="0"/>
              <a:t>Theory &amp; method overlap</a:t>
            </a:r>
          </a:p>
          <a:p>
            <a:r>
              <a:rPr lang="en-GB" dirty="0"/>
              <a:t>Subjective, complexity</a:t>
            </a:r>
          </a:p>
        </p:txBody>
      </p:sp>
    </p:spTree>
    <p:extLst>
      <p:ext uri="{BB962C8B-B14F-4D97-AF65-F5344CB8AC3E}">
        <p14:creationId xmlns:p14="http://schemas.microsoft.com/office/powerpoint/2010/main" val="38930631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FF242-9172-165A-2AD8-6CC6437642CC}"/>
              </a:ext>
            </a:extLst>
          </p:cNvPr>
          <p:cNvSpPr>
            <a:spLocks noGrp="1"/>
          </p:cNvSpPr>
          <p:nvPr>
            <p:ph type="title"/>
          </p:nvPr>
        </p:nvSpPr>
        <p:spPr>
          <a:xfrm>
            <a:off x="1047884" y="1337013"/>
            <a:ext cx="9893031" cy="2626469"/>
          </a:xfrm>
        </p:spPr>
        <p:txBody>
          <a:bodyPr/>
          <a:lstStyle/>
          <a:p>
            <a:r>
              <a:rPr lang="en-GB" dirty="0"/>
              <a:t>Quantitative text analysis</a:t>
            </a:r>
          </a:p>
        </p:txBody>
      </p:sp>
    </p:spTree>
    <p:extLst>
      <p:ext uri="{BB962C8B-B14F-4D97-AF65-F5344CB8AC3E}">
        <p14:creationId xmlns:p14="http://schemas.microsoft.com/office/powerpoint/2010/main" val="30849901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Computational text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6895826" y="1629744"/>
            <a:ext cx="4791419" cy="4351338"/>
          </a:xfrm>
        </p:spPr>
        <p:txBody>
          <a:bodyPr>
            <a:normAutofit/>
          </a:bodyPr>
          <a:lstStyle/>
          <a:p>
            <a:pPr marL="0" indent="0">
              <a:buNone/>
            </a:pPr>
            <a:r>
              <a:rPr lang="en-GB" sz="4800" b="1" dirty="0"/>
              <a:t>Applications</a:t>
            </a:r>
          </a:p>
          <a:p>
            <a:r>
              <a:rPr lang="en-GB" sz="4000" dirty="0"/>
              <a:t>Classification</a:t>
            </a:r>
          </a:p>
          <a:p>
            <a:r>
              <a:rPr lang="en-GB" dirty="0"/>
              <a:t>Clustering</a:t>
            </a:r>
            <a:endParaRPr lang="en-GB" sz="3200" dirty="0"/>
          </a:p>
          <a:p>
            <a:r>
              <a:rPr lang="en-GB" sz="4000" dirty="0"/>
              <a:t>Generative</a:t>
            </a:r>
          </a:p>
          <a:p>
            <a:pPr marL="457200" lvl="1" indent="0">
              <a:buNone/>
            </a:pPr>
            <a:endParaRPr lang="en-GB" dirty="0"/>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51</a:t>
            </a:fld>
            <a:endParaRPr lang="en-GB" dirty="0"/>
          </a:p>
        </p:txBody>
      </p:sp>
      <p:sp>
        <p:nvSpPr>
          <p:cNvPr id="6" name="Content Placeholder 2">
            <a:extLst>
              <a:ext uri="{FF2B5EF4-FFF2-40B4-BE49-F238E27FC236}">
                <a16:creationId xmlns:a16="http://schemas.microsoft.com/office/drawing/2014/main" id="{8BC46A45-0CC9-9B3C-1978-084F852B53FA}"/>
              </a:ext>
            </a:extLst>
          </p:cNvPr>
          <p:cNvSpPr txBox="1">
            <a:spLocks/>
          </p:cNvSpPr>
          <p:nvPr/>
        </p:nvSpPr>
        <p:spPr>
          <a:xfrm>
            <a:off x="990649" y="1629744"/>
            <a:ext cx="518986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4400" b="1" dirty="0"/>
              <a:t>Machine learning</a:t>
            </a:r>
          </a:p>
          <a:p>
            <a:r>
              <a:rPr lang="en-GB" sz="3600" dirty="0"/>
              <a:t>Supervised</a:t>
            </a:r>
          </a:p>
          <a:p>
            <a:r>
              <a:rPr lang="en-GB" sz="3600" dirty="0"/>
              <a:t>Semi-supervised</a:t>
            </a:r>
          </a:p>
          <a:p>
            <a:r>
              <a:rPr lang="en-GB" sz="3600" dirty="0"/>
              <a:t>Unsupervised</a:t>
            </a:r>
          </a:p>
        </p:txBody>
      </p:sp>
      <p:sp>
        <p:nvSpPr>
          <p:cNvPr id="7" name="Content Placeholder 2">
            <a:extLst>
              <a:ext uri="{FF2B5EF4-FFF2-40B4-BE49-F238E27FC236}">
                <a16:creationId xmlns:a16="http://schemas.microsoft.com/office/drawing/2014/main" id="{26C2267B-D87A-C6FF-540C-F81D2D291843}"/>
              </a:ext>
            </a:extLst>
          </p:cNvPr>
          <p:cNvSpPr txBox="1">
            <a:spLocks/>
          </p:cNvSpPr>
          <p:nvPr/>
        </p:nvSpPr>
        <p:spPr>
          <a:xfrm>
            <a:off x="990649" y="4836404"/>
            <a:ext cx="11148610" cy="28603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3600" dirty="0"/>
              <a:t>Positivist</a:t>
            </a:r>
          </a:p>
          <a:p>
            <a:pPr marL="0" indent="0">
              <a:buFont typeface="Arial" panose="020B0604020202020204" pitchFamily="34" charset="0"/>
              <a:buNone/>
            </a:pPr>
            <a:r>
              <a:rPr lang="en-GB" sz="3600" dirty="0"/>
              <a:t>Data science, linguistics, natural language processing</a:t>
            </a:r>
          </a:p>
          <a:p>
            <a:pPr marL="457200" lvl="1" indent="0">
              <a:buFont typeface="Arial" panose="020B0604020202020204" pitchFamily="34" charset="0"/>
              <a:buNone/>
            </a:pPr>
            <a:endParaRPr lang="en-GB" dirty="0"/>
          </a:p>
        </p:txBody>
      </p:sp>
    </p:spTree>
    <p:extLst>
      <p:ext uri="{BB962C8B-B14F-4D97-AF65-F5344CB8AC3E}">
        <p14:creationId xmlns:p14="http://schemas.microsoft.com/office/powerpoint/2010/main" val="9493733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4EEC18-7344-4674-9377-52CCBE7FF261}"/>
              </a:ext>
            </a:extLst>
          </p:cNvPr>
          <p:cNvSpPr>
            <a:spLocks noGrp="1"/>
          </p:cNvSpPr>
          <p:nvPr>
            <p:ph type="sldNum" sz="quarter" idx="12"/>
          </p:nvPr>
        </p:nvSpPr>
        <p:spPr>
          <a:xfrm>
            <a:off x="8610600" y="6356350"/>
            <a:ext cx="2743200" cy="365125"/>
          </a:xfrm>
        </p:spPr>
        <p:txBody>
          <a:bodyPr>
            <a:normAutofit/>
          </a:bodyPr>
          <a:lstStyle/>
          <a:p>
            <a:pPr>
              <a:spcAft>
                <a:spcPts val="600"/>
              </a:spcAft>
            </a:pPr>
            <a:fld id="{372769DB-CAE7-4C85-A9AF-7D4D8DE4CA22}" type="slidenum">
              <a:rPr lang="en-GB" smtClean="0"/>
              <a:pPr>
                <a:spcAft>
                  <a:spcPts val="600"/>
                </a:spcAft>
              </a:pPr>
              <a:t>52</a:t>
            </a:fld>
            <a:endParaRPr lang="en-GB"/>
          </a:p>
        </p:txBody>
      </p:sp>
      <p:sp>
        <p:nvSpPr>
          <p:cNvPr id="10" name="TextBox 9">
            <a:extLst>
              <a:ext uri="{FF2B5EF4-FFF2-40B4-BE49-F238E27FC236}">
                <a16:creationId xmlns:a16="http://schemas.microsoft.com/office/drawing/2014/main" id="{BBD3BBC5-F916-A9C2-FE18-9BE15D5EF992}"/>
              </a:ext>
            </a:extLst>
          </p:cNvPr>
          <p:cNvSpPr txBox="1"/>
          <p:nvPr/>
        </p:nvSpPr>
        <p:spPr>
          <a:xfrm>
            <a:off x="0" y="6535010"/>
            <a:ext cx="9584634" cy="338554"/>
          </a:xfrm>
          <a:prstGeom prst="rect">
            <a:avLst/>
          </a:prstGeom>
          <a:noFill/>
        </p:spPr>
        <p:txBody>
          <a:bodyPr wrap="square">
            <a:spAutoFit/>
          </a:bodyPr>
          <a:lstStyle/>
          <a:p>
            <a:r>
              <a:rPr lang="en-GB" sz="1600" dirty="0">
                <a:solidFill>
                  <a:schemeClr val="bg2">
                    <a:lumMod val="50000"/>
                  </a:schemeClr>
                </a:solidFill>
              </a:rPr>
              <a:t>Source: https://arxiv.org/abs/2402.14875</a:t>
            </a:r>
          </a:p>
        </p:txBody>
      </p:sp>
      <p:pic>
        <p:nvPicPr>
          <p:cNvPr id="6" name="Picture 5" descr="Screenshot of a text prompt example showing labeled segments including &quot;bicycle&quot; as variation, &quot;DaShawn Washington&quot; as name, and &quot;The bicycle is a 2021 Trek Verve 3 Disc.&quot; as context. The prompt requests an estimate for an initial offer in US dollars with instructions to reply only with a number and no additional comments.">
            <a:extLst>
              <a:ext uri="{FF2B5EF4-FFF2-40B4-BE49-F238E27FC236}">
                <a16:creationId xmlns:a16="http://schemas.microsoft.com/office/drawing/2014/main" id="{550D3C80-D1B6-553C-EA2C-66DE35B603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7657" y="3201040"/>
            <a:ext cx="9464860" cy="2545301"/>
          </a:xfrm>
          <a:prstGeom prst="rect">
            <a:avLst/>
          </a:prstGeom>
        </p:spPr>
      </p:pic>
      <p:pic>
        <p:nvPicPr>
          <p:cNvPr id="9" name="Picture 8">
            <a:hlinkClick r:id="rId3"/>
            <a:extLst>
              <a:ext uri="{FF2B5EF4-FFF2-40B4-BE49-F238E27FC236}">
                <a16:creationId xmlns:a16="http://schemas.microsoft.com/office/drawing/2014/main" id="{0F1C3486-B116-038C-A91F-5883029694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56837" y="513284"/>
            <a:ext cx="7706500" cy="2457797"/>
          </a:xfrm>
          <a:prstGeom prst="rect">
            <a:avLst/>
          </a:prstGeom>
        </p:spPr>
      </p:pic>
    </p:spTree>
    <p:extLst>
      <p:ext uri="{BB962C8B-B14F-4D97-AF65-F5344CB8AC3E}">
        <p14:creationId xmlns:p14="http://schemas.microsoft.com/office/powerpoint/2010/main" val="37777594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E52D-3CC8-29B0-60D3-D36D338515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F09D56-ECAA-ECF0-67DF-D35F294A1193}"/>
              </a:ext>
            </a:extLst>
          </p:cNvPr>
          <p:cNvSpPr>
            <a:spLocks noGrp="1"/>
          </p:cNvSpPr>
          <p:nvPr>
            <p:ph type="sldNum" sz="quarter" idx="12"/>
          </p:nvPr>
        </p:nvSpPr>
        <p:spPr>
          <a:xfrm>
            <a:off x="8610600" y="6356350"/>
            <a:ext cx="2743200" cy="365125"/>
          </a:xfrm>
        </p:spPr>
        <p:txBody>
          <a:bodyPr>
            <a:normAutofit/>
          </a:bodyPr>
          <a:lstStyle/>
          <a:p>
            <a:pPr>
              <a:spcAft>
                <a:spcPts val="600"/>
              </a:spcAft>
            </a:pPr>
            <a:fld id="{372769DB-CAE7-4C85-A9AF-7D4D8DE4CA22}" type="slidenum">
              <a:rPr lang="en-GB" smtClean="0"/>
              <a:pPr>
                <a:spcAft>
                  <a:spcPts val="600"/>
                </a:spcAft>
              </a:pPr>
              <a:t>53</a:t>
            </a:fld>
            <a:endParaRPr lang="en-GB"/>
          </a:p>
        </p:txBody>
      </p:sp>
      <p:sp>
        <p:nvSpPr>
          <p:cNvPr id="10" name="TextBox 9">
            <a:extLst>
              <a:ext uri="{FF2B5EF4-FFF2-40B4-BE49-F238E27FC236}">
                <a16:creationId xmlns:a16="http://schemas.microsoft.com/office/drawing/2014/main" id="{819C6FCF-2AE3-2418-359E-B4E719A44500}"/>
              </a:ext>
            </a:extLst>
          </p:cNvPr>
          <p:cNvSpPr txBox="1"/>
          <p:nvPr/>
        </p:nvSpPr>
        <p:spPr>
          <a:xfrm>
            <a:off x="0" y="6535010"/>
            <a:ext cx="9584634" cy="338554"/>
          </a:xfrm>
          <a:prstGeom prst="rect">
            <a:avLst/>
          </a:prstGeom>
          <a:noFill/>
        </p:spPr>
        <p:txBody>
          <a:bodyPr wrap="square">
            <a:spAutoFit/>
          </a:bodyPr>
          <a:lstStyle/>
          <a:p>
            <a:r>
              <a:rPr lang="en-GB" sz="1600" dirty="0">
                <a:solidFill>
                  <a:schemeClr val="bg2">
                    <a:lumMod val="50000"/>
                  </a:schemeClr>
                </a:solidFill>
              </a:rPr>
              <a:t>Source: https://arxiv.org/abs/2402.14875</a:t>
            </a:r>
          </a:p>
        </p:txBody>
      </p:sp>
      <p:sp>
        <p:nvSpPr>
          <p:cNvPr id="3" name="TextBox 2">
            <a:extLst>
              <a:ext uri="{FF2B5EF4-FFF2-40B4-BE49-F238E27FC236}">
                <a16:creationId xmlns:a16="http://schemas.microsoft.com/office/drawing/2014/main" id="{8B4C907D-DB3F-248B-DEF2-7CDC2A089A24}"/>
              </a:ext>
            </a:extLst>
          </p:cNvPr>
          <p:cNvSpPr txBox="1"/>
          <p:nvPr/>
        </p:nvSpPr>
        <p:spPr>
          <a:xfrm>
            <a:off x="477520" y="4200177"/>
            <a:ext cx="11379200" cy="1384995"/>
          </a:xfrm>
          <a:prstGeom prst="rect">
            <a:avLst/>
          </a:prstGeom>
          <a:noFill/>
        </p:spPr>
        <p:txBody>
          <a:bodyPr wrap="square" rtlCol="0">
            <a:spAutoFit/>
          </a:bodyPr>
          <a:lstStyle/>
          <a:p>
            <a:r>
              <a:rPr lang="en-GB" sz="2800" dirty="0">
                <a:latin typeface="Gill Sans MT" panose="020B0502020104020203" pitchFamily="34" charset="0"/>
              </a:rPr>
              <a:t>“the Black-perceived names yield systematically worse responses than</a:t>
            </a:r>
          </a:p>
          <a:p>
            <a:r>
              <a:rPr lang="en-GB" sz="2800" dirty="0">
                <a:latin typeface="Gill Sans MT" panose="020B0502020104020203" pitchFamily="34" charset="0"/>
              </a:rPr>
              <a:t>white-perceived names. Similarly, female-perceived names yield systematically worse outcomes than male-perceived names.” (Salinas et.al, 2025: 10)</a:t>
            </a:r>
          </a:p>
        </p:txBody>
      </p:sp>
      <p:pic>
        <p:nvPicPr>
          <p:cNvPr id="6" name="Picture 5" descr="Screenshot of a text prompt example demonstrating labeled segments for different dimensions, including &quot;variation,&quot; &quot;name,&quot; &quot;context,&quot; and &quot;outcome.&quot; Colored labels highlight specific parts of the prompt, such as &quot;bicycle,&quot; &quot;DaShawn Washington,&quot; &quot;The bicycle is a 2021 Trek Verve 3 Disc,&quot; and the request for an initial offer estimate in US dollars.">
            <a:extLst>
              <a:ext uri="{FF2B5EF4-FFF2-40B4-BE49-F238E27FC236}">
                <a16:creationId xmlns:a16="http://schemas.microsoft.com/office/drawing/2014/main" id="{85FDA05A-EFA0-F3C5-7723-6F083C76FE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3290" y="883699"/>
            <a:ext cx="9464860" cy="2545301"/>
          </a:xfrm>
          <a:prstGeom prst="rect">
            <a:avLst/>
          </a:prstGeom>
        </p:spPr>
      </p:pic>
    </p:spTree>
    <p:extLst>
      <p:ext uri="{BB962C8B-B14F-4D97-AF65-F5344CB8AC3E}">
        <p14:creationId xmlns:p14="http://schemas.microsoft.com/office/powerpoint/2010/main" val="14125053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5D0D4-9FCC-090D-91F0-51ED056AC200}"/>
              </a:ext>
            </a:extLst>
          </p:cNvPr>
          <p:cNvSpPr>
            <a:spLocks noGrp="1"/>
          </p:cNvSpPr>
          <p:nvPr>
            <p:ph type="title"/>
          </p:nvPr>
        </p:nvSpPr>
        <p:spPr/>
        <p:txBody>
          <a:bodyPr/>
          <a:lstStyle/>
          <a:p>
            <a:r>
              <a:rPr lang="en-GB" dirty="0"/>
              <a:t>Validation</a:t>
            </a:r>
          </a:p>
        </p:txBody>
      </p:sp>
      <p:sp>
        <p:nvSpPr>
          <p:cNvPr id="3" name="Content Placeholder 2">
            <a:extLst>
              <a:ext uri="{FF2B5EF4-FFF2-40B4-BE49-F238E27FC236}">
                <a16:creationId xmlns:a16="http://schemas.microsoft.com/office/drawing/2014/main" id="{DAB94D42-7743-A320-F315-B00360C875F5}"/>
              </a:ext>
            </a:extLst>
          </p:cNvPr>
          <p:cNvSpPr>
            <a:spLocks noGrp="1"/>
          </p:cNvSpPr>
          <p:nvPr>
            <p:ph idx="1"/>
          </p:nvPr>
        </p:nvSpPr>
        <p:spPr/>
        <p:txBody>
          <a:bodyPr/>
          <a:lstStyle/>
          <a:p>
            <a:r>
              <a:rPr lang="en-GB" dirty="0"/>
              <a:t>Human oversight and expertise still crucial in machine learning and AI approaches</a:t>
            </a:r>
          </a:p>
          <a:p>
            <a:r>
              <a:rPr lang="en-GB" dirty="0"/>
              <a:t>Gold-standard benchmarks</a:t>
            </a:r>
          </a:p>
          <a:p>
            <a:r>
              <a:rPr lang="en-GB" dirty="0"/>
              <a:t>Training data</a:t>
            </a:r>
          </a:p>
          <a:p>
            <a:r>
              <a:rPr lang="en-GB" dirty="0"/>
              <a:t>Validating output</a:t>
            </a:r>
          </a:p>
          <a:p>
            <a:endParaRPr lang="en-GB" dirty="0"/>
          </a:p>
          <a:p>
            <a:endParaRPr lang="en-GB" dirty="0"/>
          </a:p>
        </p:txBody>
      </p:sp>
      <p:sp>
        <p:nvSpPr>
          <p:cNvPr id="4" name="Slide Number Placeholder 3">
            <a:extLst>
              <a:ext uri="{FF2B5EF4-FFF2-40B4-BE49-F238E27FC236}">
                <a16:creationId xmlns:a16="http://schemas.microsoft.com/office/drawing/2014/main" id="{D2D3A35F-127C-0F58-8F43-2E06FBEB1062}"/>
              </a:ext>
            </a:extLst>
          </p:cNvPr>
          <p:cNvSpPr>
            <a:spLocks noGrp="1"/>
          </p:cNvSpPr>
          <p:nvPr>
            <p:ph type="sldNum" sz="quarter" idx="12"/>
          </p:nvPr>
        </p:nvSpPr>
        <p:spPr/>
        <p:txBody>
          <a:bodyPr/>
          <a:lstStyle/>
          <a:p>
            <a:fld id="{372769DB-CAE7-4C85-A9AF-7D4D8DE4CA22}" type="slidenum">
              <a:rPr lang="en-GB" smtClean="0"/>
              <a:t>54</a:t>
            </a:fld>
            <a:endParaRPr lang="en-GB" dirty="0"/>
          </a:p>
        </p:txBody>
      </p:sp>
    </p:spTree>
    <p:extLst>
      <p:ext uri="{BB962C8B-B14F-4D97-AF65-F5344CB8AC3E}">
        <p14:creationId xmlns:p14="http://schemas.microsoft.com/office/powerpoint/2010/main" val="22373227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A8920-9635-597C-D364-DDC52894C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77944-9605-8D6C-CAA9-0F7C4238F823}"/>
              </a:ext>
            </a:extLst>
          </p:cNvPr>
          <p:cNvSpPr>
            <a:spLocks noGrp="1"/>
          </p:cNvSpPr>
          <p:nvPr>
            <p:ph type="title"/>
          </p:nvPr>
        </p:nvSpPr>
        <p:spPr/>
        <p:txBody>
          <a:bodyPr/>
          <a:lstStyle/>
          <a:p>
            <a:r>
              <a:rPr lang="en-GB" dirty="0"/>
              <a:t>Validation</a:t>
            </a:r>
          </a:p>
        </p:txBody>
      </p:sp>
      <p:sp>
        <p:nvSpPr>
          <p:cNvPr id="3" name="Content Placeholder 2">
            <a:extLst>
              <a:ext uri="{FF2B5EF4-FFF2-40B4-BE49-F238E27FC236}">
                <a16:creationId xmlns:a16="http://schemas.microsoft.com/office/drawing/2014/main" id="{67A3AFF1-99AF-DB0E-AFA0-CF1CBFD1DCB6}"/>
              </a:ext>
            </a:extLst>
          </p:cNvPr>
          <p:cNvSpPr>
            <a:spLocks noGrp="1"/>
          </p:cNvSpPr>
          <p:nvPr>
            <p:ph idx="1"/>
          </p:nvPr>
        </p:nvSpPr>
        <p:spPr/>
        <p:txBody>
          <a:bodyPr>
            <a:normAutofit fontScale="92500" lnSpcReduction="10000"/>
          </a:bodyPr>
          <a:lstStyle/>
          <a:p>
            <a:pPr marL="0" indent="0">
              <a:buNone/>
            </a:pPr>
            <a:r>
              <a:rPr lang="en-GB" b="1" dirty="0"/>
              <a:t>Train/Test framework</a:t>
            </a:r>
          </a:p>
          <a:p>
            <a:pPr marL="0" indent="0">
              <a:buNone/>
            </a:pPr>
            <a:endParaRPr lang="en-GB" dirty="0"/>
          </a:p>
          <a:p>
            <a:r>
              <a:rPr lang="en-GB" dirty="0"/>
              <a:t>Manually label a set of texts</a:t>
            </a:r>
          </a:p>
          <a:p>
            <a:r>
              <a:rPr lang="en-GB" dirty="0"/>
              <a:t>Split into a training (80%) and test set (20%)</a:t>
            </a:r>
          </a:p>
          <a:p>
            <a:r>
              <a:rPr lang="en-GB" dirty="0"/>
              <a:t>Evaluate model on training set (actual vs predicted)</a:t>
            </a:r>
          </a:p>
          <a:p>
            <a:r>
              <a:rPr lang="en-GB" dirty="0"/>
              <a:t>Tweak model</a:t>
            </a:r>
          </a:p>
          <a:p>
            <a:r>
              <a:rPr lang="en-GB" dirty="0"/>
              <a:t>Run final test on test set</a:t>
            </a:r>
          </a:p>
          <a:p>
            <a:endParaRPr lang="en-GB" dirty="0"/>
          </a:p>
          <a:p>
            <a:endParaRPr lang="en-GB" dirty="0"/>
          </a:p>
        </p:txBody>
      </p:sp>
      <p:sp>
        <p:nvSpPr>
          <p:cNvPr id="4" name="Slide Number Placeholder 3">
            <a:extLst>
              <a:ext uri="{FF2B5EF4-FFF2-40B4-BE49-F238E27FC236}">
                <a16:creationId xmlns:a16="http://schemas.microsoft.com/office/drawing/2014/main" id="{8B3C3548-B506-024F-A725-9783256ADC7A}"/>
              </a:ext>
            </a:extLst>
          </p:cNvPr>
          <p:cNvSpPr>
            <a:spLocks noGrp="1"/>
          </p:cNvSpPr>
          <p:nvPr>
            <p:ph type="sldNum" sz="quarter" idx="12"/>
          </p:nvPr>
        </p:nvSpPr>
        <p:spPr/>
        <p:txBody>
          <a:bodyPr/>
          <a:lstStyle/>
          <a:p>
            <a:fld id="{372769DB-CAE7-4C85-A9AF-7D4D8DE4CA22}" type="slidenum">
              <a:rPr lang="en-GB" smtClean="0"/>
              <a:t>55</a:t>
            </a:fld>
            <a:endParaRPr lang="en-GB" dirty="0"/>
          </a:p>
        </p:txBody>
      </p:sp>
    </p:spTree>
    <p:extLst>
      <p:ext uri="{BB962C8B-B14F-4D97-AF65-F5344CB8AC3E}">
        <p14:creationId xmlns:p14="http://schemas.microsoft.com/office/powerpoint/2010/main" val="13099299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488702-7E54-E208-035B-B3F2A3864B93}"/>
              </a:ext>
            </a:extLst>
          </p:cNvPr>
          <p:cNvSpPr>
            <a:spLocks noGrp="1"/>
          </p:cNvSpPr>
          <p:nvPr>
            <p:ph type="sldNum" sz="quarter" idx="12"/>
          </p:nvPr>
        </p:nvSpPr>
        <p:spPr/>
        <p:txBody>
          <a:bodyPr/>
          <a:lstStyle/>
          <a:p>
            <a:fld id="{372769DB-CAE7-4C85-A9AF-7D4D8DE4CA22}" type="slidenum">
              <a:rPr lang="en-GB" smtClean="0"/>
              <a:t>56</a:t>
            </a:fld>
            <a:endParaRPr lang="en-GB" dirty="0"/>
          </a:p>
        </p:txBody>
      </p:sp>
      <p:pic>
        <p:nvPicPr>
          <p:cNvPr id="6" name="Picture 5" descr="Diagram illustrating the holdout method for model evaluation, showing data split into training (dark blue), validation (light blue), and test (orange) partitions. It outlines three steps: splitting data, training and tuning model with training and validation sets, and evaluating final model with test data.">
            <a:extLst>
              <a:ext uri="{FF2B5EF4-FFF2-40B4-BE49-F238E27FC236}">
                <a16:creationId xmlns:a16="http://schemas.microsoft.com/office/drawing/2014/main" id="{FA831F65-E4A6-4DAF-375D-A8B7DCC71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673" y="1264732"/>
            <a:ext cx="9388654" cy="4328535"/>
          </a:xfrm>
          <a:prstGeom prst="rect">
            <a:avLst/>
          </a:prstGeom>
        </p:spPr>
      </p:pic>
      <p:sp>
        <p:nvSpPr>
          <p:cNvPr id="8" name="TextBox 7">
            <a:extLst>
              <a:ext uri="{FF2B5EF4-FFF2-40B4-BE49-F238E27FC236}">
                <a16:creationId xmlns:a16="http://schemas.microsoft.com/office/drawing/2014/main" id="{C9332674-E483-D7B7-A1CF-DC8BE021CF48}"/>
              </a:ext>
            </a:extLst>
          </p:cNvPr>
          <p:cNvSpPr txBox="1"/>
          <p:nvPr/>
        </p:nvSpPr>
        <p:spPr>
          <a:xfrm>
            <a:off x="1993900" y="6260515"/>
            <a:ext cx="7922260" cy="369332"/>
          </a:xfrm>
          <a:prstGeom prst="rect">
            <a:avLst/>
          </a:prstGeom>
          <a:noFill/>
        </p:spPr>
        <p:txBody>
          <a:bodyPr wrap="square">
            <a:spAutoFit/>
          </a:bodyPr>
          <a:lstStyle/>
          <a:p>
            <a:r>
              <a:rPr lang="en-GB" b="0" i="0" dirty="0">
                <a:solidFill>
                  <a:srgbClr val="222222"/>
                </a:solidFill>
                <a:effectLst/>
                <a:latin typeface="Gill Sans MT" panose="020B0502020104020203" pitchFamily="34" charset="0"/>
              </a:rPr>
              <a:t>Source: </a:t>
            </a:r>
            <a:r>
              <a:rPr lang="en-GB" b="0" i="0" dirty="0" err="1">
                <a:solidFill>
                  <a:srgbClr val="222222"/>
                </a:solidFill>
                <a:effectLst/>
                <a:latin typeface="Gill Sans MT" panose="020B0502020104020203" pitchFamily="34" charset="0"/>
              </a:rPr>
              <a:t>Nwanganga</a:t>
            </a:r>
            <a:r>
              <a:rPr lang="en-GB" b="0" i="0" dirty="0">
                <a:solidFill>
                  <a:srgbClr val="222222"/>
                </a:solidFill>
                <a:effectLst/>
                <a:latin typeface="Gill Sans MT" panose="020B0502020104020203" pitchFamily="34" charset="0"/>
              </a:rPr>
              <a:t>, F. and Chapple, M., 2020. </a:t>
            </a:r>
            <a:r>
              <a:rPr lang="en-GB" b="0" i="1" dirty="0">
                <a:solidFill>
                  <a:srgbClr val="222222"/>
                </a:solidFill>
                <a:effectLst/>
                <a:latin typeface="Gill Sans MT" panose="020B0502020104020203" pitchFamily="34" charset="0"/>
              </a:rPr>
              <a:t>Practical machine learning in R</a:t>
            </a:r>
            <a:r>
              <a:rPr lang="en-GB" b="0" i="0" dirty="0">
                <a:solidFill>
                  <a:srgbClr val="222222"/>
                </a:solidFill>
                <a:effectLst/>
                <a:latin typeface="Gill Sans MT" panose="020B0502020104020203" pitchFamily="34" charset="0"/>
              </a:rPr>
              <a:t>. page 23</a:t>
            </a:r>
            <a:endParaRPr lang="en-GB" dirty="0">
              <a:latin typeface="Gill Sans MT" panose="020B0502020104020203" pitchFamily="34" charset="0"/>
            </a:endParaRPr>
          </a:p>
        </p:txBody>
      </p:sp>
    </p:spTree>
    <p:extLst>
      <p:ext uri="{BB962C8B-B14F-4D97-AF65-F5344CB8AC3E}">
        <p14:creationId xmlns:p14="http://schemas.microsoft.com/office/powerpoint/2010/main" val="16571826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165743-8865-5162-C91D-F2AE7AB29F95}"/>
              </a:ext>
            </a:extLst>
          </p:cNvPr>
          <p:cNvSpPr>
            <a:spLocks noGrp="1"/>
          </p:cNvSpPr>
          <p:nvPr>
            <p:ph type="sldNum" sz="quarter" idx="12"/>
          </p:nvPr>
        </p:nvSpPr>
        <p:spPr/>
        <p:txBody>
          <a:bodyPr/>
          <a:lstStyle/>
          <a:p>
            <a:fld id="{372769DB-CAE7-4C85-A9AF-7D4D8DE4CA22}" type="slidenum">
              <a:rPr lang="en-GB" smtClean="0"/>
              <a:t>57</a:t>
            </a:fld>
            <a:endParaRPr lang="en-GB" dirty="0"/>
          </a:p>
        </p:txBody>
      </p:sp>
      <p:pic>
        <p:nvPicPr>
          <p:cNvPr id="4" name="Picture 3" descr="Confusion matrix diagram illustrating classification outcomes with four quadrants labeled True Positive, False Positive (Type I Error), False Negative (Type II Error), and True Negative. Green color highlights correct predictions (True Positive and True Negative), while red indicates errors (False Positive and False Negative), showing relationship between predicted and actual values.">
            <a:extLst>
              <a:ext uri="{FF2B5EF4-FFF2-40B4-BE49-F238E27FC236}">
                <a16:creationId xmlns:a16="http://schemas.microsoft.com/office/drawing/2014/main" id="{90ADA3B7-1FD0-E660-F86C-E32CBF715F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8241" y="425700"/>
            <a:ext cx="8543679" cy="5492365"/>
          </a:xfrm>
          <a:prstGeom prst="rect">
            <a:avLst/>
          </a:prstGeom>
        </p:spPr>
      </p:pic>
      <p:sp>
        <p:nvSpPr>
          <p:cNvPr id="3" name="TextBox 2">
            <a:extLst>
              <a:ext uri="{FF2B5EF4-FFF2-40B4-BE49-F238E27FC236}">
                <a16:creationId xmlns:a16="http://schemas.microsoft.com/office/drawing/2014/main" id="{FC31764F-B7E8-FD07-C8C1-D6E9C108640C}"/>
              </a:ext>
            </a:extLst>
          </p:cNvPr>
          <p:cNvSpPr txBox="1"/>
          <p:nvPr/>
        </p:nvSpPr>
        <p:spPr>
          <a:xfrm>
            <a:off x="1993900" y="6260515"/>
            <a:ext cx="7922260" cy="369332"/>
          </a:xfrm>
          <a:prstGeom prst="rect">
            <a:avLst/>
          </a:prstGeom>
          <a:noFill/>
        </p:spPr>
        <p:txBody>
          <a:bodyPr wrap="square">
            <a:spAutoFit/>
          </a:bodyPr>
          <a:lstStyle/>
          <a:p>
            <a:r>
              <a:rPr lang="en-GB" b="0" i="0" dirty="0">
                <a:solidFill>
                  <a:srgbClr val="222222"/>
                </a:solidFill>
                <a:effectLst/>
                <a:latin typeface="Gill Sans MT" panose="020B0502020104020203" pitchFamily="34" charset="0"/>
              </a:rPr>
              <a:t>Source: </a:t>
            </a:r>
            <a:r>
              <a:rPr lang="en-GB" b="0" i="0" dirty="0" err="1">
                <a:solidFill>
                  <a:srgbClr val="222222"/>
                </a:solidFill>
                <a:effectLst/>
                <a:latin typeface="Gill Sans MT" panose="020B0502020104020203" pitchFamily="34" charset="0"/>
              </a:rPr>
              <a:t>Nwanganga</a:t>
            </a:r>
            <a:r>
              <a:rPr lang="en-GB" b="0" i="0" dirty="0">
                <a:solidFill>
                  <a:srgbClr val="222222"/>
                </a:solidFill>
                <a:effectLst/>
                <a:latin typeface="Gill Sans MT" panose="020B0502020104020203" pitchFamily="34" charset="0"/>
              </a:rPr>
              <a:t>, F. and Chapple, M., 2020. </a:t>
            </a:r>
            <a:r>
              <a:rPr lang="en-GB" b="0" i="1" dirty="0">
                <a:solidFill>
                  <a:srgbClr val="222222"/>
                </a:solidFill>
                <a:effectLst/>
                <a:latin typeface="Gill Sans MT" panose="020B0502020104020203" pitchFamily="34" charset="0"/>
              </a:rPr>
              <a:t>Practical machine learning in R</a:t>
            </a:r>
            <a:r>
              <a:rPr lang="en-GB" b="0" i="0" dirty="0">
                <a:solidFill>
                  <a:srgbClr val="222222"/>
                </a:solidFill>
                <a:effectLst/>
                <a:latin typeface="Gill Sans MT" panose="020B0502020104020203" pitchFamily="34" charset="0"/>
              </a:rPr>
              <a:t>. page 18</a:t>
            </a:r>
            <a:endParaRPr lang="en-GB" dirty="0">
              <a:latin typeface="Gill Sans MT" panose="020B0502020104020203" pitchFamily="34" charset="0"/>
            </a:endParaRPr>
          </a:p>
        </p:txBody>
      </p:sp>
    </p:spTree>
    <p:extLst>
      <p:ext uri="{BB962C8B-B14F-4D97-AF65-F5344CB8AC3E}">
        <p14:creationId xmlns:p14="http://schemas.microsoft.com/office/powerpoint/2010/main" val="9939502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2319-CB26-C69B-B649-AECACB367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74C6F-4EAB-AEFC-566A-9695667F34AC}"/>
              </a:ext>
            </a:extLst>
          </p:cNvPr>
          <p:cNvSpPr>
            <a:spLocks noGrp="1"/>
          </p:cNvSpPr>
          <p:nvPr>
            <p:ph type="title"/>
          </p:nvPr>
        </p:nvSpPr>
        <p:spPr/>
        <p:txBody>
          <a:bodyPr/>
          <a:lstStyle/>
          <a:p>
            <a:r>
              <a:rPr lang="en-GB" dirty="0"/>
              <a:t>Validation</a:t>
            </a:r>
          </a:p>
        </p:txBody>
      </p:sp>
      <p:sp>
        <p:nvSpPr>
          <p:cNvPr id="3" name="Content Placeholder 2">
            <a:extLst>
              <a:ext uri="{FF2B5EF4-FFF2-40B4-BE49-F238E27FC236}">
                <a16:creationId xmlns:a16="http://schemas.microsoft.com/office/drawing/2014/main" id="{5F041AAC-ED35-299F-C847-DBCECF030B4F}"/>
              </a:ext>
            </a:extLst>
          </p:cNvPr>
          <p:cNvSpPr>
            <a:spLocks noGrp="1"/>
          </p:cNvSpPr>
          <p:nvPr>
            <p:ph idx="1"/>
          </p:nvPr>
        </p:nvSpPr>
        <p:spPr/>
        <p:txBody>
          <a:bodyPr>
            <a:normAutofit/>
          </a:bodyPr>
          <a:lstStyle/>
          <a:p>
            <a:pPr marL="514350" indent="-514350">
              <a:buFont typeface="+mj-lt"/>
              <a:buAutoNum type="arabicPeriod"/>
            </a:pPr>
            <a:r>
              <a:rPr lang="en-GB" sz="3200" dirty="0"/>
              <a:t>Do your content analysis on small sample of documents</a:t>
            </a:r>
          </a:p>
          <a:p>
            <a:pPr marL="514350" indent="-514350">
              <a:buFont typeface="+mj-lt"/>
              <a:buAutoNum type="arabicPeriod"/>
            </a:pPr>
            <a:r>
              <a:rPr lang="en-GB" sz="3200" dirty="0"/>
              <a:t>Separate into training and test data</a:t>
            </a:r>
          </a:p>
          <a:p>
            <a:pPr marL="514350" indent="-514350">
              <a:buFont typeface="+mj-lt"/>
              <a:buAutoNum type="arabicPeriod"/>
            </a:pPr>
            <a:r>
              <a:rPr lang="en-GB" sz="3200" dirty="0"/>
              <a:t>See how well ML methods perform on your documents</a:t>
            </a:r>
          </a:p>
          <a:p>
            <a:pPr marL="514350" indent="-514350">
              <a:buFont typeface="+mj-lt"/>
              <a:buAutoNum type="arabicPeriod"/>
            </a:pPr>
            <a:r>
              <a:rPr lang="en-GB" sz="3200" dirty="0"/>
              <a:t>If performance is good enough, then apply to larger set of documents</a:t>
            </a:r>
          </a:p>
          <a:p>
            <a:endParaRPr lang="en-GB" dirty="0"/>
          </a:p>
          <a:p>
            <a:endParaRPr lang="en-GB" dirty="0"/>
          </a:p>
        </p:txBody>
      </p:sp>
      <p:sp>
        <p:nvSpPr>
          <p:cNvPr id="4" name="Slide Number Placeholder 3">
            <a:extLst>
              <a:ext uri="{FF2B5EF4-FFF2-40B4-BE49-F238E27FC236}">
                <a16:creationId xmlns:a16="http://schemas.microsoft.com/office/drawing/2014/main" id="{6FDF10D1-96FE-17C6-F6C7-E4400D2E3773}"/>
              </a:ext>
            </a:extLst>
          </p:cNvPr>
          <p:cNvSpPr>
            <a:spLocks noGrp="1"/>
          </p:cNvSpPr>
          <p:nvPr>
            <p:ph type="sldNum" sz="quarter" idx="12"/>
          </p:nvPr>
        </p:nvSpPr>
        <p:spPr/>
        <p:txBody>
          <a:bodyPr/>
          <a:lstStyle/>
          <a:p>
            <a:fld id="{372769DB-CAE7-4C85-A9AF-7D4D8DE4CA22}" type="slidenum">
              <a:rPr lang="en-GB" smtClean="0"/>
              <a:t>58</a:t>
            </a:fld>
            <a:endParaRPr lang="en-GB" dirty="0"/>
          </a:p>
        </p:txBody>
      </p:sp>
    </p:spTree>
    <p:extLst>
      <p:ext uri="{BB962C8B-B14F-4D97-AF65-F5344CB8AC3E}">
        <p14:creationId xmlns:p14="http://schemas.microsoft.com/office/powerpoint/2010/main" val="39123800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3E54299-14F3-3B0B-2F65-13A94AEA13E7}"/>
              </a:ext>
            </a:extLst>
          </p:cNvPr>
          <p:cNvSpPr/>
          <p:nvPr/>
        </p:nvSpPr>
        <p:spPr>
          <a:xfrm>
            <a:off x="980501" y="136526"/>
            <a:ext cx="10322805" cy="1317701"/>
          </a:xfrm>
          <a:prstGeom prst="roundRect">
            <a:avLst/>
          </a:prstGeom>
          <a:solidFill>
            <a:schemeClr val="accent4">
              <a:alpha val="49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dirty="0"/>
          </a:p>
        </p:txBody>
      </p:sp>
      <p:sp>
        <p:nvSpPr>
          <p:cNvPr id="2" name="Slide Number Placeholder 1">
            <a:extLst>
              <a:ext uri="{FF2B5EF4-FFF2-40B4-BE49-F238E27FC236}">
                <a16:creationId xmlns:a16="http://schemas.microsoft.com/office/drawing/2014/main" id="{0F2E71D1-3976-3B5B-CB8E-5265583B18CF}"/>
              </a:ext>
            </a:extLst>
          </p:cNvPr>
          <p:cNvSpPr>
            <a:spLocks noGrp="1"/>
          </p:cNvSpPr>
          <p:nvPr>
            <p:ph type="sldNum" sz="quarter" idx="12"/>
          </p:nvPr>
        </p:nvSpPr>
        <p:spPr/>
        <p:txBody>
          <a:bodyPr/>
          <a:lstStyle/>
          <a:p>
            <a:fld id="{372769DB-CAE7-4C85-A9AF-7D4D8DE4CA22}" type="slidenum">
              <a:rPr lang="en-GB" smtClean="0"/>
              <a:t>59</a:t>
            </a:fld>
            <a:endParaRPr lang="en-GB" dirty="0"/>
          </a:p>
        </p:txBody>
      </p:sp>
      <p:sp>
        <p:nvSpPr>
          <p:cNvPr id="4" name="TextBox 3">
            <a:extLst>
              <a:ext uri="{FF2B5EF4-FFF2-40B4-BE49-F238E27FC236}">
                <a16:creationId xmlns:a16="http://schemas.microsoft.com/office/drawing/2014/main" id="{28B731DA-A037-6A0D-159D-9803FFEDA8EB}"/>
              </a:ext>
            </a:extLst>
          </p:cNvPr>
          <p:cNvSpPr txBox="1"/>
          <p:nvPr/>
        </p:nvSpPr>
        <p:spPr>
          <a:xfrm>
            <a:off x="1124990" y="136526"/>
            <a:ext cx="10322805" cy="1200329"/>
          </a:xfrm>
          <a:prstGeom prst="rect">
            <a:avLst/>
          </a:prstGeom>
          <a:noFill/>
        </p:spPr>
        <p:txBody>
          <a:bodyPr wrap="square">
            <a:spAutoFit/>
          </a:bodyPr>
          <a:lstStyle/>
          <a:p>
            <a:r>
              <a:rPr lang="en-US" sz="3600" b="0" i="0" dirty="0">
                <a:solidFill>
                  <a:srgbClr val="333333"/>
                </a:solidFill>
                <a:effectLst/>
                <a:latin typeface="Gill Sans MT" panose="020B0502020104020203" pitchFamily="34" charset="0"/>
              </a:rPr>
              <a:t>“What is the </a:t>
            </a:r>
            <a:r>
              <a:rPr lang="en-US" sz="3600" b="1" i="0" dirty="0">
                <a:solidFill>
                  <a:srgbClr val="333333"/>
                </a:solidFill>
                <a:effectLst/>
                <a:latin typeface="Gill Sans MT" panose="020B0502020104020203" pitchFamily="34" charset="0"/>
              </a:rPr>
              <a:t>singl</a:t>
            </a:r>
            <a:r>
              <a:rPr lang="en-US" sz="3600" b="1" dirty="0">
                <a:solidFill>
                  <a:srgbClr val="333333"/>
                </a:solidFill>
                <a:latin typeface="Gill Sans MT" panose="020B0502020104020203" pitchFamily="34" charset="0"/>
              </a:rPr>
              <a:t>e most </a:t>
            </a:r>
            <a:r>
              <a:rPr lang="en-US" sz="3600" b="0" i="0" dirty="0">
                <a:solidFill>
                  <a:srgbClr val="333333"/>
                </a:solidFill>
                <a:effectLst/>
                <a:latin typeface="Gill Sans MT" panose="020B0502020104020203" pitchFamily="34" charset="0"/>
              </a:rPr>
              <a:t>important issue facing the country at the present time?” </a:t>
            </a:r>
            <a:endParaRPr lang="en-GB" sz="3600" dirty="0">
              <a:latin typeface="Gill Sans MT" panose="020B0502020104020203" pitchFamily="34" charset="0"/>
            </a:endParaRPr>
          </a:p>
        </p:txBody>
      </p:sp>
      <p:sp>
        <p:nvSpPr>
          <p:cNvPr id="6" name="TextBox 5">
            <a:extLst>
              <a:ext uri="{FF2B5EF4-FFF2-40B4-BE49-F238E27FC236}">
                <a16:creationId xmlns:a16="http://schemas.microsoft.com/office/drawing/2014/main" id="{7C20E6A0-205A-DDB9-6C5F-971AF09864F8}"/>
              </a:ext>
            </a:extLst>
          </p:cNvPr>
          <p:cNvSpPr txBox="1"/>
          <p:nvPr/>
        </p:nvSpPr>
        <p:spPr>
          <a:xfrm>
            <a:off x="229517" y="3155755"/>
            <a:ext cx="11732965" cy="3046988"/>
          </a:xfrm>
          <a:prstGeom prst="rect">
            <a:avLst/>
          </a:prstGeom>
          <a:noFill/>
        </p:spPr>
        <p:txBody>
          <a:bodyPr wrap="square">
            <a:spAutoFit/>
          </a:bodyPr>
          <a:lstStyle/>
          <a:p>
            <a:pPr algn="l" fontAlgn="base"/>
            <a:r>
              <a:rPr lang="en-US" sz="3200" b="1" i="0" dirty="0">
                <a:solidFill>
                  <a:srgbClr val="333333"/>
                </a:solidFill>
                <a:effectLst/>
                <a:latin typeface="Gill Sans MT" panose="020B0502020104020203" pitchFamily="34" charset="0"/>
              </a:rPr>
              <a:t>Survey Response</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Funding for cancer drugs </a:t>
            </a:r>
          </a:p>
          <a:p>
            <a:pPr algn="l" fontAlgn="base">
              <a:buFont typeface="Arial" panose="020B0604020202020204" pitchFamily="34" charset="0"/>
              <a:buChar char="•"/>
            </a:pPr>
            <a:r>
              <a:rPr lang="en-US" sz="3200" b="0" i="0" dirty="0" err="1">
                <a:solidFill>
                  <a:srgbClr val="333333"/>
                </a:solidFill>
                <a:effectLst/>
                <a:latin typeface="Gill Sans MT" panose="020B0502020104020203" pitchFamily="34" charset="0"/>
              </a:rPr>
              <a:t>Defence</a:t>
            </a:r>
            <a:r>
              <a:rPr lang="en-US" sz="3200" b="0" i="0" dirty="0">
                <a:solidFill>
                  <a:srgbClr val="333333"/>
                </a:solidFill>
                <a:effectLst/>
                <a:latin typeface="Gill Sans MT" panose="020B0502020104020203" pitchFamily="34" charset="0"/>
              </a:rPr>
              <a:t> </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economic recovery </a:t>
            </a:r>
            <a:endParaRPr lang="en-US" sz="3200" dirty="0">
              <a:solidFill>
                <a:srgbClr val="333333"/>
              </a:solidFill>
              <a:latin typeface="Gill Sans MT" panose="020B0502020104020203" pitchFamily="34" charset="0"/>
            </a:endParaRP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Getting the </a:t>
            </a:r>
            <a:r>
              <a:rPr lang="en-US" sz="3200" dirty="0">
                <a:solidFill>
                  <a:srgbClr val="333333"/>
                </a:solidFill>
                <a:latin typeface="Gill Sans MT" panose="020B0502020104020203" pitchFamily="34" charset="0"/>
              </a:rPr>
              <a:t>govt</a:t>
            </a:r>
            <a:r>
              <a:rPr lang="en-US" sz="3200" b="0" i="0" dirty="0">
                <a:solidFill>
                  <a:srgbClr val="333333"/>
                </a:solidFill>
                <a:effectLst/>
                <a:latin typeface="Gill Sans MT" panose="020B0502020104020203" pitchFamily="34" charset="0"/>
              </a:rPr>
              <a:t> out so they stop ruining everything </a:t>
            </a:r>
            <a:endParaRPr lang="en-US" sz="3200" dirty="0">
              <a:solidFill>
                <a:srgbClr val="333333"/>
              </a:solidFill>
              <a:latin typeface="Gill Sans MT" panose="020B0502020104020203" pitchFamily="34" charset="0"/>
            </a:endParaRP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Immigration</a:t>
            </a:r>
          </a:p>
        </p:txBody>
      </p:sp>
      <p:sp>
        <p:nvSpPr>
          <p:cNvPr id="3" name="TextBox 2">
            <a:extLst>
              <a:ext uri="{FF2B5EF4-FFF2-40B4-BE49-F238E27FC236}">
                <a16:creationId xmlns:a16="http://schemas.microsoft.com/office/drawing/2014/main" id="{98CC54A1-412B-42B2-2B31-42A63E687C04}"/>
              </a:ext>
            </a:extLst>
          </p:cNvPr>
          <p:cNvSpPr txBox="1"/>
          <p:nvPr/>
        </p:nvSpPr>
        <p:spPr>
          <a:xfrm>
            <a:off x="323160" y="1696852"/>
            <a:ext cx="11222516" cy="1200329"/>
          </a:xfrm>
          <a:prstGeom prst="rect">
            <a:avLst/>
          </a:prstGeom>
          <a:noFill/>
        </p:spPr>
        <p:txBody>
          <a:bodyPr wrap="square">
            <a:spAutoFit/>
          </a:bodyPr>
          <a:lstStyle/>
          <a:p>
            <a:r>
              <a:rPr lang="en-US" sz="3600" dirty="0">
                <a:solidFill>
                  <a:srgbClr val="333333"/>
                </a:solidFill>
                <a:latin typeface="Gill Sans MT" panose="020B0502020104020203" pitchFamily="34" charset="0"/>
              </a:rPr>
              <a:t>- O</a:t>
            </a:r>
            <a:r>
              <a:rPr lang="en-US" sz="3600" b="0" i="0" dirty="0">
                <a:solidFill>
                  <a:srgbClr val="333333"/>
                </a:solidFill>
                <a:effectLst/>
                <a:latin typeface="Gill Sans MT" panose="020B0502020104020203" pitchFamily="34" charset="0"/>
              </a:rPr>
              <a:t>pen ended text response</a:t>
            </a:r>
          </a:p>
          <a:p>
            <a:r>
              <a:rPr lang="en-US" sz="3600" dirty="0">
                <a:solidFill>
                  <a:srgbClr val="333333"/>
                </a:solidFill>
                <a:latin typeface="Gill Sans MT" panose="020B0502020104020203" pitchFamily="34" charset="0"/>
              </a:rPr>
              <a:t>- We now want to group responses into issue categories</a:t>
            </a:r>
            <a:endParaRPr lang="en-GB" sz="3600" dirty="0">
              <a:latin typeface="Gill Sans MT" panose="020B0502020104020203" pitchFamily="34" charset="0"/>
            </a:endParaRPr>
          </a:p>
        </p:txBody>
      </p:sp>
      <p:sp>
        <p:nvSpPr>
          <p:cNvPr id="7" name="TextBox 6">
            <a:extLst>
              <a:ext uri="{FF2B5EF4-FFF2-40B4-BE49-F238E27FC236}">
                <a16:creationId xmlns:a16="http://schemas.microsoft.com/office/drawing/2014/main" id="{74C8FC3A-D553-BF9C-DAA3-52E2C36D98C0}"/>
              </a:ext>
            </a:extLst>
          </p:cNvPr>
          <p:cNvSpPr txBox="1"/>
          <p:nvPr/>
        </p:nvSpPr>
        <p:spPr>
          <a:xfrm>
            <a:off x="4498923" y="6475988"/>
            <a:ext cx="4912242" cy="369332"/>
          </a:xfrm>
          <a:prstGeom prst="rect">
            <a:avLst/>
          </a:prstGeom>
          <a:noFill/>
        </p:spPr>
        <p:txBody>
          <a:bodyPr wrap="square" rtlCol="0">
            <a:spAutoFit/>
          </a:bodyPr>
          <a:lstStyle/>
          <a:p>
            <a:r>
              <a:rPr lang="en-US" dirty="0">
                <a:latin typeface="Gill Sans MT" panose="020B0502020104020203" pitchFamily="34" charset="0"/>
              </a:rPr>
              <a:t>Source: </a:t>
            </a:r>
            <a:r>
              <a:rPr lang="en-US" dirty="0">
                <a:latin typeface="Gill Sans MT" panose="020B0502020104020203" pitchFamily="34" charset="0"/>
                <a:hlinkClick r:id="rId2"/>
              </a:rPr>
              <a:t>British Election Study</a:t>
            </a:r>
            <a:endParaRPr lang="en-GB" dirty="0">
              <a:latin typeface="Gill Sans MT" panose="020B0502020104020203" pitchFamily="34" charset="0"/>
            </a:endParaRPr>
          </a:p>
        </p:txBody>
      </p:sp>
    </p:spTree>
    <p:extLst>
      <p:ext uri="{BB962C8B-B14F-4D97-AF65-F5344CB8AC3E}">
        <p14:creationId xmlns:p14="http://schemas.microsoft.com/office/powerpoint/2010/main" val="41136015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3E54299-14F3-3B0B-2F65-13A94AEA13E7}"/>
              </a:ext>
            </a:extLst>
          </p:cNvPr>
          <p:cNvSpPr/>
          <p:nvPr/>
        </p:nvSpPr>
        <p:spPr>
          <a:xfrm>
            <a:off x="980501" y="136526"/>
            <a:ext cx="10322805" cy="1317701"/>
          </a:xfrm>
          <a:prstGeom prst="roundRect">
            <a:avLst/>
          </a:prstGeom>
          <a:solidFill>
            <a:schemeClr val="accent4">
              <a:alpha val="49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dirty="0"/>
          </a:p>
        </p:txBody>
      </p:sp>
      <p:sp>
        <p:nvSpPr>
          <p:cNvPr id="2" name="Slide Number Placeholder 1">
            <a:extLst>
              <a:ext uri="{FF2B5EF4-FFF2-40B4-BE49-F238E27FC236}">
                <a16:creationId xmlns:a16="http://schemas.microsoft.com/office/drawing/2014/main" id="{0F2E71D1-3976-3B5B-CB8E-5265583B18CF}"/>
              </a:ext>
            </a:extLst>
          </p:cNvPr>
          <p:cNvSpPr>
            <a:spLocks noGrp="1"/>
          </p:cNvSpPr>
          <p:nvPr>
            <p:ph type="sldNum" sz="quarter" idx="12"/>
          </p:nvPr>
        </p:nvSpPr>
        <p:spPr/>
        <p:txBody>
          <a:bodyPr/>
          <a:lstStyle/>
          <a:p>
            <a:fld id="{372769DB-CAE7-4C85-A9AF-7D4D8DE4CA22}" type="slidenum">
              <a:rPr lang="en-GB" smtClean="0"/>
              <a:t>60</a:t>
            </a:fld>
            <a:endParaRPr lang="en-GB" dirty="0"/>
          </a:p>
        </p:txBody>
      </p:sp>
      <p:sp>
        <p:nvSpPr>
          <p:cNvPr id="4" name="TextBox 3">
            <a:extLst>
              <a:ext uri="{FF2B5EF4-FFF2-40B4-BE49-F238E27FC236}">
                <a16:creationId xmlns:a16="http://schemas.microsoft.com/office/drawing/2014/main" id="{28B731DA-A037-6A0D-159D-9803FFEDA8EB}"/>
              </a:ext>
            </a:extLst>
          </p:cNvPr>
          <p:cNvSpPr txBox="1"/>
          <p:nvPr/>
        </p:nvSpPr>
        <p:spPr>
          <a:xfrm>
            <a:off x="1124990" y="136526"/>
            <a:ext cx="10322805" cy="1200329"/>
          </a:xfrm>
          <a:prstGeom prst="rect">
            <a:avLst/>
          </a:prstGeom>
          <a:noFill/>
        </p:spPr>
        <p:txBody>
          <a:bodyPr wrap="square">
            <a:spAutoFit/>
          </a:bodyPr>
          <a:lstStyle/>
          <a:p>
            <a:r>
              <a:rPr lang="en-US" sz="3600" b="0" i="0" dirty="0">
                <a:solidFill>
                  <a:srgbClr val="333333"/>
                </a:solidFill>
                <a:effectLst/>
                <a:latin typeface="Gill Sans MT" panose="020B0502020104020203" pitchFamily="34" charset="0"/>
              </a:rPr>
              <a:t>“What is the </a:t>
            </a:r>
            <a:r>
              <a:rPr lang="en-US" sz="3600" b="1" i="0" dirty="0">
                <a:solidFill>
                  <a:srgbClr val="333333"/>
                </a:solidFill>
                <a:effectLst/>
                <a:latin typeface="Gill Sans MT" panose="020B0502020104020203" pitchFamily="34" charset="0"/>
              </a:rPr>
              <a:t>singl</a:t>
            </a:r>
            <a:r>
              <a:rPr lang="en-US" sz="3600" b="1" dirty="0">
                <a:solidFill>
                  <a:srgbClr val="333333"/>
                </a:solidFill>
                <a:latin typeface="Gill Sans MT" panose="020B0502020104020203" pitchFamily="34" charset="0"/>
              </a:rPr>
              <a:t>e most </a:t>
            </a:r>
            <a:r>
              <a:rPr lang="en-US" sz="3600" b="0" i="0" dirty="0">
                <a:solidFill>
                  <a:srgbClr val="333333"/>
                </a:solidFill>
                <a:effectLst/>
                <a:latin typeface="Gill Sans MT" panose="020B0502020104020203" pitchFamily="34" charset="0"/>
              </a:rPr>
              <a:t>important issue facing the country at the present time?” </a:t>
            </a:r>
            <a:endParaRPr lang="en-GB" sz="3600" dirty="0">
              <a:latin typeface="Gill Sans MT" panose="020B0502020104020203" pitchFamily="34" charset="0"/>
            </a:endParaRPr>
          </a:p>
        </p:txBody>
      </p:sp>
      <p:sp>
        <p:nvSpPr>
          <p:cNvPr id="6" name="TextBox 5">
            <a:extLst>
              <a:ext uri="{FF2B5EF4-FFF2-40B4-BE49-F238E27FC236}">
                <a16:creationId xmlns:a16="http://schemas.microsoft.com/office/drawing/2014/main" id="{7C20E6A0-205A-DDB9-6C5F-971AF09864F8}"/>
              </a:ext>
            </a:extLst>
          </p:cNvPr>
          <p:cNvSpPr txBox="1"/>
          <p:nvPr/>
        </p:nvSpPr>
        <p:spPr>
          <a:xfrm>
            <a:off x="229517" y="3185515"/>
            <a:ext cx="11962483" cy="3046988"/>
          </a:xfrm>
          <a:prstGeom prst="rect">
            <a:avLst/>
          </a:prstGeom>
          <a:noFill/>
        </p:spPr>
        <p:txBody>
          <a:bodyPr wrap="square">
            <a:spAutoFit/>
          </a:bodyPr>
          <a:lstStyle/>
          <a:p>
            <a:pPr algn="l" fontAlgn="base"/>
            <a:r>
              <a:rPr lang="en-US" sz="3200" b="1" i="0" dirty="0">
                <a:solidFill>
                  <a:srgbClr val="333333"/>
                </a:solidFill>
                <a:effectLst/>
                <a:latin typeface="Gill Sans MT" panose="020B0502020104020203" pitchFamily="34" charset="0"/>
              </a:rPr>
              <a:t>Survey Response (coded issue category)</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Funding for cancer drugs </a:t>
            </a:r>
            <a:r>
              <a:rPr lang="en-US" sz="3200" b="1" i="0" dirty="0">
                <a:solidFill>
                  <a:srgbClr val="333333"/>
                </a:solidFill>
                <a:effectLst/>
                <a:latin typeface="Gill Sans MT" panose="020B0502020104020203" pitchFamily="34" charset="0"/>
              </a:rPr>
              <a:t>(NHS)</a:t>
            </a:r>
          </a:p>
          <a:p>
            <a:pPr algn="l" fontAlgn="base">
              <a:buFont typeface="Arial" panose="020B0604020202020204" pitchFamily="34" charset="0"/>
              <a:buChar char="•"/>
            </a:pPr>
            <a:r>
              <a:rPr lang="en-US" sz="3200" b="0" i="0" dirty="0" err="1">
                <a:solidFill>
                  <a:srgbClr val="333333"/>
                </a:solidFill>
                <a:effectLst/>
                <a:latin typeface="Gill Sans MT" panose="020B0502020104020203" pitchFamily="34" charset="0"/>
              </a:rPr>
              <a:t>Defence</a:t>
            </a:r>
            <a:r>
              <a:rPr lang="en-US" sz="3200" b="0" i="0" dirty="0">
                <a:solidFill>
                  <a:srgbClr val="333333"/>
                </a:solidFill>
                <a:effectLst/>
                <a:latin typeface="Gill Sans MT" panose="020B0502020104020203" pitchFamily="34" charset="0"/>
              </a:rPr>
              <a:t> </a:t>
            </a:r>
            <a:r>
              <a:rPr lang="en-US" sz="3200" b="1" i="0" dirty="0">
                <a:solidFill>
                  <a:srgbClr val="333333"/>
                </a:solidFill>
                <a:effectLst/>
                <a:latin typeface="Gill Sans MT" panose="020B0502020104020203" pitchFamily="34" charset="0"/>
              </a:rPr>
              <a:t>(international probs)</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economic recovery </a:t>
            </a:r>
            <a:r>
              <a:rPr lang="en-US" sz="3200" b="1" i="0" dirty="0">
                <a:solidFill>
                  <a:srgbClr val="333333"/>
                </a:solidFill>
                <a:effectLst/>
                <a:latin typeface="Gill Sans MT" panose="020B0502020104020203" pitchFamily="34" charset="0"/>
              </a:rPr>
              <a:t>(economy general)</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Getting </a:t>
            </a:r>
            <a:r>
              <a:rPr lang="en-US" sz="3200" b="0" i="0">
                <a:solidFill>
                  <a:srgbClr val="333333"/>
                </a:solidFill>
                <a:effectLst/>
                <a:latin typeface="Gill Sans MT" panose="020B0502020104020203" pitchFamily="34" charset="0"/>
              </a:rPr>
              <a:t>the </a:t>
            </a:r>
            <a:r>
              <a:rPr lang="en-US" sz="3200">
                <a:solidFill>
                  <a:srgbClr val="333333"/>
                </a:solidFill>
                <a:latin typeface="Gill Sans MT" panose="020B0502020104020203" pitchFamily="34" charset="0"/>
              </a:rPr>
              <a:t>govt</a:t>
            </a:r>
            <a:r>
              <a:rPr lang="en-US" sz="3200" b="0" i="0">
                <a:solidFill>
                  <a:srgbClr val="333333"/>
                </a:solidFill>
                <a:effectLst/>
                <a:latin typeface="Gill Sans MT" panose="020B0502020104020203" pitchFamily="34" charset="0"/>
              </a:rPr>
              <a:t> </a:t>
            </a:r>
            <a:r>
              <a:rPr lang="en-US" sz="3200" b="0" i="0" dirty="0">
                <a:solidFill>
                  <a:srgbClr val="333333"/>
                </a:solidFill>
                <a:effectLst/>
                <a:latin typeface="Gill Sans MT" panose="020B0502020104020203" pitchFamily="34" charset="0"/>
              </a:rPr>
              <a:t>out so they stop ruining everything </a:t>
            </a:r>
            <a:r>
              <a:rPr lang="en-US" sz="3200" b="1" i="0" dirty="0">
                <a:solidFill>
                  <a:srgbClr val="333333"/>
                </a:solidFill>
                <a:effectLst/>
                <a:latin typeface="Gill Sans MT" panose="020B0502020104020203" pitchFamily="34" charset="0"/>
              </a:rPr>
              <a:t>(politics-neg)</a:t>
            </a:r>
          </a:p>
          <a:p>
            <a:pPr algn="l" fontAlgn="base">
              <a:buFont typeface="Arial" panose="020B0604020202020204" pitchFamily="34" charset="0"/>
              <a:buChar char="•"/>
            </a:pPr>
            <a:r>
              <a:rPr lang="en-US" sz="3200" b="0" i="0" dirty="0">
                <a:solidFill>
                  <a:srgbClr val="333333"/>
                </a:solidFill>
                <a:effectLst/>
                <a:latin typeface="Gill Sans MT" panose="020B0502020104020203" pitchFamily="34" charset="0"/>
              </a:rPr>
              <a:t>Immigration </a:t>
            </a:r>
            <a:r>
              <a:rPr lang="en-US" sz="3200" b="1" i="0" dirty="0">
                <a:solidFill>
                  <a:srgbClr val="333333"/>
                </a:solidFill>
                <a:effectLst/>
                <a:latin typeface="Gill Sans MT" panose="020B0502020104020203" pitchFamily="34" charset="0"/>
              </a:rPr>
              <a:t>(immigration)</a:t>
            </a:r>
          </a:p>
        </p:txBody>
      </p:sp>
      <p:sp>
        <p:nvSpPr>
          <p:cNvPr id="3" name="TextBox 2">
            <a:extLst>
              <a:ext uri="{FF2B5EF4-FFF2-40B4-BE49-F238E27FC236}">
                <a16:creationId xmlns:a16="http://schemas.microsoft.com/office/drawing/2014/main" id="{98CC54A1-412B-42B2-2B31-42A63E687C04}"/>
              </a:ext>
            </a:extLst>
          </p:cNvPr>
          <p:cNvSpPr txBox="1"/>
          <p:nvPr/>
        </p:nvSpPr>
        <p:spPr>
          <a:xfrm>
            <a:off x="323160" y="1696852"/>
            <a:ext cx="11222516" cy="1200329"/>
          </a:xfrm>
          <a:prstGeom prst="rect">
            <a:avLst/>
          </a:prstGeom>
          <a:noFill/>
        </p:spPr>
        <p:txBody>
          <a:bodyPr wrap="square">
            <a:spAutoFit/>
          </a:bodyPr>
          <a:lstStyle/>
          <a:p>
            <a:r>
              <a:rPr lang="en-US" sz="3600" dirty="0">
                <a:solidFill>
                  <a:srgbClr val="333333"/>
                </a:solidFill>
                <a:latin typeface="Gill Sans MT" panose="020B0502020104020203" pitchFamily="34" charset="0"/>
              </a:rPr>
              <a:t>- O</a:t>
            </a:r>
            <a:r>
              <a:rPr lang="en-US" sz="3600" b="0" i="0" dirty="0">
                <a:solidFill>
                  <a:srgbClr val="333333"/>
                </a:solidFill>
                <a:effectLst/>
                <a:latin typeface="Gill Sans MT" panose="020B0502020104020203" pitchFamily="34" charset="0"/>
              </a:rPr>
              <a:t>pen ended text response</a:t>
            </a:r>
          </a:p>
          <a:p>
            <a:r>
              <a:rPr lang="en-US" sz="3600" dirty="0">
                <a:solidFill>
                  <a:srgbClr val="333333"/>
                </a:solidFill>
                <a:latin typeface="Gill Sans MT" panose="020B0502020104020203" pitchFamily="34" charset="0"/>
              </a:rPr>
              <a:t>- We now want to group responses into issue categories</a:t>
            </a:r>
            <a:endParaRPr lang="en-GB" sz="3600" dirty="0">
              <a:latin typeface="Gill Sans MT" panose="020B0502020104020203" pitchFamily="34" charset="0"/>
            </a:endParaRPr>
          </a:p>
        </p:txBody>
      </p:sp>
      <p:sp>
        <p:nvSpPr>
          <p:cNvPr id="7" name="TextBox 6">
            <a:extLst>
              <a:ext uri="{FF2B5EF4-FFF2-40B4-BE49-F238E27FC236}">
                <a16:creationId xmlns:a16="http://schemas.microsoft.com/office/drawing/2014/main" id="{CAF969C1-8800-779A-3D5D-D5CB01CF81C5}"/>
              </a:ext>
            </a:extLst>
          </p:cNvPr>
          <p:cNvSpPr txBox="1"/>
          <p:nvPr/>
        </p:nvSpPr>
        <p:spPr>
          <a:xfrm>
            <a:off x="4498923" y="6475988"/>
            <a:ext cx="4912242" cy="369332"/>
          </a:xfrm>
          <a:prstGeom prst="rect">
            <a:avLst/>
          </a:prstGeom>
          <a:noFill/>
        </p:spPr>
        <p:txBody>
          <a:bodyPr wrap="square" rtlCol="0">
            <a:spAutoFit/>
          </a:bodyPr>
          <a:lstStyle/>
          <a:p>
            <a:r>
              <a:rPr lang="en-US" dirty="0">
                <a:latin typeface="Gill Sans MT" panose="020B0502020104020203" pitchFamily="34" charset="0"/>
              </a:rPr>
              <a:t>Source: </a:t>
            </a:r>
            <a:r>
              <a:rPr lang="en-US" dirty="0">
                <a:latin typeface="Gill Sans MT" panose="020B0502020104020203" pitchFamily="34" charset="0"/>
                <a:hlinkClick r:id="rId2"/>
              </a:rPr>
              <a:t>British Election Study</a:t>
            </a:r>
            <a:endParaRPr lang="en-GB" dirty="0">
              <a:latin typeface="Gill Sans MT" panose="020B0502020104020203" pitchFamily="34" charset="0"/>
            </a:endParaRPr>
          </a:p>
        </p:txBody>
      </p:sp>
    </p:spTree>
    <p:extLst>
      <p:ext uri="{BB962C8B-B14F-4D97-AF65-F5344CB8AC3E}">
        <p14:creationId xmlns:p14="http://schemas.microsoft.com/office/powerpoint/2010/main" val="11550263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43E54299-14F3-3B0B-2F65-13A94AEA13E7}"/>
              </a:ext>
            </a:extLst>
          </p:cNvPr>
          <p:cNvSpPr/>
          <p:nvPr/>
        </p:nvSpPr>
        <p:spPr>
          <a:xfrm>
            <a:off x="980501" y="136526"/>
            <a:ext cx="10322805" cy="1317701"/>
          </a:xfrm>
          <a:prstGeom prst="roundRect">
            <a:avLst/>
          </a:prstGeom>
          <a:solidFill>
            <a:schemeClr val="accent4">
              <a:alpha val="49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GB" dirty="0"/>
          </a:p>
        </p:txBody>
      </p:sp>
      <p:sp>
        <p:nvSpPr>
          <p:cNvPr id="2" name="Slide Number Placeholder 1">
            <a:extLst>
              <a:ext uri="{FF2B5EF4-FFF2-40B4-BE49-F238E27FC236}">
                <a16:creationId xmlns:a16="http://schemas.microsoft.com/office/drawing/2014/main" id="{0F2E71D1-3976-3B5B-CB8E-5265583B18CF}"/>
              </a:ext>
            </a:extLst>
          </p:cNvPr>
          <p:cNvSpPr>
            <a:spLocks noGrp="1"/>
          </p:cNvSpPr>
          <p:nvPr>
            <p:ph type="sldNum" sz="quarter" idx="12"/>
          </p:nvPr>
        </p:nvSpPr>
        <p:spPr/>
        <p:txBody>
          <a:bodyPr/>
          <a:lstStyle/>
          <a:p>
            <a:fld id="{372769DB-CAE7-4C85-A9AF-7D4D8DE4CA22}" type="slidenum">
              <a:rPr lang="en-GB" smtClean="0"/>
              <a:t>61</a:t>
            </a:fld>
            <a:endParaRPr lang="en-GB" dirty="0"/>
          </a:p>
        </p:txBody>
      </p:sp>
      <p:sp>
        <p:nvSpPr>
          <p:cNvPr id="4" name="TextBox 3">
            <a:extLst>
              <a:ext uri="{FF2B5EF4-FFF2-40B4-BE49-F238E27FC236}">
                <a16:creationId xmlns:a16="http://schemas.microsoft.com/office/drawing/2014/main" id="{28B731DA-A037-6A0D-159D-9803FFEDA8EB}"/>
              </a:ext>
            </a:extLst>
          </p:cNvPr>
          <p:cNvSpPr txBox="1"/>
          <p:nvPr/>
        </p:nvSpPr>
        <p:spPr>
          <a:xfrm>
            <a:off x="1124990" y="136526"/>
            <a:ext cx="10322805" cy="1200329"/>
          </a:xfrm>
          <a:prstGeom prst="rect">
            <a:avLst/>
          </a:prstGeom>
          <a:noFill/>
        </p:spPr>
        <p:txBody>
          <a:bodyPr wrap="square">
            <a:spAutoFit/>
          </a:bodyPr>
          <a:lstStyle/>
          <a:p>
            <a:r>
              <a:rPr lang="en-US" sz="3600" b="0" i="0" dirty="0">
                <a:solidFill>
                  <a:srgbClr val="333333"/>
                </a:solidFill>
                <a:effectLst/>
                <a:latin typeface="Gill Sans MT" panose="020B0502020104020203" pitchFamily="34" charset="0"/>
              </a:rPr>
              <a:t>“What is the </a:t>
            </a:r>
            <a:r>
              <a:rPr lang="en-US" sz="3600" b="1" i="0" dirty="0">
                <a:solidFill>
                  <a:srgbClr val="333333"/>
                </a:solidFill>
                <a:effectLst/>
                <a:latin typeface="Gill Sans MT" panose="020B0502020104020203" pitchFamily="34" charset="0"/>
              </a:rPr>
              <a:t>singl</a:t>
            </a:r>
            <a:r>
              <a:rPr lang="en-US" sz="3600" b="1" dirty="0">
                <a:solidFill>
                  <a:srgbClr val="333333"/>
                </a:solidFill>
                <a:latin typeface="Gill Sans MT" panose="020B0502020104020203" pitchFamily="34" charset="0"/>
              </a:rPr>
              <a:t>e most </a:t>
            </a:r>
            <a:r>
              <a:rPr lang="en-US" sz="3600" b="0" i="0" dirty="0">
                <a:solidFill>
                  <a:srgbClr val="333333"/>
                </a:solidFill>
                <a:effectLst/>
                <a:latin typeface="Gill Sans MT" panose="020B0502020104020203" pitchFamily="34" charset="0"/>
              </a:rPr>
              <a:t>important issue facing the country at the present time?” </a:t>
            </a:r>
            <a:endParaRPr lang="en-GB" sz="3600" dirty="0">
              <a:latin typeface="Gill Sans MT" panose="020B0502020104020203" pitchFamily="34" charset="0"/>
            </a:endParaRPr>
          </a:p>
        </p:txBody>
      </p:sp>
      <p:sp>
        <p:nvSpPr>
          <p:cNvPr id="3" name="TextBox 2">
            <a:extLst>
              <a:ext uri="{FF2B5EF4-FFF2-40B4-BE49-F238E27FC236}">
                <a16:creationId xmlns:a16="http://schemas.microsoft.com/office/drawing/2014/main" id="{98CC54A1-412B-42B2-2B31-42A63E687C04}"/>
              </a:ext>
            </a:extLst>
          </p:cNvPr>
          <p:cNvSpPr txBox="1"/>
          <p:nvPr/>
        </p:nvSpPr>
        <p:spPr>
          <a:xfrm>
            <a:off x="675134" y="1832034"/>
            <a:ext cx="11222516" cy="4524315"/>
          </a:xfrm>
          <a:prstGeom prst="rect">
            <a:avLst/>
          </a:prstGeom>
          <a:noFill/>
        </p:spPr>
        <p:txBody>
          <a:bodyPr wrap="square">
            <a:spAutoFit/>
          </a:bodyPr>
          <a:lstStyle/>
          <a:p>
            <a:r>
              <a:rPr lang="en-US" sz="3600" dirty="0">
                <a:solidFill>
                  <a:srgbClr val="333333"/>
                </a:solidFill>
                <a:latin typeface="Gill Sans MT" panose="020B0502020104020203" pitchFamily="34" charset="0"/>
              </a:rPr>
              <a:t>What do you think would be the advantages, or issues we might face if we tried to code these responses by:</a:t>
            </a:r>
          </a:p>
          <a:p>
            <a:endParaRPr lang="en-US" sz="3600" b="1" dirty="0">
              <a:solidFill>
                <a:srgbClr val="333333"/>
              </a:solidFill>
              <a:latin typeface="Gill Sans MT" panose="020B0502020104020203" pitchFamily="34" charset="0"/>
            </a:endParaRPr>
          </a:p>
          <a:p>
            <a:pPr marL="742950" indent="-742950">
              <a:buFont typeface="+mj-lt"/>
              <a:buAutoNum type="arabicPeriod"/>
            </a:pPr>
            <a:r>
              <a:rPr lang="en-US" sz="3600" b="1" dirty="0">
                <a:solidFill>
                  <a:srgbClr val="333333"/>
                </a:solidFill>
                <a:latin typeface="Gill Sans MT" panose="020B0502020104020203" pitchFamily="34" charset="0"/>
              </a:rPr>
              <a:t>Labelling all the responses ourselves</a:t>
            </a:r>
          </a:p>
          <a:p>
            <a:pPr marL="742950" indent="-742950">
              <a:buFont typeface="+mj-lt"/>
              <a:buAutoNum type="arabicPeriod"/>
            </a:pPr>
            <a:r>
              <a:rPr lang="en-US" sz="3600" b="1" dirty="0">
                <a:solidFill>
                  <a:srgbClr val="333333"/>
                </a:solidFill>
                <a:latin typeface="Gill Sans MT" panose="020B0502020104020203" pitchFamily="34" charset="0"/>
              </a:rPr>
              <a:t>Having a team of 2 coders label the responses</a:t>
            </a:r>
          </a:p>
          <a:p>
            <a:pPr marL="742950" indent="-742950">
              <a:buFont typeface="+mj-lt"/>
              <a:buAutoNum type="arabicPeriod"/>
            </a:pPr>
            <a:r>
              <a:rPr lang="en-US" sz="3600" b="1" dirty="0">
                <a:solidFill>
                  <a:srgbClr val="333333"/>
                </a:solidFill>
                <a:latin typeface="Gill Sans MT" panose="020B0502020104020203" pitchFamily="34" charset="0"/>
              </a:rPr>
              <a:t>Using keyword searches to label each response</a:t>
            </a:r>
          </a:p>
          <a:p>
            <a:endParaRPr lang="en-US" sz="3600" dirty="0">
              <a:solidFill>
                <a:srgbClr val="333333"/>
              </a:solidFill>
              <a:latin typeface="Gill Sans MT" panose="020B0502020104020203" pitchFamily="34" charset="0"/>
            </a:endParaRPr>
          </a:p>
          <a:p>
            <a:pPr algn="ctr"/>
            <a:r>
              <a:rPr lang="en-GB" sz="3600" dirty="0">
                <a:latin typeface="Gill Sans MT" panose="020B0502020104020203" pitchFamily="34" charset="0"/>
              </a:rPr>
              <a:t>(Time, cost, validity, reliability)</a:t>
            </a:r>
          </a:p>
        </p:txBody>
      </p:sp>
    </p:spTree>
    <p:extLst>
      <p:ext uri="{BB962C8B-B14F-4D97-AF65-F5344CB8AC3E}">
        <p14:creationId xmlns:p14="http://schemas.microsoft.com/office/powerpoint/2010/main" val="27480429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07ACF5-1500-2508-0BB2-ABFE56BA1998}"/>
              </a:ext>
            </a:extLst>
          </p:cNvPr>
          <p:cNvSpPr>
            <a:spLocks noGrp="1"/>
          </p:cNvSpPr>
          <p:nvPr>
            <p:ph type="sldNum" sz="quarter" idx="12"/>
          </p:nvPr>
        </p:nvSpPr>
        <p:spPr/>
        <p:txBody>
          <a:bodyPr/>
          <a:lstStyle/>
          <a:p>
            <a:fld id="{372769DB-CAE7-4C85-A9AF-7D4D8DE4CA22}" type="slidenum">
              <a:rPr lang="en-GB" smtClean="0"/>
              <a:t>62</a:t>
            </a:fld>
            <a:endParaRPr lang="en-GB" dirty="0"/>
          </a:p>
        </p:txBody>
      </p:sp>
      <p:pic>
        <p:nvPicPr>
          <p:cNvPr id="6" name="Picture 5" descr="Two side-by-side scatter plots compare percentage agreement with original human coders for 50-category and 13-category MII coding across human, LLM, and supervised models. Human coders show highest agreement near 100%, LLMs decline notably with GPT-3.5-turbo and PaLM 2, while supervised models like DistilRoBERTa and Neural Net maintain moderate agreement, with SVM performing lowest.">
            <a:extLst>
              <a:ext uri="{FF2B5EF4-FFF2-40B4-BE49-F238E27FC236}">
                <a16:creationId xmlns:a16="http://schemas.microsoft.com/office/drawing/2014/main" id="{620F4034-F101-DD33-D82B-D31489E80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3786" y="0"/>
            <a:ext cx="9262454" cy="6469605"/>
          </a:xfrm>
          <a:prstGeom prst="rect">
            <a:avLst/>
          </a:prstGeom>
        </p:spPr>
      </p:pic>
      <p:sp>
        <p:nvSpPr>
          <p:cNvPr id="3" name="TextBox 2">
            <a:extLst>
              <a:ext uri="{FF2B5EF4-FFF2-40B4-BE49-F238E27FC236}">
                <a16:creationId xmlns:a16="http://schemas.microsoft.com/office/drawing/2014/main" id="{286D8897-6868-7DC4-5273-D4D6CB88D7B9}"/>
              </a:ext>
            </a:extLst>
          </p:cNvPr>
          <p:cNvSpPr txBox="1"/>
          <p:nvPr/>
        </p:nvSpPr>
        <p:spPr>
          <a:xfrm>
            <a:off x="172720" y="6356349"/>
            <a:ext cx="4947920" cy="369332"/>
          </a:xfrm>
          <a:prstGeom prst="rect">
            <a:avLst/>
          </a:prstGeom>
          <a:noFill/>
        </p:spPr>
        <p:txBody>
          <a:bodyPr wrap="square" rtlCol="0">
            <a:spAutoFit/>
          </a:bodyPr>
          <a:lstStyle/>
          <a:p>
            <a:r>
              <a:rPr lang="en-GB" dirty="0"/>
              <a:t>Source: Mellon et al (2024)</a:t>
            </a:r>
          </a:p>
        </p:txBody>
      </p:sp>
    </p:spTree>
    <p:extLst>
      <p:ext uri="{BB962C8B-B14F-4D97-AF65-F5344CB8AC3E}">
        <p14:creationId xmlns:p14="http://schemas.microsoft.com/office/powerpoint/2010/main" val="30875920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D904BD-9CAD-0027-5BEF-591B6C02FF33}"/>
              </a:ext>
            </a:extLst>
          </p:cNvPr>
          <p:cNvSpPr>
            <a:spLocks noGrp="1"/>
          </p:cNvSpPr>
          <p:nvPr>
            <p:ph type="sldNum" sz="quarter" idx="12"/>
          </p:nvPr>
        </p:nvSpPr>
        <p:spPr/>
        <p:txBody>
          <a:bodyPr/>
          <a:lstStyle/>
          <a:p>
            <a:fld id="{372769DB-CAE7-4C85-A9AF-7D4D8DE4CA22}" type="slidenum">
              <a:rPr lang="en-GB" smtClean="0"/>
              <a:t>63</a:t>
            </a:fld>
            <a:endParaRPr lang="en-GB" dirty="0"/>
          </a:p>
        </p:txBody>
      </p:sp>
      <p:pic>
        <p:nvPicPr>
          <p:cNvPr id="4" name="Picture 3" descr="Screenshot of a research article titled &quot;Using large language models to analyze political texts through natural language understanding&quot; published in American Journal of Political Science. The article abstract discusses the use of large language models as scalable alternatives to human experts for analyzing political texts, highlighting their ability to generate meaningful estimates of party positions on key issues with high correlation to expert ratings.">
            <a:hlinkClick r:id="rId2"/>
            <a:extLst>
              <a:ext uri="{FF2B5EF4-FFF2-40B4-BE49-F238E27FC236}">
                <a16:creationId xmlns:a16="http://schemas.microsoft.com/office/drawing/2014/main" id="{4951D8AE-17A5-214B-69DD-F04675BEA1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3060" y="232694"/>
            <a:ext cx="8777429" cy="6607011"/>
          </a:xfrm>
          <a:prstGeom prst="rect">
            <a:avLst/>
          </a:prstGeom>
        </p:spPr>
      </p:pic>
    </p:spTree>
    <p:extLst>
      <p:ext uri="{BB962C8B-B14F-4D97-AF65-F5344CB8AC3E}">
        <p14:creationId xmlns:p14="http://schemas.microsoft.com/office/powerpoint/2010/main" val="8007654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3FF69-B6E6-EE8B-67E5-EC76A1F75347}"/>
              </a:ext>
            </a:extLst>
          </p:cNvPr>
          <p:cNvSpPr>
            <a:spLocks noGrp="1"/>
          </p:cNvSpPr>
          <p:nvPr>
            <p:ph type="title"/>
          </p:nvPr>
        </p:nvSpPr>
        <p:spPr/>
        <p:txBody>
          <a:bodyPr/>
          <a:lstStyle/>
          <a:p>
            <a:r>
              <a:rPr lang="en-GB" dirty="0"/>
              <a:t>Computational text analysis</a:t>
            </a:r>
          </a:p>
        </p:txBody>
      </p:sp>
      <p:sp>
        <p:nvSpPr>
          <p:cNvPr id="3" name="Content Placeholder 2">
            <a:extLst>
              <a:ext uri="{FF2B5EF4-FFF2-40B4-BE49-F238E27FC236}">
                <a16:creationId xmlns:a16="http://schemas.microsoft.com/office/drawing/2014/main" id="{D72FFA1C-2DD8-D09B-8419-CE41DB06ADF0}"/>
              </a:ext>
            </a:extLst>
          </p:cNvPr>
          <p:cNvSpPr>
            <a:spLocks noGrp="1"/>
          </p:cNvSpPr>
          <p:nvPr>
            <p:ph idx="1"/>
          </p:nvPr>
        </p:nvSpPr>
        <p:spPr>
          <a:xfrm>
            <a:off x="838200" y="1825625"/>
            <a:ext cx="5633720" cy="4351338"/>
          </a:xfrm>
        </p:spPr>
        <p:txBody>
          <a:bodyPr/>
          <a:lstStyle/>
          <a:p>
            <a:pPr marL="0" indent="0">
              <a:buNone/>
            </a:pPr>
            <a:r>
              <a:rPr lang="en-GB" b="1" dirty="0"/>
              <a:t>Limitations</a:t>
            </a:r>
          </a:p>
          <a:p>
            <a:r>
              <a:rPr lang="en-GB" dirty="0"/>
              <a:t>Technical skills</a:t>
            </a:r>
          </a:p>
          <a:p>
            <a:r>
              <a:rPr lang="en-GB" dirty="0"/>
              <a:t>Training data quality/bias</a:t>
            </a:r>
          </a:p>
          <a:p>
            <a:r>
              <a:rPr lang="en-GB" dirty="0"/>
              <a:t>Requires validation</a:t>
            </a:r>
          </a:p>
        </p:txBody>
      </p:sp>
      <p:sp>
        <p:nvSpPr>
          <p:cNvPr id="5" name="Slide Number Placeholder 4">
            <a:extLst>
              <a:ext uri="{FF2B5EF4-FFF2-40B4-BE49-F238E27FC236}">
                <a16:creationId xmlns:a16="http://schemas.microsoft.com/office/drawing/2014/main" id="{759ECE30-0093-7048-0352-73A2799E3E61}"/>
              </a:ext>
            </a:extLst>
          </p:cNvPr>
          <p:cNvSpPr>
            <a:spLocks noGrp="1"/>
          </p:cNvSpPr>
          <p:nvPr>
            <p:ph type="sldNum" sz="quarter" idx="12"/>
          </p:nvPr>
        </p:nvSpPr>
        <p:spPr/>
        <p:txBody>
          <a:bodyPr/>
          <a:lstStyle/>
          <a:p>
            <a:fld id="{372769DB-CAE7-4C85-A9AF-7D4D8DE4CA22}" type="slidenum">
              <a:rPr lang="en-GB" smtClean="0"/>
              <a:t>64</a:t>
            </a:fld>
            <a:endParaRPr lang="en-GB" dirty="0"/>
          </a:p>
        </p:txBody>
      </p:sp>
      <p:sp>
        <p:nvSpPr>
          <p:cNvPr id="6" name="Content Placeholder 2">
            <a:extLst>
              <a:ext uri="{FF2B5EF4-FFF2-40B4-BE49-F238E27FC236}">
                <a16:creationId xmlns:a16="http://schemas.microsoft.com/office/drawing/2014/main" id="{BD5AC944-BD72-54C7-D9C1-E2EB5CD647CF}"/>
              </a:ext>
            </a:extLst>
          </p:cNvPr>
          <p:cNvSpPr txBox="1">
            <a:spLocks/>
          </p:cNvSpPr>
          <p:nvPr/>
        </p:nvSpPr>
        <p:spPr>
          <a:xfrm>
            <a:off x="6649720" y="1898561"/>
            <a:ext cx="56337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dirty="0"/>
              <a:t>Advantages</a:t>
            </a:r>
          </a:p>
          <a:p>
            <a:r>
              <a:rPr lang="en-GB" dirty="0"/>
              <a:t>Scalable</a:t>
            </a:r>
          </a:p>
          <a:p>
            <a:r>
              <a:rPr lang="en-GB" dirty="0"/>
              <a:t>Flexible</a:t>
            </a:r>
          </a:p>
          <a:p>
            <a:r>
              <a:rPr lang="en-GB" dirty="0"/>
              <a:t>Time and cost</a:t>
            </a:r>
          </a:p>
          <a:p>
            <a:endParaRPr lang="en-GB" dirty="0"/>
          </a:p>
        </p:txBody>
      </p:sp>
    </p:spTree>
    <p:extLst>
      <p:ext uri="{BB962C8B-B14F-4D97-AF65-F5344CB8AC3E}">
        <p14:creationId xmlns:p14="http://schemas.microsoft.com/office/powerpoint/2010/main" val="12332137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9ADE-A94A-5BEA-351E-04FD4AD2BBDE}"/>
              </a:ext>
            </a:extLst>
          </p:cNvPr>
          <p:cNvSpPr>
            <a:spLocks noGrp="1"/>
          </p:cNvSpPr>
          <p:nvPr>
            <p:ph type="title"/>
          </p:nvPr>
        </p:nvSpPr>
        <p:spPr>
          <a:xfrm>
            <a:off x="1149484" y="2353625"/>
            <a:ext cx="9893031" cy="2626469"/>
          </a:xfrm>
        </p:spPr>
        <p:txBody>
          <a:bodyPr>
            <a:normAutofit fontScale="90000"/>
          </a:bodyPr>
          <a:lstStyle/>
          <a:p>
            <a:r>
              <a:rPr lang="en-GB" dirty="0"/>
              <a:t>Content analysis in </a:t>
            </a:r>
            <a:br>
              <a:rPr lang="en-GB" dirty="0"/>
            </a:br>
            <a:r>
              <a:rPr lang="en-GB" dirty="0"/>
              <a:t>academic research</a:t>
            </a:r>
            <a:br>
              <a:rPr lang="en-GB" dirty="0"/>
            </a:br>
            <a:br>
              <a:rPr lang="en-GB" dirty="0"/>
            </a:br>
            <a:r>
              <a:rPr lang="en-US" dirty="0"/>
              <a:t>Example 2</a:t>
            </a:r>
            <a:endParaRPr lang="en-GB" dirty="0"/>
          </a:p>
        </p:txBody>
      </p:sp>
    </p:spTree>
    <p:extLst>
      <p:ext uri="{BB962C8B-B14F-4D97-AF65-F5344CB8AC3E}">
        <p14:creationId xmlns:p14="http://schemas.microsoft.com/office/powerpoint/2010/main" val="1369285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6EF386-5888-25B2-E490-14FD23D68644}"/>
              </a:ext>
            </a:extLst>
          </p:cNvPr>
          <p:cNvSpPr>
            <a:spLocks noGrp="1"/>
          </p:cNvSpPr>
          <p:nvPr>
            <p:ph type="sldNum" sz="quarter" idx="12"/>
          </p:nvPr>
        </p:nvSpPr>
        <p:spPr/>
        <p:txBody>
          <a:bodyPr/>
          <a:lstStyle/>
          <a:p>
            <a:fld id="{372769DB-CAE7-4C85-A9AF-7D4D8DE4CA22}" type="slidenum">
              <a:rPr lang="en-GB" smtClean="0"/>
              <a:t>66</a:t>
            </a:fld>
            <a:endParaRPr lang="en-GB" dirty="0"/>
          </a:p>
        </p:txBody>
      </p:sp>
      <p:pic>
        <p:nvPicPr>
          <p:cNvPr id="4" name="Picture 3" descr="Screenshot of a scholarly article titled &quot;What’s in a frame? A comparative content analysis of American, British, French, and Russian news articles&quot; published in the International Communication Gazette. The screenshot includes author names, affiliations, publication details, and a DOI link, highlighting the article's focus on cross-national media analysis.">
            <a:extLst>
              <a:ext uri="{FF2B5EF4-FFF2-40B4-BE49-F238E27FC236}">
                <a16:creationId xmlns:a16="http://schemas.microsoft.com/office/drawing/2014/main" id="{9C0FCCEE-97F5-53E5-C600-83F83BF91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3491" y="584790"/>
            <a:ext cx="8034679" cy="5397747"/>
          </a:xfrm>
          <a:prstGeom prst="rect">
            <a:avLst/>
          </a:prstGeom>
        </p:spPr>
      </p:pic>
    </p:spTree>
    <p:extLst>
      <p:ext uri="{BB962C8B-B14F-4D97-AF65-F5344CB8AC3E}">
        <p14:creationId xmlns:p14="http://schemas.microsoft.com/office/powerpoint/2010/main" val="4790007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EF09DE-8D71-E3E4-7439-35E4B8BB6C6F}"/>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close-up of a text&#10;&#10;Description automatically generated">
            <a:extLst>
              <a:ext uri="{FF2B5EF4-FFF2-40B4-BE49-F238E27FC236}">
                <a16:creationId xmlns:a16="http://schemas.microsoft.com/office/drawing/2014/main" id="{B229A458-AC76-4B66-AF87-2076CECA4D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6912" y="1423623"/>
            <a:ext cx="6865088" cy="3228841"/>
          </a:xfrm>
          <a:prstGeom prst="rect">
            <a:avLst/>
          </a:prstGeom>
        </p:spPr>
      </p:pic>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err="1"/>
              <a:t>Godefroidt</a:t>
            </a:r>
            <a:r>
              <a:rPr lang="en-US" dirty="0"/>
              <a:t> et al. (2016)</a:t>
            </a:r>
            <a:endParaRPr lang="en-GB" dirty="0"/>
          </a:p>
        </p:txBody>
      </p:sp>
      <p:sp>
        <p:nvSpPr>
          <p:cNvPr id="3" name="Content Placeholder 2">
            <a:extLst>
              <a:ext uri="{FF2B5EF4-FFF2-40B4-BE49-F238E27FC236}">
                <a16:creationId xmlns:a16="http://schemas.microsoft.com/office/drawing/2014/main" id="{21DB776C-8C2D-FE9D-3F01-891DC664CCE1}"/>
              </a:ext>
            </a:extLst>
          </p:cNvPr>
          <p:cNvSpPr>
            <a:spLocks noGrp="1"/>
          </p:cNvSpPr>
          <p:nvPr>
            <p:ph idx="1"/>
          </p:nvPr>
        </p:nvSpPr>
        <p:spPr>
          <a:xfrm>
            <a:off x="611334" y="2115694"/>
            <a:ext cx="10515600" cy="4351338"/>
          </a:xfrm>
        </p:spPr>
        <p:txBody>
          <a:bodyPr>
            <a:normAutofit lnSpcReduction="10000"/>
          </a:bodyPr>
          <a:lstStyle/>
          <a:p>
            <a:r>
              <a:rPr lang="en-US" b="1" dirty="0"/>
              <a:t>Agenda setting</a:t>
            </a:r>
          </a:p>
          <a:p>
            <a:r>
              <a:rPr lang="en-US" b="1" dirty="0"/>
              <a:t>Framing</a:t>
            </a:r>
          </a:p>
          <a:p>
            <a:endParaRPr lang="en-US" dirty="0"/>
          </a:p>
          <a:p>
            <a:endParaRPr lang="en-US" dirty="0"/>
          </a:p>
          <a:p>
            <a:r>
              <a:rPr lang="en-US" b="1" dirty="0"/>
              <a:t>Deductive quantitative </a:t>
            </a:r>
            <a:r>
              <a:rPr lang="en-US" dirty="0"/>
              <a:t>content analysis</a:t>
            </a:r>
          </a:p>
          <a:p>
            <a:r>
              <a:rPr lang="en-US" dirty="0"/>
              <a:t>News coverage of </a:t>
            </a:r>
            <a:r>
              <a:rPr lang="en-US" b="1" dirty="0"/>
              <a:t>Syrian civil war</a:t>
            </a:r>
            <a:endParaRPr lang="en-GB" b="1" dirty="0"/>
          </a:p>
          <a:p>
            <a:r>
              <a:rPr lang="en-GB" dirty="0"/>
              <a:t>Before and after </a:t>
            </a:r>
            <a:r>
              <a:rPr lang="en-GB" b="1" dirty="0"/>
              <a:t>chemical weapons attack</a:t>
            </a:r>
            <a:endParaRPr lang="en-US" b="1" dirty="0"/>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67</a:t>
            </a:fld>
            <a:endParaRPr lang="en-GB" dirty="0"/>
          </a:p>
        </p:txBody>
      </p:sp>
    </p:spTree>
    <p:extLst>
      <p:ext uri="{BB962C8B-B14F-4D97-AF65-F5344CB8AC3E}">
        <p14:creationId xmlns:p14="http://schemas.microsoft.com/office/powerpoint/2010/main" val="42130261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4AD523A-4332-10E5-BC7A-ACA2336EC914}"/>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a:t>Research Questions</a:t>
            </a:r>
            <a:endParaRPr lang="en-GB" dirty="0"/>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68</a:t>
            </a:fld>
            <a:endParaRPr lang="en-GB" dirty="0"/>
          </a:p>
        </p:txBody>
      </p:sp>
      <p:sp>
        <p:nvSpPr>
          <p:cNvPr id="4" name="Content Placeholder 2">
            <a:extLst>
              <a:ext uri="{FF2B5EF4-FFF2-40B4-BE49-F238E27FC236}">
                <a16:creationId xmlns:a16="http://schemas.microsoft.com/office/drawing/2014/main" id="{95FF0E67-487F-424E-25F5-64C8E1ED27D5}"/>
              </a:ext>
            </a:extLst>
          </p:cNvPr>
          <p:cNvSpPr txBox="1">
            <a:spLocks/>
          </p:cNvSpPr>
          <p:nvPr/>
        </p:nvSpPr>
        <p:spPr>
          <a:xfrm>
            <a:off x="324255" y="1595424"/>
            <a:ext cx="8340518" cy="49506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3600" b="1" dirty="0"/>
              <a:t>How much attention is paid to the Syrian war in newspaper coverage?</a:t>
            </a:r>
          </a:p>
          <a:p>
            <a:pPr marL="514350" indent="-514350">
              <a:buFont typeface="+mj-lt"/>
              <a:buAutoNum type="arabicPeriod"/>
            </a:pPr>
            <a:endParaRPr lang="en-US" sz="3600" b="1" dirty="0"/>
          </a:p>
          <a:p>
            <a:pPr marL="514350" indent="-514350">
              <a:buFont typeface="+mj-lt"/>
              <a:buAutoNum type="arabicPeriod"/>
            </a:pPr>
            <a:r>
              <a:rPr lang="en-US" sz="3600" b="1" dirty="0"/>
              <a:t>Which news frames do the newspapers frequently apply?</a:t>
            </a:r>
          </a:p>
          <a:p>
            <a:pPr marL="514350" indent="-514350">
              <a:buFont typeface="+mj-lt"/>
              <a:buAutoNum type="arabicPeriod"/>
            </a:pPr>
            <a:endParaRPr lang="en-US" sz="3600" b="1" dirty="0"/>
          </a:p>
          <a:p>
            <a:pPr marL="514350" indent="-514350">
              <a:buFont typeface="+mj-lt"/>
              <a:buAutoNum type="arabicPeriod"/>
            </a:pPr>
            <a:r>
              <a:rPr lang="en-US" sz="3600" b="1" dirty="0"/>
              <a:t>How are blame and solutions included in these frames?</a:t>
            </a:r>
            <a:endParaRPr lang="en-US" sz="3600" dirty="0"/>
          </a:p>
        </p:txBody>
      </p:sp>
    </p:spTree>
    <p:extLst>
      <p:ext uri="{BB962C8B-B14F-4D97-AF65-F5344CB8AC3E}">
        <p14:creationId xmlns:p14="http://schemas.microsoft.com/office/powerpoint/2010/main" val="35288298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490259A-5828-CB7A-11C5-0F8785FD339B}"/>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a:t>Case selection</a:t>
            </a:r>
            <a:endParaRPr lang="en-GB" dirty="0"/>
          </a:p>
        </p:txBody>
      </p:sp>
      <p:sp>
        <p:nvSpPr>
          <p:cNvPr id="3" name="Content Placeholder 2">
            <a:extLst>
              <a:ext uri="{FF2B5EF4-FFF2-40B4-BE49-F238E27FC236}">
                <a16:creationId xmlns:a16="http://schemas.microsoft.com/office/drawing/2014/main" id="{21DB776C-8C2D-FE9D-3F01-891DC664CCE1}"/>
              </a:ext>
            </a:extLst>
          </p:cNvPr>
          <p:cNvSpPr>
            <a:spLocks noGrp="1"/>
          </p:cNvSpPr>
          <p:nvPr>
            <p:ph idx="1"/>
          </p:nvPr>
        </p:nvSpPr>
        <p:spPr>
          <a:xfrm>
            <a:off x="182101" y="1753335"/>
            <a:ext cx="6273783" cy="3282155"/>
          </a:xfrm>
        </p:spPr>
        <p:txBody>
          <a:bodyPr>
            <a:normAutofit/>
          </a:bodyPr>
          <a:lstStyle/>
          <a:p>
            <a:r>
              <a:rPr lang="en-US" sz="3600" b="1" dirty="0"/>
              <a:t>New York Times </a:t>
            </a:r>
            <a:r>
              <a:rPr lang="en-US" sz="3600" dirty="0"/>
              <a:t>(US)</a:t>
            </a:r>
          </a:p>
          <a:p>
            <a:r>
              <a:rPr lang="en-US" sz="3600" b="1" dirty="0"/>
              <a:t>The Telegraph </a:t>
            </a:r>
            <a:r>
              <a:rPr lang="en-US" sz="3600" dirty="0"/>
              <a:t>(UK)</a:t>
            </a:r>
          </a:p>
          <a:p>
            <a:r>
              <a:rPr lang="en-US" sz="3600" b="1" dirty="0"/>
              <a:t>Le Figaro </a:t>
            </a:r>
            <a:r>
              <a:rPr lang="en-US" sz="3600" dirty="0"/>
              <a:t>(France)</a:t>
            </a:r>
          </a:p>
          <a:p>
            <a:r>
              <a:rPr lang="en-US" sz="3600" b="1" dirty="0"/>
              <a:t>The Moscow Times </a:t>
            </a:r>
            <a:r>
              <a:rPr lang="en-US" sz="3600" dirty="0"/>
              <a:t>(Russia)</a:t>
            </a:r>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69</a:t>
            </a:fld>
            <a:endParaRPr lang="en-GB" dirty="0"/>
          </a:p>
        </p:txBody>
      </p:sp>
      <p:sp>
        <p:nvSpPr>
          <p:cNvPr id="4" name="Content Placeholder 2">
            <a:extLst>
              <a:ext uri="{FF2B5EF4-FFF2-40B4-BE49-F238E27FC236}">
                <a16:creationId xmlns:a16="http://schemas.microsoft.com/office/drawing/2014/main" id="{95FF0E67-487F-424E-25F5-64C8E1ED27D5}"/>
              </a:ext>
            </a:extLst>
          </p:cNvPr>
          <p:cNvSpPr txBox="1">
            <a:spLocks/>
          </p:cNvSpPr>
          <p:nvPr/>
        </p:nvSpPr>
        <p:spPr>
          <a:xfrm>
            <a:off x="409781" y="4989490"/>
            <a:ext cx="11600118" cy="44611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dirty="0"/>
              <a:t>Articles containing the following words:</a:t>
            </a:r>
          </a:p>
          <a:p>
            <a:pPr marL="0" indent="0">
              <a:buFont typeface="Arial" panose="020B0604020202020204" pitchFamily="34" charset="0"/>
              <a:buNone/>
            </a:pPr>
            <a:r>
              <a:rPr lang="en-US" sz="3200" b="1" dirty="0">
                <a:solidFill>
                  <a:srgbClr val="0070C0"/>
                </a:solidFill>
              </a:rPr>
              <a:t>uprising, rebellion, revolt, revolution, crisis, rebel, fight, war, or civil war and Syria, Syrian, or Assad </a:t>
            </a:r>
          </a:p>
        </p:txBody>
      </p:sp>
      <p:sp>
        <p:nvSpPr>
          <p:cNvPr id="9" name="Content Placeholder 2">
            <a:extLst>
              <a:ext uri="{FF2B5EF4-FFF2-40B4-BE49-F238E27FC236}">
                <a16:creationId xmlns:a16="http://schemas.microsoft.com/office/drawing/2014/main" id="{68607747-9640-9E14-1C5E-5BF628C103B4}"/>
              </a:ext>
            </a:extLst>
          </p:cNvPr>
          <p:cNvSpPr txBox="1">
            <a:spLocks/>
          </p:cNvSpPr>
          <p:nvPr/>
        </p:nvSpPr>
        <p:spPr>
          <a:xfrm>
            <a:off x="7401641" y="5076537"/>
            <a:ext cx="4466104" cy="10437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p>
        </p:txBody>
      </p:sp>
      <p:sp>
        <p:nvSpPr>
          <p:cNvPr id="8" name="Content Placeholder 2">
            <a:extLst>
              <a:ext uri="{FF2B5EF4-FFF2-40B4-BE49-F238E27FC236}">
                <a16:creationId xmlns:a16="http://schemas.microsoft.com/office/drawing/2014/main" id="{0D2BCEAC-1FA9-35F7-4932-7A6C597A06A4}"/>
              </a:ext>
            </a:extLst>
          </p:cNvPr>
          <p:cNvSpPr txBox="1">
            <a:spLocks/>
          </p:cNvSpPr>
          <p:nvPr/>
        </p:nvSpPr>
        <p:spPr>
          <a:xfrm>
            <a:off x="6923209" y="1737267"/>
            <a:ext cx="9889071" cy="42349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t>July-October 2013</a:t>
            </a:r>
            <a:endParaRPr lang="en-US" sz="3600" dirty="0"/>
          </a:p>
          <a:p>
            <a:r>
              <a:rPr lang="en-US" sz="3600" dirty="0"/>
              <a:t>Random sample 42 days </a:t>
            </a:r>
          </a:p>
          <a:p>
            <a:r>
              <a:rPr lang="en-US" sz="3600" dirty="0"/>
              <a:t>574 articles</a:t>
            </a:r>
          </a:p>
          <a:p>
            <a:r>
              <a:rPr lang="en-US" sz="3600" dirty="0"/>
              <a:t>Inter-coder checks</a:t>
            </a:r>
          </a:p>
        </p:txBody>
      </p:sp>
    </p:spTree>
    <p:extLst>
      <p:ext uri="{BB962C8B-B14F-4D97-AF65-F5344CB8AC3E}">
        <p14:creationId xmlns:p14="http://schemas.microsoft.com/office/powerpoint/2010/main" val="17028975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FC04B6-28E1-9960-BEEC-F771633CE868}"/>
              </a:ext>
            </a:extLst>
          </p:cNvPr>
          <p:cNvSpPr>
            <a:spLocks noGrp="1"/>
          </p:cNvSpPr>
          <p:nvPr>
            <p:ph type="sldNum" sz="quarter" idx="12"/>
          </p:nvPr>
        </p:nvSpPr>
        <p:spPr/>
        <p:txBody>
          <a:bodyPr/>
          <a:lstStyle/>
          <a:p>
            <a:fld id="{372769DB-CAE7-4C85-A9AF-7D4D8DE4CA22}" type="slidenum">
              <a:rPr lang="en-GB" smtClean="0"/>
              <a:t>70</a:t>
            </a:fld>
            <a:endParaRPr lang="en-GB" dirty="0"/>
          </a:p>
        </p:txBody>
      </p:sp>
      <p:pic>
        <p:nvPicPr>
          <p:cNvPr id="4" name="Picture 3" descr="Table presenting factor loadings for framing items related to conflict and human interest frames across six factors labeled C, HI, EC, M, R, and N. Conflict frame items show highest loadings on factor C (up to .743), while human interest frame items load strongly on factor HI (up to .811), indicating distinct factor structures for each frame type.">
            <a:extLst>
              <a:ext uri="{FF2B5EF4-FFF2-40B4-BE49-F238E27FC236}">
                <a16:creationId xmlns:a16="http://schemas.microsoft.com/office/drawing/2014/main" id="{440BDE71-3D86-DD71-F497-5B1417A63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6392" y="67291"/>
            <a:ext cx="8665534" cy="6723418"/>
          </a:xfrm>
          <a:prstGeom prst="rect">
            <a:avLst/>
          </a:prstGeom>
        </p:spPr>
      </p:pic>
    </p:spTree>
    <p:extLst>
      <p:ext uri="{BB962C8B-B14F-4D97-AF65-F5344CB8AC3E}">
        <p14:creationId xmlns:p14="http://schemas.microsoft.com/office/powerpoint/2010/main" val="17840474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D6B31-0251-0E6D-7957-2F4D51465386}"/>
              </a:ext>
            </a:extLst>
          </p:cNvPr>
          <p:cNvSpPr/>
          <p:nvPr/>
        </p:nvSpPr>
        <p:spPr>
          <a:xfrm>
            <a:off x="0" y="0"/>
            <a:ext cx="12192000" cy="1154096"/>
          </a:xfrm>
          <a:prstGeom prst="rect">
            <a:avLst/>
          </a:prstGeom>
          <a:solidFill>
            <a:srgbClr val="F69B36"/>
          </a:solidFill>
          <a:ln>
            <a:solidFill>
              <a:srgbClr val="F69B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9B7C235-1045-1522-B359-5A0D3967485A}"/>
              </a:ext>
            </a:extLst>
          </p:cNvPr>
          <p:cNvSpPr>
            <a:spLocks noGrp="1"/>
          </p:cNvSpPr>
          <p:nvPr>
            <p:ph type="title"/>
          </p:nvPr>
        </p:nvSpPr>
        <p:spPr/>
        <p:txBody>
          <a:bodyPr/>
          <a:lstStyle/>
          <a:p>
            <a:r>
              <a:rPr lang="en-US" dirty="0"/>
              <a:t>Results</a:t>
            </a:r>
            <a:endParaRPr lang="en-GB" dirty="0"/>
          </a:p>
        </p:txBody>
      </p:sp>
      <p:sp>
        <p:nvSpPr>
          <p:cNvPr id="3" name="Content Placeholder 2">
            <a:extLst>
              <a:ext uri="{FF2B5EF4-FFF2-40B4-BE49-F238E27FC236}">
                <a16:creationId xmlns:a16="http://schemas.microsoft.com/office/drawing/2014/main" id="{21DB776C-8C2D-FE9D-3F01-891DC664CCE1}"/>
              </a:ext>
            </a:extLst>
          </p:cNvPr>
          <p:cNvSpPr>
            <a:spLocks noGrp="1"/>
          </p:cNvSpPr>
          <p:nvPr>
            <p:ph idx="1"/>
          </p:nvPr>
        </p:nvSpPr>
        <p:spPr>
          <a:xfrm>
            <a:off x="4526266" y="1787734"/>
            <a:ext cx="4020239" cy="4351338"/>
          </a:xfrm>
        </p:spPr>
        <p:txBody>
          <a:bodyPr>
            <a:normAutofit/>
          </a:bodyPr>
          <a:lstStyle/>
          <a:p>
            <a:pPr marL="0" indent="0">
              <a:buNone/>
            </a:pPr>
            <a:r>
              <a:rPr lang="en-US" sz="3600" b="1" dirty="0"/>
              <a:t>Downplayed</a:t>
            </a:r>
          </a:p>
          <a:p>
            <a:r>
              <a:rPr lang="en-US" sz="3600" dirty="0"/>
              <a:t>Morality</a:t>
            </a:r>
          </a:p>
          <a:p>
            <a:r>
              <a:rPr lang="en-US" sz="3600" dirty="0"/>
              <a:t>Human interest</a:t>
            </a:r>
          </a:p>
          <a:p>
            <a:r>
              <a:rPr lang="en-US" sz="3600" dirty="0"/>
              <a:t>Economic impact</a:t>
            </a:r>
          </a:p>
        </p:txBody>
      </p:sp>
      <p:sp>
        <p:nvSpPr>
          <p:cNvPr id="5" name="Slide Number Placeholder 4">
            <a:extLst>
              <a:ext uri="{FF2B5EF4-FFF2-40B4-BE49-F238E27FC236}">
                <a16:creationId xmlns:a16="http://schemas.microsoft.com/office/drawing/2014/main" id="{26028601-A444-1F3A-EDD9-38A7CB3A16D7}"/>
              </a:ext>
            </a:extLst>
          </p:cNvPr>
          <p:cNvSpPr>
            <a:spLocks noGrp="1"/>
          </p:cNvSpPr>
          <p:nvPr>
            <p:ph type="sldNum" sz="quarter" idx="12"/>
          </p:nvPr>
        </p:nvSpPr>
        <p:spPr/>
        <p:txBody>
          <a:bodyPr/>
          <a:lstStyle/>
          <a:p>
            <a:fld id="{372769DB-CAE7-4C85-A9AF-7D4D8DE4CA22}" type="slidenum">
              <a:rPr lang="en-GB" smtClean="0"/>
              <a:t>71</a:t>
            </a:fld>
            <a:endParaRPr lang="en-GB" dirty="0"/>
          </a:p>
        </p:txBody>
      </p:sp>
      <p:sp>
        <p:nvSpPr>
          <p:cNvPr id="6" name="Content Placeholder 2">
            <a:extLst>
              <a:ext uri="{FF2B5EF4-FFF2-40B4-BE49-F238E27FC236}">
                <a16:creationId xmlns:a16="http://schemas.microsoft.com/office/drawing/2014/main" id="{0DBD4F93-8D72-5C22-E68D-4B4D13269247}"/>
              </a:ext>
            </a:extLst>
          </p:cNvPr>
          <p:cNvSpPr txBox="1">
            <a:spLocks/>
          </p:cNvSpPr>
          <p:nvPr/>
        </p:nvSpPr>
        <p:spPr>
          <a:xfrm>
            <a:off x="506027" y="1787734"/>
            <a:ext cx="402023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1" dirty="0" err="1"/>
              <a:t>Emphasised</a:t>
            </a:r>
            <a:endParaRPr lang="en-US" sz="3600" b="1" dirty="0"/>
          </a:p>
          <a:p>
            <a:r>
              <a:rPr lang="en-US" sz="3600" dirty="0" err="1"/>
              <a:t>Nationalisation</a:t>
            </a:r>
            <a:endParaRPr lang="en-US" sz="3600" dirty="0"/>
          </a:p>
          <a:p>
            <a:r>
              <a:rPr lang="en-US" sz="3600" dirty="0"/>
              <a:t>Responsibility</a:t>
            </a:r>
          </a:p>
          <a:p>
            <a:r>
              <a:rPr lang="en-US" sz="3600" dirty="0"/>
              <a:t>Conflict</a:t>
            </a:r>
          </a:p>
        </p:txBody>
      </p:sp>
      <p:sp>
        <p:nvSpPr>
          <p:cNvPr id="7" name="Content Placeholder 2">
            <a:extLst>
              <a:ext uri="{FF2B5EF4-FFF2-40B4-BE49-F238E27FC236}">
                <a16:creationId xmlns:a16="http://schemas.microsoft.com/office/drawing/2014/main" id="{1ABC461C-C050-0813-716C-506529E87323}"/>
              </a:ext>
            </a:extLst>
          </p:cNvPr>
          <p:cNvSpPr txBox="1">
            <a:spLocks/>
          </p:cNvSpPr>
          <p:nvPr/>
        </p:nvSpPr>
        <p:spPr>
          <a:xfrm>
            <a:off x="341694" y="5222250"/>
            <a:ext cx="12014637" cy="39624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b="1" dirty="0"/>
              <a:t>Lack of wider context in reporting</a:t>
            </a:r>
          </a:p>
          <a:p>
            <a:r>
              <a:rPr lang="en-US" sz="3600" b="1" dirty="0"/>
              <a:t>Solutions discussed in line with government aims</a:t>
            </a:r>
          </a:p>
        </p:txBody>
      </p:sp>
    </p:spTree>
    <p:extLst>
      <p:ext uri="{BB962C8B-B14F-4D97-AF65-F5344CB8AC3E}">
        <p14:creationId xmlns:p14="http://schemas.microsoft.com/office/powerpoint/2010/main" val="33993692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4CAD0-51CB-D746-8BBE-4EDD0B95AE7B}"/>
              </a:ext>
            </a:extLst>
          </p:cNvPr>
          <p:cNvSpPr>
            <a:spLocks noGrp="1"/>
          </p:cNvSpPr>
          <p:nvPr>
            <p:ph type="ctrTitle"/>
          </p:nvPr>
        </p:nvSpPr>
        <p:spPr/>
        <p:txBody>
          <a:bodyPr/>
          <a:lstStyle/>
          <a:p>
            <a:r>
              <a:rPr lang="en-US" dirty="0"/>
              <a:t>Week 11 &amp; Exam Prep</a:t>
            </a:r>
            <a:endParaRPr lang="en-GB" dirty="0"/>
          </a:p>
        </p:txBody>
      </p:sp>
      <p:sp>
        <p:nvSpPr>
          <p:cNvPr id="3" name="Subtitle 2">
            <a:extLst>
              <a:ext uri="{FF2B5EF4-FFF2-40B4-BE49-F238E27FC236}">
                <a16:creationId xmlns:a16="http://schemas.microsoft.com/office/drawing/2014/main" id="{744ABBA1-43B4-224E-18C9-B4EF78BE92A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224494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509F-97AB-58A6-27A2-386263C4C568}"/>
              </a:ext>
            </a:extLst>
          </p:cNvPr>
          <p:cNvSpPr>
            <a:spLocks noGrp="1"/>
          </p:cNvSpPr>
          <p:nvPr>
            <p:ph type="title"/>
          </p:nvPr>
        </p:nvSpPr>
        <p:spPr/>
        <p:txBody>
          <a:bodyPr/>
          <a:lstStyle/>
          <a:p>
            <a:r>
              <a:rPr lang="en-US" dirty="0"/>
              <a:t>Digital Exam</a:t>
            </a:r>
            <a:endParaRPr lang="en-GB" dirty="0"/>
          </a:p>
        </p:txBody>
      </p:sp>
      <p:sp>
        <p:nvSpPr>
          <p:cNvPr id="3" name="Content Placeholder 2">
            <a:extLst>
              <a:ext uri="{FF2B5EF4-FFF2-40B4-BE49-F238E27FC236}">
                <a16:creationId xmlns:a16="http://schemas.microsoft.com/office/drawing/2014/main" id="{A36398B9-7CF2-5B93-0C5C-4A584425AFEC}"/>
              </a:ext>
            </a:extLst>
          </p:cNvPr>
          <p:cNvSpPr>
            <a:spLocks noGrp="1"/>
          </p:cNvSpPr>
          <p:nvPr>
            <p:ph idx="1"/>
          </p:nvPr>
        </p:nvSpPr>
        <p:spPr/>
        <p:txBody>
          <a:bodyPr/>
          <a:lstStyle/>
          <a:p>
            <a:r>
              <a:rPr lang="en-US" dirty="0" err="1"/>
              <a:t>Inspera</a:t>
            </a:r>
            <a:r>
              <a:rPr lang="en-US" dirty="0"/>
              <a:t> digital exam on 13</a:t>
            </a:r>
            <a:r>
              <a:rPr lang="en-US" baseline="30000" dirty="0"/>
              <a:t>th</a:t>
            </a:r>
            <a:r>
              <a:rPr lang="en-US" dirty="0"/>
              <a:t> May</a:t>
            </a:r>
          </a:p>
          <a:p>
            <a:r>
              <a:rPr lang="en-US" dirty="0"/>
              <a:t>See canvas for assessment information</a:t>
            </a:r>
          </a:p>
          <a:p>
            <a:r>
              <a:rPr lang="en-US" dirty="0"/>
              <a:t>Check your individual timetable</a:t>
            </a:r>
          </a:p>
          <a:p>
            <a:r>
              <a:rPr lang="en-US" dirty="0"/>
              <a:t>Make sure you can log-in to </a:t>
            </a:r>
            <a:r>
              <a:rPr lang="en-US" dirty="0" err="1"/>
              <a:t>uni</a:t>
            </a:r>
            <a:r>
              <a:rPr lang="en-US" dirty="0"/>
              <a:t> computer</a:t>
            </a:r>
            <a:endParaRPr lang="en-GB" dirty="0"/>
          </a:p>
        </p:txBody>
      </p:sp>
      <p:sp>
        <p:nvSpPr>
          <p:cNvPr id="4" name="Slide Number Placeholder 3">
            <a:extLst>
              <a:ext uri="{FF2B5EF4-FFF2-40B4-BE49-F238E27FC236}">
                <a16:creationId xmlns:a16="http://schemas.microsoft.com/office/drawing/2014/main" id="{A56205A5-6F60-BA02-BEBC-48FAAD52E40A}"/>
              </a:ext>
            </a:extLst>
          </p:cNvPr>
          <p:cNvSpPr>
            <a:spLocks noGrp="1"/>
          </p:cNvSpPr>
          <p:nvPr>
            <p:ph type="sldNum" sz="quarter" idx="12"/>
          </p:nvPr>
        </p:nvSpPr>
        <p:spPr/>
        <p:txBody>
          <a:bodyPr/>
          <a:lstStyle/>
          <a:p>
            <a:fld id="{372769DB-CAE7-4C85-A9AF-7D4D8DE4CA22}" type="slidenum">
              <a:rPr lang="en-GB" smtClean="0"/>
              <a:t>73</a:t>
            </a:fld>
            <a:endParaRPr lang="en-GB" dirty="0"/>
          </a:p>
        </p:txBody>
      </p:sp>
    </p:spTree>
    <p:extLst>
      <p:ext uri="{BB962C8B-B14F-4D97-AF65-F5344CB8AC3E}">
        <p14:creationId xmlns:p14="http://schemas.microsoft.com/office/powerpoint/2010/main" val="958205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3AFCB-8206-C54A-2314-BB5D1DC861B2}"/>
              </a:ext>
            </a:extLst>
          </p:cNvPr>
          <p:cNvSpPr>
            <a:spLocks noGrp="1"/>
          </p:cNvSpPr>
          <p:nvPr>
            <p:ph type="title"/>
          </p:nvPr>
        </p:nvSpPr>
        <p:spPr/>
        <p:txBody>
          <a:bodyPr/>
          <a:lstStyle/>
          <a:p>
            <a:r>
              <a:rPr lang="en-GB" dirty="0"/>
              <a:t>Exam Notes</a:t>
            </a:r>
          </a:p>
        </p:txBody>
      </p:sp>
      <p:sp>
        <p:nvSpPr>
          <p:cNvPr id="3" name="Content Placeholder 2">
            <a:extLst>
              <a:ext uri="{FF2B5EF4-FFF2-40B4-BE49-F238E27FC236}">
                <a16:creationId xmlns:a16="http://schemas.microsoft.com/office/drawing/2014/main" id="{11AEEA67-4B2C-7F26-F34B-DF319801F2DD}"/>
              </a:ext>
            </a:extLst>
          </p:cNvPr>
          <p:cNvSpPr>
            <a:spLocks noGrp="1"/>
          </p:cNvSpPr>
          <p:nvPr>
            <p:ph idx="1"/>
          </p:nvPr>
        </p:nvSpPr>
        <p:spPr>
          <a:xfrm>
            <a:off x="838200" y="1849119"/>
            <a:ext cx="10515600" cy="3982403"/>
          </a:xfrm>
        </p:spPr>
        <p:txBody>
          <a:bodyPr>
            <a:normAutofit/>
          </a:bodyPr>
          <a:lstStyle/>
          <a:p>
            <a:pPr marL="0" indent="0">
              <a:buNone/>
            </a:pPr>
            <a:r>
              <a:rPr lang="en-GB" sz="2800" i="1" dirty="0"/>
              <a:t>“Candidates are permitted to bring typed notes of up to 1,000 words on A4 paper into the examination room. Write your student number clearly on your notes. At the end of the exam, you must leave your notes on your desk for collection by the invigilating staff to collect.”</a:t>
            </a:r>
          </a:p>
          <a:p>
            <a:pPr marL="0" indent="0">
              <a:buNone/>
            </a:pPr>
            <a:endParaRPr lang="en-GB" sz="2800" dirty="0"/>
          </a:p>
          <a:p>
            <a:pPr marL="0" indent="0">
              <a:buNone/>
            </a:pPr>
            <a:endParaRPr lang="en-GB" sz="2800" dirty="0"/>
          </a:p>
          <a:p>
            <a:r>
              <a:rPr lang="en-GB" sz="3600" dirty="0"/>
              <a:t>Write up notes specifically for the exam</a:t>
            </a:r>
          </a:p>
          <a:p>
            <a:r>
              <a:rPr lang="en-GB" sz="3600" dirty="0"/>
              <a:t>Do not leave printing the notes to the last minute!</a:t>
            </a:r>
          </a:p>
          <a:p>
            <a:pPr marL="0" indent="0">
              <a:buNone/>
            </a:pPr>
            <a:endParaRPr lang="en-GB" sz="2800" dirty="0"/>
          </a:p>
        </p:txBody>
      </p:sp>
      <p:sp>
        <p:nvSpPr>
          <p:cNvPr id="4" name="Slide Number Placeholder 3">
            <a:extLst>
              <a:ext uri="{FF2B5EF4-FFF2-40B4-BE49-F238E27FC236}">
                <a16:creationId xmlns:a16="http://schemas.microsoft.com/office/drawing/2014/main" id="{BEAFB906-D559-B7B9-361A-CD72C661BFA0}"/>
              </a:ext>
            </a:extLst>
          </p:cNvPr>
          <p:cNvSpPr>
            <a:spLocks noGrp="1"/>
          </p:cNvSpPr>
          <p:nvPr>
            <p:ph type="sldNum" sz="quarter" idx="12"/>
          </p:nvPr>
        </p:nvSpPr>
        <p:spPr/>
        <p:txBody>
          <a:bodyPr/>
          <a:lstStyle/>
          <a:p>
            <a:fld id="{372769DB-CAE7-4C85-A9AF-7D4D8DE4CA22}" type="slidenum">
              <a:rPr lang="en-GB" smtClean="0"/>
              <a:t>74</a:t>
            </a:fld>
            <a:endParaRPr lang="en-GB" dirty="0"/>
          </a:p>
        </p:txBody>
      </p:sp>
    </p:spTree>
    <p:extLst>
      <p:ext uri="{BB962C8B-B14F-4D97-AF65-F5344CB8AC3E}">
        <p14:creationId xmlns:p14="http://schemas.microsoft.com/office/powerpoint/2010/main" val="27647992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83AC9-7BBF-67EE-1A19-5EE8BA8A6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71816-75D1-CDC9-3C39-C12F4177755C}"/>
              </a:ext>
            </a:extLst>
          </p:cNvPr>
          <p:cNvSpPr>
            <a:spLocks noGrp="1"/>
          </p:cNvSpPr>
          <p:nvPr>
            <p:ph type="title"/>
          </p:nvPr>
        </p:nvSpPr>
        <p:spPr/>
        <p:txBody>
          <a:bodyPr/>
          <a:lstStyle/>
          <a:p>
            <a:r>
              <a:rPr lang="en-GB" dirty="0"/>
              <a:t>Referencing</a:t>
            </a:r>
          </a:p>
        </p:txBody>
      </p:sp>
      <p:sp>
        <p:nvSpPr>
          <p:cNvPr id="3" name="Content Placeholder 2">
            <a:extLst>
              <a:ext uri="{FF2B5EF4-FFF2-40B4-BE49-F238E27FC236}">
                <a16:creationId xmlns:a16="http://schemas.microsoft.com/office/drawing/2014/main" id="{1CAC1EA9-E2F2-69AE-9EB9-D041D4969BBE}"/>
              </a:ext>
            </a:extLst>
          </p:cNvPr>
          <p:cNvSpPr>
            <a:spLocks noGrp="1"/>
          </p:cNvSpPr>
          <p:nvPr>
            <p:ph idx="1"/>
          </p:nvPr>
        </p:nvSpPr>
        <p:spPr>
          <a:xfrm>
            <a:off x="828040" y="1578113"/>
            <a:ext cx="10713720" cy="4785361"/>
          </a:xfrm>
        </p:spPr>
        <p:txBody>
          <a:bodyPr>
            <a:normAutofit/>
          </a:bodyPr>
          <a:lstStyle/>
          <a:p>
            <a:r>
              <a:rPr lang="en-GB" sz="3600" dirty="0"/>
              <a:t>In exam conditions you are not expected to reference in the same way as the proposal assessment</a:t>
            </a:r>
          </a:p>
          <a:p>
            <a:r>
              <a:rPr lang="en-GB" sz="3600" dirty="0"/>
              <a:t>References are not mandatory</a:t>
            </a:r>
          </a:p>
          <a:p>
            <a:r>
              <a:rPr lang="en-GB" sz="3600" dirty="0"/>
              <a:t>Use them if you have them for general references (</a:t>
            </a:r>
            <a:r>
              <a:rPr lang="en-GB" sz="3600" dirty="0" err="1"/>
              <a:t>Halpering</a:t>
            </a:r>
            <a:r>
              <a:rPr lang="en-GB" sz="3600" dirty="0"/>
              <a:t> &amp; Heath, 2025)</a:t>
            </a:r>
          </a:p>
          <a:p>
            <a:r>
              <a:rPr lang="en-GB" sz="3600" dirty="0"/>
              <a:t>If you have quotes in your notes, can include page numbers if you have them</a:t>
            </a:r>
          </a:p>
          <a:p>
            <a:r>
              <a:rPr lang="en-GB" sz="3600" dirty="0"/>
              <a:t>You </a:t>
            </a:r>
            <a:r>
              <a:rPr lang="en-GB" sz="3600" b="1" dirty="0"/>
              <a:t>do not need to include a bibliography</a:t>
            </a:r>
          </a:p>
          <a:p>
            <a:pPr marL="0" indent="0">
              <a:buNone/>
            </a:pPr>
            <a:endParaRPr lang="en-GB" sz="2800" dirty="0"/>
          </a:p>
        </p:txBody>
      </p:sp>
      <p:sp>
        <p:nvSpPr>
          <p:cNvPr id="4" name="Slide Number Placeholder 3">
            <a:extLst>
              <a:ext uri="{FF2B5EF4-FFF2-40B4-BE49-F238E27FC236}">
                <a16:creationId xmlns:a16="http://schemas.microsoft.com/office/drawing/2014/main" id="{11E71CFD-12CD-1612-BB9E-CD957A237501}"/>
              </a:ext>
            </a:extLst>
          </p:cNvPr>
          <p:cNvSpPr>
            <a:spLocks noGrp="1"/>
          </p:cNvSpPr>
          <p:nvPr>
            <p:ph type="sldNum" sz="quarter" idx="12"/>
          </p:nvPr>
        </p:nvSpPr>
        <p:spPr/>
        <p:txBody>
          <a:bodyPr/>
          <a:lstStyle/>
          <a:p>
            <a:fld id="{372769DB-CAE7-4C85-A9AF-7D4D8DE4CA22}" type="slidenum">
              <a:rPr lang="en-GB" smtClean="0"/>
              <a:t>75</a:t>
            </a:fld>
            <a:endParaRPr lang="en-GB" dirty="0"/>
          </a:p>
        </p:txBody>
      </p:sp>
    </p:spTree>
    <p:extLst>
      <p:ext uri="{BB962C8B-B14F-4D97-AF65-F5344CB8AC3E}">
        <p14:creationId xmlns:p14="http://schemas.microsoft.com/office/powerpoint/2010/main" val="18636884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332BC-0736-8446-264F-46D285AA2477}"/>
              </a:ext>
            </a:extLst>
          </p:cNvPr>
          <p:cNvSpPr>
            <a:spLocks noGrp="1"/>
          </p:cNvSpPr>
          <p:nvPr>
            <p:ph type="title"/>
          </p:nvPr>
        </p:nvSpPr>
        <p:spPr/>
        <p:txBody>
          <a:bodyPr/>
          <a:lstStyle/>
          <a:p>
            <a:r>
              <a:rPr lang="en-US" dirty="0"/>
              <a:t>Week 11</a:t>
            </a:r>
            <a:endParaRPr lang="en-GB" dirty="0"/>
          </a:p>
        </p:txBody>
      </p:sp>
      <p:sp>
        <p:nvSpPr>
          <p:cNvPr id="3" name="Content Placeholder 2">
            <a:extLst>
              <a:ext uri="{FF2B5EF4-FFF2-40B4-BE49-F238E27FC236}">
                <a16:creationId xmlns:a16="http://schemas.microsoft.com/office/drawing/2014/main" id="{A554BA7A-4577-941D-9566-0E0A4707B54F}"/>
              </a:ext>
            </a:extLst>
          </p:cNvPr>
          <p:cNvSpPr>
            <a:spLocks noGrp="1"/>
          </p:cNvSpPr>
          <p:nvPr>
            <p:ph idx="1"/>
          </p:nvPr>
        </p:nvSpPr>
        <p:spPr>
          <a:xfrm>
            <a:off x="285750" y="1543050"/>
            <a:ext cx="11121390" cy="4820424"/>
          </a:xfrm>
        </p:spPr>
        <p:txBody>
          <a:bodyPr>
            <a:normAutofit fontScale="92500" lnSpcReduction="10000"/>
          </a:bodyPr>
          <a:lstStyle/>
          <a:p>
            <a:pPr marL="457200" lvl="1" indent="0">
              <a:buNone/>
            </a:pPr>
            <a:r>
              <a:rPr lang="en-US" b="1" dirty="0"/>
              <a:t>Lecture</a:t>
            </a:r>
          </a:p>
          <a:p>
            <a:pPr lvl="1"/>
            <a:r>
              <a:rPr lang="en-GB" dirty="0"/>
              <a:t>25 min going over exam topics and format, answering questions</a:t>
            </a:r>
          </a:p>
          <a:p>
            <a:pPr lvl="1"/>
            <a:r>
              <a:rPr lang="en-GB" dirty="0"/>
              <a:t>Short break, then 45 minutes where you can sit the practice exam under test conditions</a:t>
            </a:r>
          </a:p>
          <a:p>
            <a:pPr lvl="1"/>
            <a:endParaRPr lang="en-GB" dirty="0"/>
          </a:p>
          <a:p>
            <a:pPr marL="457200" lvl="1" indent="0">
              <a:buNone/>
            </a:pPr>
            <a:r>
              <a:rPr lang="en-GB" b="1" dirty="0"/>
              <a:t>Seminars</a:t>
            </a:r>
          </a:p>
          <a:p>
            <a:pPr lvl="1"/>
            <a:r>
              <a:rPr lang="en-GB" dirty="0"/>
              <a:t>Will be taken by Brian or Skyler</a:t>
            </a:r>
          </a:p>
          <a:p>
            <a:pPr lvl="1"/>
            <a:r>
              <a:rPr lang="en-GB" dirty="0"/>
              <a:t>No set readings or questions</a:t>
            </a:r>
          </a:p>
          <a:p>
            <a:pPr lvl="1"/>
            <a:r>
              <a:rPr lang="en-GB" dirty="0"/>
              <a:t>Can ask your module leaders any questions you have about the exam, or module topics</a:t>
            </a:r>
          </a:p>
          <a:p>
            <a:pPr lvl="1"/>
            <a:r>
              <a:rPr lang="en-GB" dirty="0"/>
              <a:t>Can also ask questions based on your practice exam</a:t>
            </a:r>
          </a:p>
        </p:txBody>
      </p:sp>
      <p:sp>
        <p:nvSpPr>
          <p:cNvPr id="4" name="Slide Number Placeholder 3">
            <a:extLst>
              <a:ext uri="{FF2B5EF4-FFF2-40B4-BE49-F238E27FC236}">
                <a16:creationId xmlns:a16="http://schemas.microsoft.com/office/drawing/2014/main" id="{6B64C140-DDB0-CC6E-911E-7A9599E1EB5E}"/>
              </a:ext>
            </a:extLst>
          </p:cNvPr>
          <p:cNvSpPr>
            <a:spLocks noGrp="1"/>
          </p:cNvSpPr>
          <p:nvPr>
            <p:ph type="sldNum" sz="quarter" idx="12"/>
          </p:nvPr>
        </p:nvSpPr>
        <p:spPr/>
        <p:txBody>
          <a:bodyPr/>
          <a:lstStyle/>
          <a:p>
            <a:fld id="{372769DB-CAE7-4C85-A9AF-7D4D8DE4CA22}" type="slidenum">
              <a:rPr lang="en-GB" smtClean="0"/>
              <a:t>76</a:t>
            </a:fld>
            <a:endParaRPr lang="en-GB" dirty="0"/>
          </a:p>
        </p:txBody>
      </p:sp>
    </p:spTree>
    <p:extLst>
      <p:ext uri="{BB962C8B-B14F-4D97-AF65-F5344CB8AC3E}">
        <p14:creationId xmlns:p14="http://schemas.microsoft.com/office/powerpoint/2010/main" val="34372092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EVOX.QR.DIMENSIONS" val="29"/>
  <p:tag name="VEVOX.INSTRUCTIONS.V2" val="196472727"/>
</p:tagLst>
</file>

<file path=ppt/tags/tag2.xml><?xml version="1.0" encoding="utf-8"?>
<p:tagLst xmlns:a="http://schemas.openxmlformats.org/drawingml/2006/main" xmlns:r="http://schemas.openxmlformats.org/officeDocument/2006/relationships" xmlns:p="http://schemas.openxmlformats.org/presentationml/2006/main">
  <p:tag name="VEVOX.INSTRUCTIONSLIDE" val="join_instructions_title"/>
</p:tagLst>
</file>

<file path=ppt/tags/tag3.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4.xml><?xml version="1.0" encoding="utf-8"?>
<p:tagLst xmlns:a="http://schemas.openxmlformats.org/drawingml/2006/main" xmlns:r="http://schemas.openxmlformats.org/officeDocument/2006/relationships" xmlns:p="http://schemas.openxmlformats.org/presentationml/2006/main">
  <p:tag name="VEVOX.INSTRUCTION.TEXT" val="join_instructions_text"/>
</p:tagLst>
</file>

<file path=ppt/tags/tag5.xml><?xml version="1.0" encoding="utf-8"?>
<p:tagLst xmlns:a="http://schemas.openxmlformats.org/drawingml/2006/main" xmlns:r="http://schemas.openxmlformats.org/officeDocument/2006/relationships" xmlns:p="http://schemas.openxmlformats.org/presentationml/2006/main">
  <p:tag name="VEVOX.QR.CHECKERBOARD" val="x"/>
</p:tagLst>
</file>

<file path=ppt/tags/tag6.xml><?xml version="1.0" encoding="utf-8"?>
<p:tagLst xmlns:a="http://schemas.openxmlformats.org/drawingml/2006/main" xmlns:r="http://schemas.openxmlformats.org/officeDocument/2006/relationships" xmlns:p="http://schemas.openxmlformats.org/presentationml/2006/main">
  <p:tag name="VEVOX.QRDOT" val="(0,0)"/>
</p:tagLst>
</file>

<file path=ppt/tags/tag7.xml><?xml version="1.0" encoding="utf-8"?>
<p:tagLst xmlns:a="http://schemas.openxmlformats.org/drawingml/2006/main" xmlns:r="http://schemas.openxmlformats.org/officeDocument/2006/relationships" xmlns:p="http://schemas.openxmlformats.org/presentationml/2006/main">
  <p:tag name="VEVOX.QRDOT" val="(1,0)"/>
</p:tagLst>
</file>

<file path=ppt/tags/tag8.xml><?xml version="1.0" encoding="utf-8"?>
<p:tagLst xmlns:a="http://schemas.openxmlformats.org/drawingml/2006/main" xmlns:r="http://schemas.openxmlformats.org/officeDocument/2006/relationships" xmlns:p="http://schemas.openxmlformats.org/presentationml/2006/main">
  <p:tag name="VEVOX.QRDOT" val="(2,0)"/>
</p:tagLst>
</file>

<file path=ppt/tags/tag9.xml><?xml version="1.0" encoding="utf-8"?>
<p:tagLst xmlns:a="http://schemas.openxmlformats.org/drawingml/2006/main" xmlns:r="http://schemas.openxmlformats.org/officeDocument/2006/relationships" xmlns:p="http://schemas.openxmlformats.org/presentationml/2006/main">
  <p:tag name="VEVOX.QRDOT" val="(3,0)"/>
</p:tagLst>
</file>

<file path=ppt/tags/tag10.xml><?xml version="1.0" encoding="utf-8"?>
<p:tagLst xmlns:a="http://schemas.openxmlformats.org/drawingml/2006/main" xmlns:r="http://schemas.openxmlformats.org/officeDocument/2006/relationships" xmlns:p="http://schemas.openxmlformats.org/presentationml/2006/main">
  <p:tag name="VEVOX.QRDOT" val="(4,0)"/>
</p:tagLst>
</file>

<file path=ppt/tags/tag11.xml><?xml version="1.0" encoding="utf-8"?>
<p:tagLst xmlns:a="http://schemas.openxmlformats.org/drawingml/2006/main" xmlns:r="http://schemas.openxmlformats.org/officeDocument/2006/relationships" xmlns:p="http://schemas.openxmlformats.org/presentationml/2006/main">
  <p:tag name="VEVOX.QRDOT" val="(5,0)"/>
</p:tagLst>
</file>

<file path=ppt/tags/tag12.xml><?xml version="1.0" encoding="utf-8"?>
<p:tagLst xmlns:a="http://schemas.openxmlformats.org/drawingml/2006/main" xmlns:r="http://schemas.openxmlformats.org/officeDocument/2006/relationships" xmlns:p="http://schemas.openxmlformats.org/presentationml/2006/main">
  <p:tag name="VEVOX.QRDOT" val="(6,0)"/>
</p:tagLst>
</file>

<file path=ppt/tags/tag13.xml><?xml version="1.0" encoding="utf-8"?>
<p:tagLst xmlns:a="http://schemas.openxmlformats.org/drawingml/2006/main" xmlns:r="http://schemas.openxmlformats.org/officeDocument/2006/relationships" xmlns:p="http://schemas.openxmlformats.org/presentationml/2006/main">
  <p:tag name="VEVOX.QRDOT" val="(7,0)"/>
</p:tagLst>
</file>

<file path=ppt/tags/tag14.xml><?xml version="1.0" encoding="utf-8"?>
<p:tagLst xmlns:a="http://schemas.openxmlformats.org/drawingml/2006/main" xmlns:r="http://schemas.openxmlformats.org/officeDocument/2006/relationships" xmlns:p="http://schemas.openxmlformats.org/presentationml/2006/main">
  <p:tag name="VEVOX.QRDOT" val="(8,0)"/>
</p:tagLst>
</file>

<file path=ppt/tags/tag15.xml><?xml version="1.0" encoding="utf-8"?>
<p:tagLst xmlns:a="http://schemas.openxmlformats.org/drawingml/2006/main" xmlns:r="http://schemas.openxmlformats.org/officeDocument/2006/relationships" xmlns:p="http://schemas.openxmlformats.org/presentationml/2006/main">
  <p:tag name="VEVOX.QRDOT" val="(9,0)"/>
</p:tagLst>
</file>

<file path=ppt/tags/tag16.xml><?xml version="1.0" encoding="utf-8"?>
<p:tagLst xmlns:a="http://schemas.openxmlformats.org/drawingml/2006/main" xmlns:r="http://schemas.openxmlformats.org/officeDocument/2006/relationships" xmlns:p="http://schemas.openxmlformats.org/presentationml/2006/main">
  <p:tag name="VEVOX.QRDOT" val="(10,0)"/>
</p:tagLst>
</file>

<file path=ppt/tags/tag17.xml><?xml version="1.0" encoding="utf-8"?>
<p:tagLst xmlns:a="http://schemas.openxmlformats.org/drawingml/2006/main" xmlns:r="http://schemas.openxmlformats.org/officeDocument/2006/relationships" xmlns:p="http://schemas.openxmlformats.org/presentationml/2006/main">
  <p:tag name="VEVOX.QRDOT" val="(11,0)"/>
</p:tagLst>
</file>

<file path=ppt/tags/tag18.xml><?xml version="1.0" encoding="utf-8"?>
<p:tagLst xmlns:a="http://schemas.openxmlformats.org/drawingml/2006/main" xmlns:r="http://schemas.openxmlformats.org/officeDocument/2006/relationships" xmlns:p="http://schemas.openxmlformats.org/presentationml/2006/main">
  <p:tag name="VEVOX.QRDOT" val="(12,0)"/>
</p:tagLst>
</file>

<file path=ppt/tags/tag19.xml><?xml version="1.0" encoding="utf-8"?>
<p:tagLst xmlns:a="http://schemas.openxmlformats.org/drawingml/2006/main" xmlns:r="http://schemas.openxmlformats.org/officeDocument/2006/relationships" xmlns:p="http://schemas.openxmlformats.org/presentationml/2006/main">
  <p:tag name="VEVOX.QRDOT" val="(13,0)"/>
</p:tagLst>
</file>

<file path=ppt/tags/tag20.xml><?xml version="1.0" encoding="utf-8"?>
<p:tagLst xmlns:a="http://schemas.openxmlformats.org/drawingml/2006/main" xmlns:r="http://schemas.openxmlformats.org/officeDocument/2006/relationships" xmlns:p="http://schemas.openxmlformats.org/presentationml/2006/main">
  <p:tag name="VEVOX.QRDOT" val="(14,0)"/>
</p:tagLst>
</file>

<file path=ppt/tags/tag21.xml><?xml version="1.0" encoding="utf-8"?>
<p:tagLst xmlns:a="http://schemas.openxmlformats.org/drawingml/2006/main" xmlns:r="http://schemas.openxmlformats.org/officeDocument/2006/relationships" xmlns:p="http://schemas.openxmlformats.org/presentationml/2006/main">
  <p:tag name="VEVOX.QRDOT" val="(15,0)"/>
</p:tagLst>
</file>

<file path=ppt/tags/tag22.xml><?xml version="1.0" encoding="utf-8"?>
<p:tagLst xmlns:a="http://schemas.openxmlformats.org/drawingml/2006/main" xmlns:r="http://schemas.openxmlformats.org/officeDocument/2006/relationships" xmlns:p="http://schemas.openxmlformats.org/presentationml/2006/main">
  <p:tag name="VEVOX.QRDOT" val="(16,0)"/>
</p:tagLst>
</file>

<file path=ppt/tags/tag23.xml><?xml version="1.0" encoding="utf-8"?>
<p:tagLst xmlns:a="http://schemas.openxmlformats.org/drawingml/2006/main" xmlns:r="http://schemas.openxmlformats.org/officeDocument/2006/relationships" xmlns:p="http://schemas.openxmlformats.org/presentationml/2006/main">
  <p:tag name="VEVOX.QRDOT" val="(17,0)"/>
</p:tagLst>
</file>

<file path=ppt/tags/tag24.xml><?xml version="1.0" encoding="utf-8"?>
<p:tagLst xmlns:a="http://schemas.openxmlformats.org/drawingml/2006/main" xmlns:r="http://schemas.openxmlformats.org/officeDocument/2006/relationships" xmlns:p="http://schemas.openxmlformats.org/presentationml/2006/main">
  <p:tag name="VEVOX.QRDOT" val="(18,0)"/>
</p:tagLst>
</file>

<file path=ppt/tags/tag25.xml><?xml version="1.0" encoding="utf-8"?>
<p:tagLst xmlns:a="http://schemas.openxmlformats.org/drawingml/2006/main" xmlns:r="http://schemas.openxmlformats.org/officeDocument/2006/relationships" xmlns:p="http://schemas.openxmlformats.org/presentationml/2006/main">
  <p:tag name="VEVOX.QRDOT" val="(19,0)"/>
</p:tagLst>
</file>

<file path=ppt/tags/tag26.xml><?xml version="1.0" encoding="utf-8"?>
<p:tagLst xmlns:a="http://schemas.openxmlformats.org/drawingml/2006/main" xmlns:r="http://schemas.openxmlformats.org/officeDocument/2006/relationships" xmlns:p="http://schemas.openxmlformats.org/presentationml/2006/main">
  <p:tag name="VEVOX.QRDOT" val="(20,0)"/>
</p:tagLst>
</file>

<file path=ppt/tags/tag27.xml><?xml version="1.0" encoding="utf-8"?>
<p:tagLst xmlns:a="http://schemas.openxmlformats.org/drawingml/2006/main" xmlns:r="http://schemas.openxmlformats.org/officeDocument/2006/relationships" xmlns:p="http://schemas.openxmlformats.org/presentationml/2006/main">
  <p:tag name="VEVOX.QRDOT" val="(21,0)"/>
</p:tagLst>
</file>

<file path=ppt/tags/tag28.xml><?xml version="1.0" encoding="utf-8"?>
<p:tagLst xmlns:a="http://schemas.openxmlformats.org/drawingml/2006/main" xmlns:r="http://schemas.openxmlformats.org/officeDocument/2006/relationships" xmlns:p="http://schemas.openxmlformats.org/presentationml/2006/main">
  <p:tag name="VEVOX.QRDOT" val="(22,0)"/>
</p:tagLst>
</file>

<file path=ppt/tags/tag29.xml><?xml version="1.0" encoding="utf-8"?>
<p:tagLst xmlns:a="http://schemas.openxmlformats.org/drawingml/2006/main" xmlns:r="http://schemas.openxmlformats.org/officeDocument/2006/relationships" xmlns:p="http://schemas.openxmlformats.org/presentationml/2006/main">
  <p:tag name="VEVOX.QRDOT" val="(23,0)"/>
</p:tagLst>
</file>

<file path=ppt/tags/tag30.xml><?xml version="1.0" encoding="utf-8"?>
<p:tagLst xmlns:a="http://schemas.openxmlformats.org/drawingml/2006/main" xmlns:r="http://schemas.openxmlformats.org/officeDocument/2006/relationships" xmlns:p="http://schemas.openxmlformats.org/presentationml/2006/main">
  <p:tag name="VEVOX.QRDOT" val="(24,0)"/>
</p:tagLst>
</file>

<file path=ppt/tags/tag31.xml><?xml version="1.0" encoding="utf-8"?>
<p:tagLst xmlns:a="http://schemas.openxmlformats.org/drawingml/2006/main" xmlns:r="http://schemas.openxmlformats.org/officeDocument/2006/relationships" xmlns:p="http://schemas.openxmlformats.org/presentationml/2006/main">
  <p:tag name="VEVOX.QRDOT" val="(25,0)"/>
</p:tagLst>
</file>

<file path=ppt/tags/tag32.xml><?xml version="1.0" encoding="utf-8"?>
<p:tagLst xmlns:a="http://schemas.openxmlformats.org/drawingml/2006/main" xmlns:r="http://schemas.openxmlformats.org/officeDocument/2006/relationships" xmlns:p="http://schemas.openxmlformats.org/presentationml/2006/main">
  <p:tag name="VEVOX.QRDOT" val="(26,0)"/>
</p:tagLst>
</file>

<file path=ppt/tags/tag33.xml><?xml version="1.0" encoding="utf-8"?>
<p:tagLst xmlns:a="http://schemas.openxmlformats.org/drawingml/2006/main" xmlns:r="http://schemas.openxmlformats.org/officeDocument/2006/relationships" xmlns:p="http://schemas.openxmlformats.org/presentationml/2006/main">
  <p:tag name="VEVOX.QRDOT" val="(27,0)"/>
</p:tagLst>
</file>

<file path=ppt/tags/tag34.xml><?xml version="1.0" encoding="utf-8"?>
<p:tagLst xmlns:a="http://schemas.openxmlformats.org/drawingml/2006/main" xmlns:r="http://schemas.openxmlformats.org/officeDocument/2006/relationships" xmlns:p="http://schemas.openxmlformats.org/presentationml/2006/main">
  <p:tag name="VEVOX.QRDOT" val="(28,0)"/>
</p:tagLst>
</file>

<file path=ppt/tags/tag35.xml><?xml version="1.0" encoding="utf-8"?>
<p:tagLst xmlns:a="http://schemas.openxmlformats.org/drawingml/2006/main" xmlns:r="http://schemas.openxmlformats.org/officeDocument/2006/relationships" xmlns:p="http://schemas.openxmlformats.org/presentationml/2006/main">
  <p:tag name="VEVOX.QRDOT" val="(29,0)"/>
</p:tagLst>
</file>

<file path=ppt/tags/tag36.xml><?xml version="1.0" encoding="utf-8"?>
<p:tagLst xmlns:a="http://schemas.openxmlformats.org/drawingml/2006/main" xmlns:r="http://schemas.openxmlformats.org/officeDocument/2006/relationships" xmlns:p="http://schemas.openxmlformats.org/presentationml/2006/main">
  <p:tag name="VEVOX.QRDOT" val="(0,1)"/>
</p:tagLst>
</file>

<file path=ppt/tags/tag37.xml><?xml version="1.0" encoding="utf-8"?>
<p:tagLst xmlns:a="http://schemas.openxmlformats.org/drawingml/2006/main" xmlns:r="http://schemas.openxmlformats.org/officeDocument/2006/relationships" xmlns:p="http://schemas.openxmlformats.org/presentationml/2006/main">
  <p:tag name="VEVOX.QRDOT" val="(1,1)"/>
</p:tagLst>
</file>

<file path=ppt/tags/tag38.xml><?xml version="1.0" encoding="utf-8"?>
<p:tagLst xmlns:a="http://schemas.openxmlformats.org/drawingml/2006/main" xmlns:r="http://schemas.openxmlformats.org/officeDocument/2006/relationships" xmlns:p="http://schemas.openxmlformats.org/presentationml/2006/main">
  <p:tag name="VEVOX.QRDOT" val="(2,1)"/>
</p:tagLst>
</file>

<file path=ppt/tags/tag39.xml><?xml version="1.0" encoding="utf-8"?>
<p:tagLst xmlns:a="http://schemas.openxmlformats.org/drawingml/2006/main" xmlns:r="http://schemas.openxmlformats.org/officeDocument/2006/relationships" xmlns:p="http://schemas.openxmlformats.org/presentationml/2006/main">
  <p:tag name="VEVOX.QRDOT" val="(3,1)"/>
</p:tagLst>
</file>

<file path=ppt/tags/tag40.xml><?xml version="1.0" encoding="utf-8"?>
<p:tagLst xmlns:a="http://schemas.openxmlformats.org/drawingml/2006/main" xmlns:r="http://schemas.openxmlformats.org/officeDocument/2006/relationships" xmlns:p="http://schemas.openxmlformats.org/presentationml/2006/main">
  <p:tag name="VEVOX.QRDOT" val="(4,1)"/>
</p:tagLst>
</file>

<file path=ppt/tags/tag41.xml><?xml version="1.0" encoding="utf-8"?>
<p:tagLst xmlns:a="http://schemas.openxmlformats.org/drawingml/2006/main" xmlns:r="http://schemas.openxmlformats.org/officeDocument/2006/relationships" xmlns:p="http://schemas.openxmlformats.org/presentationml/2006/main">
  <p:tag name="VEVOX.QRDOT" val="(5,1)"/>
</p:tagLst>
</file>

<file path=ppt/tags/tag42.xml><?xml version="1.0" encoding="utf-8"?>
<p:tagLst xmlns:a="http://schemas.openxmlformats.org/drawingml/2006/main" xmlns:r="http://schemas.openxmlformats.org/officeDocument/2006/relationships" xmlns:p="http://schemas.openxmlformats.org/presentationml/2006/main">
  <p:tag name="VEVOX.QRDOT" val="(6,1)"/>
</p:tagLst>
</file>

<file path=ppt/tags/tag43.xml><?xml version="1.0" encoding="utf-8"?>
<p:tagLst xmlns:a="http://schemas.openxmlformats.org/drawingml/2006/main" xmlns:r="http://schemas.openxmlformats.org/officeDocument/2006/relationships" xmlns:p="http://schemas.openxmlformats.org/presentationml/2006/main">
  <p:tag name="VEVOX.QRDOT" val="(7,1)"/>
</p:tagLst>
</file>

<file path=ppt/tags/tag44.xml><?xml version="1.0" encoding="utf-8"?>
<p:tagLst xmlns:a="http://schemas.openxmlformats.org/drawingml/2006/main" xmlns:r="http://schemas.openxmlformats.org/officeDocument/2006/relationships" xmlns:p="http://schemas.openxmlformats.org/presentationml/2006/main">
  <p:tag name="VEVOX.QRDOT" val="(8,1)"/>
</p:tagLst>
</file>

<file path=ppt/tags/tag45.xml><?xml version="1.0" encoding="utf-8"?>
<p:tagLst xmlns:a="http://schemas.openxmlformats.org/drawingml/2006/main" xmlns:r="http://schemas.openxmlformats.org/officeDocument/2006/relationships" xmlns:p="http://schemas.openxmlformats.org/presentationml/2006/main">
  <p:tag name="VEVOX.QRDOT" val="(9,1)"/>
</p:tagLst>
</file>

<file path=ppt/tags/tag46.xml><?xml version="1.0" encoding="utf-8"?>
<p:tagLst xmlns:a="http://schemas.openxmlformats.org/drawingml/2006/main" xmlns:r="http://schemas.openxmlformats.org/officeDocument/2006/relationships" xmlns:p="http://schemas.openxmlformats.org/presentationml/2006/main">
  <p:tag name="VEVOX.QRDOT" val="(10,1)"/>
</p:tagLst>
</file>

<file path=ppt/tags/tag47.xml><?xml version="1.0" encoding="utf-8"?>
<p:tagLst xmlns:a="http://schemas.openxmlformats.org/drawingml/2006/main" xmlns:r="http://schemas.openxmlformats.org/officeDocument/2006/relationships" xmlns:p="http://schemas.openxmlformats.org/presentationml/2006/main">
  <p:tag name="VEVOX.QRDOT" val="(11,1)"/>
</p:tagLst>
</file>

<file path=ppt/tags/tag48.xml><?xml version="1.0" encoding="utf-8"?>
<p:tagLst xmlns:a="http://schemas.openxmlformats.org/drawingml/2006/main" xmlns:r="http://schemas.openxmlformats.org/officeDocument/2006/relationships" xmlns:p="http://schemas.openxmlformats.org/presentationml/2006/main">
  <p:tag name="VEVOX.QRDOT" val="(12,1)"/>
</p:tagLst>
</file>

<file path=ppt/tags/tag49.xml><?xml version="1.0" encoding="utf-8"?>
<p:tagLst xmlns:a="http://schemas.openxmlformats.org/drawingml/2006/main" xmlns:r="http://schemas.openxmlformats.org/officeDocument/2006/relationships" xmlns:p="http://schemas.openxmlformats.org/presentationml/2006/main">
  <p:tag name="VEVOX.QRDOT" val="(13,1)"/>
</p:tagLst>
</file>

<file path=ppt/tags/tag50.xml><?xml version="1.0" encoding="utf-8"?>
<p:tagLst xmlns:a="http://schemas.openxmlformats.org/drawingml/2006/main" xmlns:r="http://schemas.openxmlformats.org/officeDocument/2006/relationships" xmlns:p="http://schemas.openxmlformats.org/presentationml/2006/main">
  <p:tag name="VEVOX.QRDOT" val="(14,1)"/>
</p:tagLst>
</file>

<file path=ppt/tags/tag51.xml><?xml version="1.0" encoding="utf-8"?>
<p:tagLst xmlns:a="http://schemas.openxmlformats.org/drawingml/2006/main" xmlns:r="http://schemas.openxmlformats.org/officeDocument/2006/relationships" xmlns:p="http://schemas.openxmlformats.org/presentationml/2006/main">
  <p:tag name="VEVOX.QRDOT" val="(15,1)"/>
</p:tagLst>
</file>

<file path=ppt/tags/tag52.xml><?xml version="1.0" encoding="utf-8"?>
<p:tagLst xmlns:a="http://schemas.openxmlformats.org/drawingml/2006/main" xmlns:r="http://schemas.openxmlformats.org/officeDocument/2006/relationships" xmlns:p="http://schemas.openxmlformats.org/presentationml/2006/main">
  <p:tag name="VEVOX.QRDOT" val="(16,1)"/>
</p:tagLst>
</file>

<file path=ppt/tags/tag53.xml><?xml version="1.0" encoding="utf-8"?>
<p:tagLst xmlns:a="http://schemas.openxmlformats.org/drawingml/2006/main" xmlns:r="http://schemas.openxmlformats.org/officeDocument/2006/relationships" xmlns:p="http://schemas.openxmlformats.org/presentationml/2006/main">
  <p:tag name="VEVOX.QRDOT" val="(17,1)"/>
</p:tagLst>
</file>

<file path=ppt/tags/tag54.xml><?xml version="1.0" encoding="utf-8"?>
<p:tagLst xmlns:a="http://schemas.openxmlformats.org/drawingml/2006/main" xmlns:r="http://schemas.openxmlformats.org/officeDocument/2006/relationships" xmlns:p="http://schemas.openxmlformats.org/presentationml/2006/main">
  <p:tag name="VEVOX.QRDOT" val="(18,1)"/>
</p:tagLst>
</file>

<file path=ppt/tags/tag55.xml><?xml version="1.0" encoding="utf-8"?>
<p:tagLst xmlns:a="http://schemas.openxmlformats.org/drawingml/2006/main" xmlns:r="http://schemas.openxmlformats.org/officeDocument/2006/relationships" xmlns:p="http://schemas.openxmlformats.org/presentationml/2006/main">
  <p:tag name="VEVOX.QRDOT" val="(19,1)"/>
</p:tagLst>
</file>

<file path=ppt/tags/tag56.xml><?xml version="1.0" encoding="utf-8"?>
<p:tagLst xmlns:a="http://schemas.openxmlformats.org/drawingml/2006/main" xmlns:r="http://schemas.openxmlformats.org/officeDocument/2006/relationships" xmlns:p="http://schemas.openxmlformats.org/presentationml/2006/main">
  <p:tag name="VEVOX.QRDOT" val="(20,1)"/>
</p:tagLst>
</file>

<file path=ppt/tags/tag57.xml><?xml version="1.0" encoding="utf-8"?>
<p:tagLst xmlns:a="http://schemas.openxmlformats.org/drawingml/2006/main" xmlns:r="http://schemas.openxmlformats.org/officeDocument/2006/relationships" xmlns:p="http://schemas.openxmlformats.org/presentationml/2006/main">
  <p:tag name="VEVOX.QRDOT" val="(21,1)"/>
</p:tagLst>
</file>

<file path=ppt/tags/tag58.xml><?xml version="1.0" encoding="utf-8"?>
<p:tagLst xmlns:a="http://schemas.openxmlformats.org/drawingml/2006/main" xmlns:r="http://schemas.openxmlformats.org/officeDocument/2006/relationships" xmlns:p="http://schemas.openxmlformats.org/presentationml/2006/main">
  <p:tag name="VEVOX.QRDOT" val="(22,1)"/>
</p:tagLst>
</file>

<file path=ppt/tags/tag59.xml><?xml version="1.0" encoding="utf-8"?>
<p:tagLst xmlns:a="http://schemas.openxmlformats.org/drawingml/2006/main" xmlns:r="http://schemas.openxmlformats.org/officeDocument/2006/relationships" xmlns:p="http://schemas.openxmlformats.org/presentationml/2006/main">
  <p:tag name="VEVOX.QRDOT" val="(23,1)"/>
</p:tagLst>
</file>

<file path=ppt/tags/tag60.xml><?xml version="1.0" encoding="utf-8"?>
<p:tagLst xmlns:a="http://schemas.openxmlformats.org/drawingml/2006/main" xmlns:r="http://schemas.openxmlformats.org/officeDocument/2006/relationships" xmlns:p="http://schemas.openxmlformats.org/presentationml/2006/main">
  <p:tag name="VEVOX.QRDOT" val="(24,1)"/>
</p:tagLst>
</file>

<file path=ppt/tags/tag61.xml><?xml version="1.0" encoding="utf-8"?>
<p:tagLst xmlns:a="http://schemas.openxmlformats.org/drawingml/2006/main" xmlns:r="http://schemas.openxmlformats.org/officeDocument/2006/relationships" xmlns:p="http://schemas.openxmlformats.org/presentationml/2006/main">
  <p:tag name="VEVOX.QRDOT" val="(25,1)"/>
</p:tagLst>
</file>

<file path=ppt/tags/tag62.xml><?xml version="1.0" encoding="utf-8"?>
<p:tagLst xmlns:a="http://schemas.openxmlformats.org/drawingml/2006/main" xmlns:r="http://schemas.openxmlformats.org/officeDocument/2006/relationships" xmlns:p="http://schemas.openxmlformats.org/presentationml/2006/main">
  <p:tag name="VEVOX.QRDOT" val="(26,1)"/>
</p:tagLst>
</file>

<file path=ppt/tags/tag63.xml><?xml version="1.0" encoding="utf-8"?>
<p:tagLst xmlns:a="http://schemas.openxmlformats.org/drawingml/2006/main" xmlns:r="http://schemas.openxmlformats.org/officeDocument/2006/relationships" xmlns:p="http://schemas.openxmlformats.org/presentationml/2006/main">
  <p:tag name="VEVOX.QRDOT" val="(27,1)"/>
</p:tagLst>
</file>

<file path=ppt/tags/tag64.xml><?xml version="1.0" encoding="utf-8"?>
<p:tagLst xmlns:a="http://schemas.openxmlformats.org/drawingml/2006/main" xmlns:r="http://schemas.openxmlformats.org/officeDocument/2006/relationships" xmlns:p="http://schemas.openxmlformats.org/presentationml/2006/main">
  <p:tag name="VEVOX.QRDOT" val="(28,1)"/>
</p:tagLst>
</file>

<file path=ppt/tags/tag65.xml><?xml version="1.0" encoding="utf-8"?>
<p:tagLst xmlns:a="http://schemas.openxmlformats.org/drawingml/2006/main" xmlns:r="http://schemas.openxmlformats.org/officeDocument/2006/relationships" xmlns:p="http://schemas.openxmlformats.org/presentationml/2006/main">
  <p:tag name="VEVOX.QRDOT" val="(29,1)"/>
</p:tagLst>
</file>

<file path=ppt/tags/tag66.xml><?xml version="1.0" encoding="utf-8"?>
<p:tagLst xmlns:a="http://schemas.openxmlformats.org/drawingml/2006/main" xmlns:r="http://schemas.openxmlformats.org/officeDocument/2006/relationships" xmlns:p="http://schemas.openxmlformats.org/presentationml/2006/main">
  <p:tag name="VEVOX.QRDOT" val="(0,2)"/>
</p:tagLst>
</file>

<file path=ppt/tags/tag67.xml><?xml version="1.0" encoding="utf-8"?>
<p:tagLst xmlns:a="http://schemas.openxmlformats.org/drawingml/2006/main" xmlns:r="http://schemas.openxmlformats.org/officeDocument/2006/relationships" xmlns:p="http://schemas.openxmlformats.org/presentationml/2006/main">
  <p:tag name="VEVOX.QRDOT" val="(1,2)"/>
</p:tagLst>
</file>

<file path=ppt/tags/tag68.xml><?xml version="1.0" encoding="utf-8"?>
<p:tagLst xmlns:a="http://schemas.openxmlformats.org/drawingml/2006/main" xmlns:r="http://schemas.openxmlformats.org/officeDocument/2006/relationships" xmlns:p="http://schemas.openxmlformats.org/presentationml/2006/main">
  <p:tag name="VEVOX.QRDOT" val="(2,2)"/>
</p:tagLst>
</file>

<file path=ppt/tags/tag69.xml><?xml version="1.0" encoding="utf-8"?>
<p:tagLst xmlns:a="http://schemas.openxmlformats.org/drawingml/2006/main" xmlns:r="http://schemas.openxmlformats.org/officeDocument/2006/relationships" xmlns:p="http://schemas.openxmlformats.org/presentationml/2006/main">
  <p:tag name="VEVOX.QRDOT" val="(3,2)"/>
</p:tagLst>
</file>

<file path=ppt/tags/tag70.xml><?xml version="1.0" encoding="utf-8"?>
<p:tagLst xmlns:a="http://schemas.openxmlformats.org/drawingml/2006/main" xmlns:r="http://schemas.openxmlformats.org/officeDocument/2006/relationships" xmlns:p="http://schemas.openxmlformats.org/presentationml/2006/main">
  <p:tag name="VEVOX.QRDOT" val="(4,2)"/>
</p:tagLst>
</file>

<file path=ppt/tags/tag71.xml><?xml version="1.0" encoding="utf-8"?>
<p:tagLst xmlns:a="http://schemas.openxmlformats.org/drawingml/2006/main" xmlns:r="http://schemas.openxmlformats.org/officeDocument/2006/relationships" xmlns:p="http://schemas.openxmlformats.org/presentationml/2006/main">
  <p:tag name="VEVOX.QRDOT" val="(5,2)"/>
</p:tagLst>
</file>

<file path=ppt/tags/tag72.xml><?xml version="1.0" encoding="utf-8"?>
<p:tagLst xmlns:a="http://schemas.openxmlformats.org/drawingml/2006/main" xmlns:r="http://schemas.openxmlformats.org/officeDocument/2006/relationships" xmlns:p="http://schemas.openxmlformats.org/presentationml/2006/main">
  <p:tag name="VEVOX.QRDOT" val="(6,2)"/>
</p:tagLst>
</file>

<file path=ppt/tags/tag73.xml><?xml version="1.0" encoding="utf-8"?>
<p:tagLst xmlns:a="http://schemas.openxmlformats.org/drawingml/2006/main" xmlns:r="http://schemas.openxmlformats.org/officeDocument/2006/relationships" xmlns:p="http://schemas.openxmlformats.org/presentationml/2006/main">
  <p:tag name="VEVOX.QRDOT" val="(7,2)"/>
</p:tagLst>
</file>

<file path=ppt/tags/tag74.xml><?xml version="1.0" encoding="utf-8"?>
<p:tagLst xmlns:a="http://schemas.openxmlformats.org/drawingml/2006/main" xmlns:r="http://schemas.openxmlformats.org/officeDocument/2006/relationships" xmlns:p="http://schemas.openxmlformats.org/presentationml/2006/main">
  <p:tag name="VEVOX.QRDOT" val="(8,2)"/>
</p:tagLst>
</file>

<file path=ppt/tags/tag75.xml><?xml version="1.0" encoding="utf-8"?>
<p:tagLst xmlns:a="http://schemas.openxmlformats.org/drawingml/2006/main" xmlns:r="http://schemas.openxmlformats.org/officeDocument/2006/relationships" xmlns:p="http://schemas.openxmlformats.org/presentationml/2006/main">
  <p:tag name="VEVOX.QRDOT" val="(9,2)"/>
</p:tagLst>
</file>

<file path=ppt/tags/tag76.xml><?xml version="1.0" encoding="utf-8"?>
<p:tagLst xmlns:a="http://schemas.openxmlformats.org/drawingml/2006/main" xmlns:r="http://schemas.openxmlformats.org/officeDocument/2006/relationships" xmlns:p="http://schemas.openxmlformats.org/presentationml/2006/main">
  <p:tag name="VEVOX.QRDOT" val="(10,2)"/>
</p:tagLst>
</file>

<file path=ppt/tags/tag77.xml><?xml version="1.0" encoding="utf-8"?>
<p:tagLst xmlns:a="http://schemas.openxmlformats.org/drawingml/2006/main" xmlns:r="http://schemas.openxmlformats.org/officeDocument/2006/relationships" xmlns:p="http://schemas.openxmlformats.org/presentationml/2006/main">
  <p:tag name="VEVOX.QRDOT" val="(11,2)"/>
</p:tagLst>
</file>

<file path=ppt/tags/tag78.xml><?xml version="1.0" encoding="utf-8"?>
<p:tagLst xmlns:a="http://schemas.openxmlformats.org/drawingml/2006/main" xmlns:r="http://schemas.openxmlformats.org/officeDocument/2006/relationships" xmlns:p="http://schemas.openxmlformats.org/presentationml/2006/main">
  <p:tag name="VEVOX.QRDOT" val="(12,2)"/>
</p:tagLst>
</file>

<file path=ppt/tags/tag79.xml><?xml version="1.0" encoding="utf-8"?>
<p:tagLst xmlns:a="http://schemas.openxmlformats.org/drawingml/2006/main" xmlns:r="http://schemas.openxmlformats.org/officeDocument/2006/relationships" xmlns:p="http://schemas.openxmlformats.org/presentationml/2006/main">
  <p:tag name="VEVOX.QRDOT" val="(13,2)"/>
</p:tagLst>
</file>

<file path=ppt/tags/tag80.xml><?xml version="1.0" encoding="utf-8"?>
<p:tagLst xmlns:a="http://schemas.openxmlformats.org/drawingml/2006/main" xmlns:r="http://schemas.openxmlformats.org/officeDocument/2006/relationships" xmlns:p="http://schemas.openxmlformats.org/presentationml/2006/main">
  <p:tag name="VEVOX.QRDOT" val="(14,2)"/>
</p:tagLst>
</file>

<file path=ppt/tags/tag81.xml><?xml version="1.0" encoding="utf-8"?>
<p:tagLst xmlns:a="http://schemas.openxmlformats.org/drawingml/2006/main" xmlns:r="http://schemas.openxmlformats.org/officeDocument/2006/relationships" xmlns:p="http://schemas.openxmlformats.org/presentationml/2006/main">
  <p:tag name="VEVOX.QRDOT" val="(15,2)"/>
</p:tagLst>
</file>

<file path=ppt/tags/tag82.xml><?xml version="1.0" encoding="utf-8"?>
<p:tagLst xmlns:a="http://schemas.openxmlformats.org/drawingml/2006/main" xmlns:r="http://schemas.openxmlformats.org/officeDocument/2006/relationships" xmlns:p="http://schemas.openxmlformats.org/presentationml/2006/main">
  <p:tag name="VEVOX.QRDOT" val="(16,2)"/>
</p:tagLst>
</file>

<file path=ppt/tags/tag83.xml><?xml version="1.0" encoding="utf-8"?>
<p:tagLst xmlns:a="http://schemas.openxmlformats.org/drawingml/2006/main" xmlns:r="http://schemas.openxmlformats.org/officeDocument/2006/relationships" xmlns:p="http://schemas.openxmlformats.org/presentationml/2006/main">
  <p:tag name="VEVOX.QRDOT" val="(17,2)"/>
</p:tagLst>
</file>

<file path=ppt/tags/tag84.xml><?xml version="1.0" encoding="utf-8"?>
<p:tagLst xmlns:a="http://schemas.openxmlformats.org/drawingml/2006/main" xmlns:r="http://schemas.openxmlformats.org/officeDocument/2006/relationships" xmlns:p="http://schemas.openxmlformats.org/presentationml/2006/main">
  <p:tag name="VEVOX.QRDOT" val="(18,2)"/>
</p:tagLst>
</file>

<file path=ppt/tags/tag85.xml><?xml version="1.0" encoding="utf-8"?>
<p:tagLst xmlns:a="http://schemas.openxmlformats.org/drawingml/2006/main" xmlns:r="http://schemas.openxmlformats.org/officeDocument/2006/relationships" xmlns:p="http://schemas.openxmlformats.org/presentationml/2006/main">
  <p:tag name="VEVOX.QRDOT" val="(19,2)"/>
</p:tagLst>
</file>

<file path=ppt/tags/tag86.xml><?xml version="1.0" encoding="utf-8"?>
<p:tagLst xmlns:a="http://schemas.openxmlformats.org/drawingml/2006/main" xmlns:r="http://schemas.openxmlformats.org/officeDocument/2006/relationships" xmlns:p="http://schemas.openxmlformats.org/presentationml/2006/main">
  <p:tag name="VEVOX.QRDOT" val="(20,2)"/>
</p:tagLst>
</file>

<file path=ppt/tags/tag87.xml><?xml version="1.0" encoding="utf-8"?>
<p:tagLst xmlns:a="http://schemas.openxmlformats.org/drawingml/2006/main" xmlns:r="http://schemas.openxmlformats.org/officeDocument/2006/relationships" xmlns:p="http://schemas.openxmlformats.org/presentationml/2006/main">
  <p:tag name="VEVOX.QRDOT" val="(21,2)"/>
</p:tagLst>
</file>

<file path=ppt/tags/tag88.xml><?xml version="1.0" encoding="utf-8"?>
<p:tagLst xmlns:a="http://schemas.openxmlformats.org/drawingml/2006/main" xmlns:r="http://schemas.openxmlformats.org/officeDocument/2006/relationships" xmlns:p="http://schemas.openxmlformats.org/presentationml/2006/main">
  <p:tag name="VEVOX.QRDOT" val="(22,2)"/>
</p:tagLst>
</file>

<file path=ppt/tags/tag89.xml><?xml version="1.0" encoding="utf-8"?>
<p:tagLst xmlns:a="http://schemas.openxmlformats.org/drawingml/2006/main" xmlns:r="http://schemas.openxmlformats.org/officeDocument/2006/relationships" xmlns:p="http://schemas.openxmlformats.org/presentationml/2006/main">
  <p:tag name="VEVOX.QRDOT" val="(23,2)"/>
</p:tagLst>
</file>

<file path=ppt/tags/tag90.xml><?xml version="1.0" encoding="utf-8"?>
<p:tagLst xmlns:a="http://schemas.openxmlformats.org/drawingml/2006/main" xmlns:r="http://schemas.openxmlformats.org/officeDocument/2006/relationships" xmlns:p="http://schemas.openxmlformats.org/presentationml/2006/main">
  <p:tag name="VEVOX.QRDOT" val="(24,2)"/>
</p:tagLst>
</file>

<file path=ppt/tags/tag91.xml><?xml version="1.0" encoding="utf-8"?>
<p:tagLst xmlns:a="http://schemas.openxmlformats.org/drawingml/2006/main" xmlns:r="http://schemas.openxmlformats.org/officeDocument/2006/relationships" xmlns:p="http://schemas.openxmlformats.org/presentationml/2006/main">
  <p:tag name="VEVOX.QRDOT" val="(25,2)"/>
</p:tagLst>
</file>

<file path=ppt/tags/tag92.xml><?xml version="1.0" encoding="utf-8"?>
<p:tagLst xmlns:a="http://schemas.openxmlformats.org/drawingml/2006/main" xmlns:r="http://schemas.openxmlformats.org/officeDocument/2006/relationships" xmlns:p="http://schemas.openxmlformats.org/presentationml/2006/main">
  <p:tag name="VEVOX.QRDOT" val="(26,2)"/>
</p:tagLst>
</file>

<file path=ppt/tags/tag93.xml><?xml version="1.0" encoding="utf-8"?>
<p:tagLst xmlns:a="http://schemas.openxmlformats.org/drawingml/2006/main" xmlns:r="http://schemas.openxmlformats.org/officeDocument/2006/relationships" xmlns:p="http://schemas.openxmlformats.org/presentationml/2006/main">
  <p:tag name="VEVOX.QRDOT" val="(27,2)"/>
</p:tagLst>
</file>

<file path=ppt/tags/tag94.xml><?xml version="1.0" encoding="utf-8"?>
<p:tagLst xmlns:a="http://schemas.openxmlformats.org/drawingml/2006/main" xmlns:r="http://schemas.openxmlformats.org/officeDocument/2006/relationships" xmlns:p="http://schemas.openxmlformats.org/presentationml/2006/main">
  <p:tag name="VEVOX.QRDOT" val="(28,2)"/>
</p:tagLst>
</file>

<file path=ppt/tags/tag95.xml><?xml version="1.0" encoding="utf-8"?>
<p:tagLst xmlns:a="http://schemas.openxmlformats.org/drawingml/2006/main" xmlns:r="http://schemas.openxmlformats.org/officeDocument/2006/relationships" xmlns:p="http://schemas.openxmlformats.org/presentationml/2006/main">
  <p:tag name="VEVOX.QRDOT" val="(29,2)"/>
</p:tagLst>
</file>

<file path=ppt/tags/tag96.xml><?xml version="1.0" encoding="utf-8"?>
<p:tagLst xmlns:a="http://schemas.openxmlformats.org/drawingml/2006/main" xmlns:r="http://schemas.openxmlformats.org/officeDocument/2006/relationships" xmlns:p="http://schemas.openxmlformats.org/presentationml/2006/main">
  <p:tag name="VEVOX.QRDOT" val="(0,3)"/>
</p:tagLst>
</file>

<file path=ppt/tags/tag97.xml><?xml version="1.0" encoding="utf-8"?>
<p:tagLst xmlns:a="http://schemas.openxmlformats.org/drawingml/2006/main" xmlns:r="http://schemas.openxmlformats.org/officeDocument/2006/relationships" xmlns:p="http://schemas.openxmlformats.org/presentationml/2006/main">
  <p:tag name="VEVOX.QRDOT" val="(1,3)"/>
</p:tagLst>
</file>

<file path=ppt/tags/tag98.xml><?xml version="1.0" encoding="utf-8"?>
<p:tagLst xmlns:a="http://schemas.openxmlformats.org/drawingml/2006/main" xmlns:r="http://schemas.openxmlformats.org/officeDocument/2006/relationships" xmlns:p="http://schemas.openxmlformats.org/presentationml/2006/main">
  <p:tag name="VEVOX.QRDOT" val="(2,3)"/>
</p:tagLst>
</file>

<file path=ppt/tags/tag99.xml><?xml version="1.0" encoding="utf-8"?>
<p:tagLst xmlns:a="http://schemas.openxmlformats.org/drawingml/2006/main" xmlns:r="http://schemas.openxmlformats.org/officeDocument/2006/relationships" xmlns:p="http://schemas.openxmlformats.org/presentationml/2006/main">
  <p:tag name="VEVOX.QRDOT" val="(3,3)"/>
</p:tagLst>
</file>

<file path=ppt/tags/tag100.xml><?xml version="1.0" encoding="utf-8"?>
<p:tagLst xmlns:a="http://schemas.openxmlformats.org/drawingml/2006/main" xmlns:r="http://schemas.openxmlformats.org/officeDocument/2006/relationships" xmlns:p="http://schemas.openxmlformats.org/presentationml/2006/main">
  <p:tag name="VEVOX.QRDOT" val="(4,3)"/>
</p:tagLst>
</file>

<file path=ppt/tags/tag101.xml><?xml version="1.0" encoding="utf-8"?>
<p:tagLst xmlns:a="http://schemas.openxmlformats.org/drawingml/2006/main" xmlns:r="http://schemas.openxmlformats.org/officeDocument/2006/relationships" xmlns:p="http://schemas.openxmlformats.org/presentationml/2006/main">
  <p:tag name="VEVOX.QRDOT" val="(5,3)"/>
</p:tagLst>
</file>

<file path=ppt/tags/tag102.xml><?xml version="1.0" encoding="utf-8"?>
<p:tagLst xmlns:a="http://schemas.openxmlformats.org/drawingml/2006/main" xmlns:r="http://schemas.openxmlformats.org/officeDocument/2006/relationships" xmlns:p="http://schemas.openxmlformats.org/presentationml/2006/main">
  <p:tag name="VEVOX.QRDOT" val="(6,3)"/>
</p:tagLst>
</file>

<file path=ppt/tags/tag103.xml><?xml version="1.0" encoding="utf-8"?>
<p:tagLst xmlns:a="http://schemas.openxmlformats.org/drawingml/2006/main" xmlns:r="http://schemas.openxmlformats.org/officeDocument/2006/relationships" xmlns:p="http://schemas.openxmlformats.org/presentationml/2006/main">
  <p:tag name="VEVOX.QRDOT" val="(7,3)"/>
</p:tagLst>
</file>

<file path=ppt/tags/tag104.xml><?xml version="1.0" encoding="utf-8"?>
<p:tagLst xmlns:a="http://schemas.openxmlformats.org/drawingml/2006/main" xmlns:r="http://schemas.openxmlformats.org/officeDocument/2006/relationships" xmlns:p="http://schemas.openxmlformats.org/presentationml/2006/main">
  <p:tag name="VEVOX.QRDOT" val="(8,3)"/>
</p:tagLst>
</file>

<file path=ppt/tags/tag105.xml><?xml version="1.0" encoding="utf-8"?>
<p:tagLst xmlns:a="http://schemas.openxmlformats.org/drawingml/2006/main" xmlns:r="http://schemas.openxmlformats.org/officeDocument/2006/relationships" xmlns:p="http://schemas.openxmlformats.org/presentationml/2006/main">
  <p:tag name="VEVOX.QRDOT" val="(9,3)"/>
</p:tagLst>
</file>

<file path=ppt/tags/tag106.xml><?xml version="1.0" encoding="utf-8"?>
<p:tagLst xmlns:a="http://schemas.openxmlformats.org/drawingml/2006/main" xmlns:r="http://schemas.openxmlformats.org/officeDocument/2006/relationships" xmlns:p="http://schemas.openxmlformats.org/presentationml/2006/main">
  <p:tag name="VEVOX.QRDOT" val="(10,3)"/>
</p:tagLst>
</file>

<file path=ppt/tags/tag107.xml><?xml version="1.0" encoding="utf-8"?>
<p:tagLst xmlns:a="http://schemas.openxmlformats.org/drawingml/2006/main" xmlns:r="http://schemas.openxmlformats.org/officeDocument/2006/relationships" xmlns:p="http://schemas.openxmlformats.org/presentationml/2006/main">
  <p:tag name="VEVOX.QRDOT" val="(11,3)"/>
</p:tagLst>
</file>

<file path=ppt/tags/tag108.xml><?xml version="1.0" encoding="utf-8"?>
<p:tagLst xmlns:a="http://schemas.openxmlformats.org/drawingml/2006/main" xmlns:r="http://schemas.openxmlformats.org/officeDocument/2006/relationships" xmlns:p="http://schemas.openxmlformats.org/presentationml/2006/main">
  <p:tag name="VEVOX.QRDOT" val="(12,3)"/>
</p:tagLst>
</file>

<file path=ppt/tags/tag109.xml><?xml version="1.0" encoding="utf-8"?>
<p:tagLst xmlns:a="http://schemas.openxmlformats.org/drawingml/2006/main" xmlns:r="http://schemas.openxmlformats.org/officeDocument/2006/relationships" xmlns:p="http://schemas.openxmlformats.org/presentationml/2006/main">
  <p:tag name="VEVOX.QRDOT" val="(13,3)"/>
</p:tagLst>
</file>

<file path=ppt/tags/tag110.xml><?xml version="1.0" encoding="utf-8"?>
<p:tagLst xmlns:a="http://schemas.openxmlformats.org/drawingml/2006/main" xmlns:r="http://schemas.openxmlformats.org/officeDocument/2006/relationships" xmlns:p="http://schemas.openxmlformats.org/presentationml/2006/main">
  <p:tag name="VEVOX.QRDOT" val="(14,3)"/>
</p:tagLst>
</file>

<file path=ppt/tags/tag111.xml><?xml version="1.0" encoding="utf-8"?>
<p:tagLst xmlns:a="http://schemas.openxmlformats.org/drawingml/2006/main" xmlns:r="http://schemas.openxmlformats.org/officeDocument/2006/relationships" xmlns:p="http://schemas.openxmlformats.org/presentationml/2006/main">
  <p:tag name="VEVOX.QRDOT" val="(15,3)"/>
</p:tagLst>
</file>

<file path=ppt/tags/tag112.xml><?xml version="1.0" encoding="utf-8"?>
<p:tagLst xmlns:a="http://schemas.openxmlformats.org/drawingml/2006/main" xmlns:r="http://schemas.openxmlformats.org/officeDocument/2006/relationships" xmlns:p="http://schemas.openxmlformats.org/presentationml/2006/main">
  <p:tag name="VEVOX.QRDOT" val="(16,3)"/>
</p:tagLst>
</file>

<file path=ppt/tags/tag113.xml><?xml version="1.0" encoding="utf-8"?>
<p:tagLst xmlns:a="http://schemas.openxmlformats.org/drawingml/2006/main" xmlns:r="http://schemas.openxmlformats.org/officeDocument/2006/relationships" xmlns:p="http://schemas.openxmlformats.org/presentationml/2006/main">
  <p:tag name="VEVOX.QRDOT" val="(17,3)"/>
</p:tagLst>
</file>

<file path=ppt/tags/tag114.xml><?xml version="1.0" encoding="utf-8"?>
<p:tagLst xmlns:a="http://schemas.openxmlformats.org/drawingml/2006/main" xmlns:r="http://schemas.openxmlformats.org/officeDocument/2006/relationships" xmlns:p="http://schemas.openxmlformats.org/presentationml/2006/main">
  <p:tag name="VEVOX.QRDOT" val="(18,3)"/>
</p:tagLst>
</file>

<file path=ppt/tags/tag115.xml><?xml version="1.0" encoding="utf-8"?>
<p:tagLst xmlns:a="http://schemas.openxmlformats.org/drawingml/2006/main" xmlns:r="http://schemas.openxmlformats.org/officeDocument/2006/relationships" xmlns:p="http://schemas.openxmlformats.org/presentationml/2006/main">
  <p:tag name="VEVOX.QRDOT" val="(19,3)"/>
</p:tagLst>
</file>

<file path=ppt/tags/tag116.xml><?xml version="1.0" encoding="utf-8"?>
<p:tagLst xmlns:a="http://schemas.openxmlformats.org/drawingml/2006/main" xmlns:r="http://schemas.openxmlformats.org/officeDocument/2006/relationships" xmlns:p="http://schemas.openxmlformats.org/presentationml/2006/main">
  <p:tag name="VEVOX.QRDOT" val="(20,3)"/>
</p:tagLst>
</file>

<file path=ppt/tags/tag117.xml><?xml version="1.0" encoding="utf-8"?>
<p:tagLst xmlns:a="http://schemas.openxmlformats.org/drawingml/2006/main" xmlns:r="http://schemas.openxmlformats.org/officeDocument/2006/relationships" xmlns:p="http://schemas.openxmlformats.org/presentationml/2006/main">
  <p:tag name="VEVOX.QRDOT" val="(21,3)"/>
</p:tagLst>
</file>

<file path=ppt/tags/tag118.xml><?xml version="1.0" encoding="utf-8"?>
<p:tagLst xmlns:a="http://schemas.openxmlformats.org/drawingml/2006/main" xmlns:r="http://schemas.openxmlformats.org/officeDocument/2006/relationships" xmlns:p="http://schemas.openxmlformats.org/presentationml/2006/main">
  <p:tag name="VEVOX.QRDOT" val="(22,3)"/>
</p:tagLst>
</file>

<file path=ppt/tags/tag119.xml><?xml version="1.0" encoding="utf-8"?>
<p:tagLst xmlns:a="http://schemas.openxmlformats.org/drawingml/2006/main" xmlns:r="http://schemas.openxmlformats.org/officeDocument/2006/relationships" xmlns:p="http://schemas.openxmlformats.org/presentationml/2006/main">
  <p:tag name="VEVOX.QRDOT" val="(23,3)"/>
</p:tagLst>
</file>

<file path=ppt/tags/tag120.xml><?xml version="1.0" encoding="utf-8"?>
<p:tagLst xmlns:a="http://schemas.openxmlformats.org/drawingml/2006/main" xmlns:r="http://schemas.openxmlformats.org/officeDocument/2006/relationships" xmlns:p="http://schemas.openxmlformats.org/presentationml/2006/main">
  <p:tag name="VEVOX.QRDOT" val="(24,3)"/>
</p:tagLst>
</file>

<file path=ppt/tags/tag121.xml><?xml version="1.0" encoding="utf-8"?>
<p:tagLst xmlns:a="http://schemas.openxmlformats.org/drawingml/2006/main" xmlns:r="http://schemas.openxmlformats.org/officeDocument/2006/relationships" xmlns:p="http://schemas.openxmlformats.org/presentationml/2006/main">
  <p:tag name="VEVOX.QRDOT" val="(25,3)"/>
</p:tagLst>
</file>

<file path=ppt/tags/tag122.xml><?xml version="1.0" encoding="utf-8"?>
<p:tagLst xmlns:a="http://schemas.openxmlformats.org/drawingml/2006/main" xmlns:r="http://schemas.openxmlformats.org/officeDocument/2006/relationships" xmlns:p="http://schemas.openxmlformats.org/presentationml/2006/main">
  <p:tag name="VEVOX.QRDOT" val="(26,3)"/>
</p:tagLst>
</file>

<file path=ppt/tags/tag123.xml><?xml version="1.0" encoding="utf-8"?>
<p:tagLst xmlns:a="http://schemas.openxmlformats.org/drawingml/2006/main" xmlns:r="http://schemas.openxmlformats.org/officeDocument/2006/relationships" xmlns:p="http://schemas.openxmlformats.org/presentationml/2006/main">
  <p:tag name="VEVOX.QRDOT" val="(27,3)"/>
</p:tagLst>
</file>

<file path=ppt/tags/tag124.xml><?xml version="1.0" encoding="utf-8"?>
<p:tagLst xmlns:a="http://schemas.openxmlformats.org/drawingml/2006/main" xmlns:r="http://schemas.openxmlformats.org/officeDocument/2006/relationships" xmlns:p="http://schemas.openxmlformats.org/presentationml/2006/main">
  <p:tag name="VEVOX.QRDOT" val="(28,3)"/>
</p:tagLst>
</file>

<file path=ppt/tags/tag125.xml><?xml version="1.0" encoding="utf-8"?>
<p:tagLst xmlns:a="http://schemas.openxmlformats.org/drawingml/2006/main" xmlns:r="http://schemas.openxmlformats.org/officeDocument/2006/relationships" xmlns:p="http://schemas.openxmlformats.org/presentationml/2006/main">
  <p:tag name="VEVOX.QRDOT" val="(29,3)"/>
</p:tagLst>
</file>

<file path=ppt/tags/tag126.xml><?xml version="1.0" encoding="utf-8"?>
<p:tagLst xmlns:a="http://schemas.openxmlformats.org/drawingml/2006/main" xmlns:r="http://schemas.openxmlformats.org/officeDocument/2006/relationships" xmlns:p="http://schemas.openxmlformats.org/presentationml/2006/main">
  <p:tag name="VEVOX.QRDOT" val="(0,4)"/>
</p:tagLst>
</file>

<file path=ppt/tags/tag127.xml><?xml version="1.0" encoding="utf-8"?>
<p:tagLst xmlns:a="http://schemas.openxmlformats.org/drawingml/2006/main" xmlns:r="http://schemas.openxmlformats.org/officeDocument/2006/relationships" xmlns:p="http://schemas.openxmlformats.org/presentationml/2006/main">
  <p:tag name="VEVOX.QRDOT" val="(1,4)"/>
</p:tagLst>
</file>

<file path=ppt/tags/tag128.xml><?xml version="1.0" encoding="utf-8"?>
<p:tagLst xmlns:a="http://schemas.openxmlformats.org/drawingml/2006/main" xmlns:r="http://schemas.openxmlformats.org/officeDocument/2006/relationships" xmlns:p="http://schemas.openxmlformats.org/presentationml/2006/main">
  <p:tag name="VEVOX.QRDOT" val="(2,4)"/>
</p:tagLst>
</file>

<file path=ppt/tags/tag129.xml><?xml version="1.0" encoding="utf-8"?>
<p:tagLst xmlns:a="http://schemas.openxmlformats.org/drawingml/2006/main" xmlns:r="http://schemas.openxmlformats.org/officeDocument/2006/relationships" xmlns:p="http://schemas.openxmlformats.org/presentationml/2006/main">
  <p:tag name="VEVOX.QRDOT" val="(3,4)"/>
</p:tagLst>
</file>

<file path=ppt/tags/tag130.xml><?xml version="1.0" encoding="utf-8"?>
<p:tagLst xmlns:a="http://schemas.openxmlformats.org/drawingml/2006/main" xmlns:r="http://schemas.openxmlformats.org/officeDocument/2006/relationships" xmlns:p="http://schemas.openxmlformats.org/presentationml/2006/main">
  <p:tag name="VEVOX.QRDOT" val="(4,4)"/>
</p:tagLst>
</file>

<file path=ppt/tags/tag131.xml><?xml version="1.0" encoding="utf-8"?>
<p:tagLst xmlns:a="http://schemas.openxmlformats.org/drawingml/2006/main" xmlns:r="http://schemas.openxmlformats.org/officeDocument/2006/relationships" xmlns:p="http://schemas.openxmlformats.org/presentationml/2006/main">
  <p:tag name="VEVOX.QRDOT" val="(5,4)"/>
</p:tagLst>
</file>

<file path=ppt/tags/tag132.xml><?xml version="1.0" encoding="utf-8"?>
<p:tagLst xmlns:a="http://schemas.openxmlformats.org/drawingml/2006/main" xmlns:r="http://schemas.openxmlformats.org/officeDocument/2006/relationships" xmlns:p="http://schemas.openxmlformats.org/presentationml/2006/main">
  <p:tag name="VEVOX.QRDOT" val="(6,4)"/>
</p:tagLst>
</file>

<file path=ppt/tags/tag133.xml><?xml version="1.0" encoding="utf-8"?>
<p:tagLst xmlns:a="http://schemas.openxmlformats.org/drawingml/2006/main" xmlns:r="http://schemas.openxmlformats.org/officeDocument/2006/relationships" xmlns:p="http://schemas.openxmlformats.org/presentationml/2006/main">
  <p:tag name="VEVOX.QRDOT" val="(7,4)"/>
</p:tagLst>
</file>

<file path=ppt/tags/tag134.xml><?xml version="1.0" encoding="utf-8"?>
<p:tagLst xmlns:a="http://schemas.openxmlformats.org/drawingml/2006/main" xmlns:r="http://schemas.openxmlformats.org/officeDocument/2006/relationships" xmlns:p="http://schemas.openxmlformats.org/presentationml/2006/main">
  <p:tag name="VEVOX.QRDOT" val="(8,4)"/>
</p:tagLst>
</file>

<file path=ppt/tags/tag135.xml><?xml version="1.0" encoding="utf-8"?>
<p:tagLst xmlns:a="http://schemas.openxmlformats.org/drawingml/2006/main" xmlns:r="http://schemas.openxmlformats.org/officeDocument/2006/relationships" xmlns:p="http://schemas.openxmlformats.org/presentationml/2006/main">
  <p:tag name="VEVOX.QRDOT" val="(9,4)"/>
</p:tagLst>
</file>

<file path=ppt/tags/tag136.xml><?xml version="1.0" encoding="utf-8"?>
<p:tagLst xmlns:a="http://schemas.openxmlformats.org/drawingml/2006/main" xmlns:r="http://schemas.openxmlformats.org/officeDocument/2006/relationships" xmlns:p="http://schemas.openxmlformats.org/presentationml/2006/main">
  <p:tag name="VEVOX.QRDOT" val="(10,4)"/>
</p:tagLst>
</file>

<file path=ppt/tags/tag137.xml><?xml version="1.0" encoding="utf-8"?>
<p:tagLst xmlns:a="http://schemas.openxmlformats.org/drawingml/2006/main" xmlns:r="http://schemas.openxmlformats.org/officeDocument/2006/relationships" xmlns:p="http://schemas.openxmlformats.org/presentationml/2006/main">
  <p:tag name="VEVOX.QRDOT" val="(11,4)"/>
</p:tagLst>
</file>

<file path=ppt/tags/tag138.xml><?xml version="1.0" encoding="utf-8"?>
<p:tagLst xmlns:a="http://schemas.openxmlformats.org/drawingml/2006/main" xmlns:r="http://schemas.openxmlformats.org/officeDocument/2006/relationships" xmlns:p="http://schemas.openxmlformats.org/presentationml/2006/main">
  <p:tag name="VEVOX.QRDOT" val="(12,4)"/>
</p:tagLst>
</file>

<file path=ppt/tags/tag139.xml><?xml version="1.0" encoding="utf-8"?>
<p:tagLst xmlns:a="http://schemas.openxmlformats.org/drawingml/2006/main" xmlns:r="http://schemas.openxmlformats.org/officeDocument/2006/relationships" xmlns:p="http://schemas.openxmlformats.org/presentationml/2006/main">
  <p:tag name="VEVOX.QRDOT" val="(13,4)"/>
</p:tagLst>
</file>

<file path=ppt/tags/tag140.xml><?xml version="1.0" encoding="utf-8"?>
<p:tagLst xmlns:a="http://schemas.openxmlformats.org/drawingml/2006/main" xmlns:r="http://schemas.openxmlformats.org/officeDocument/2006/relationships" xmlns:p="http://schemas.openxmlformats.org/presentationml/2006/main">
  <p:tag name="VEVOX.QRDOT" val="(14,4)"/>
</p:tagLst>
</file>

<file path=ppt/tags/tag141.xml><?xml version="1.0" encoding="utf-8"?>
<p:tagLst xmlns:a="http://schemas.openxmlformats.org/drawingml/2006/main" xmlns:r="http://schemas.openxmlformats.org/officeDocument/2006/relationships" xmlns:p="http://schemas.openxmlformats.org/presentationml/2006/main">
  <p:tag name="VEVOX.QRDOT" val="(15,4)"/>
</p:tagLst>
</file>

<file path=ppt/tags/tag142.xml><?xml version="1.0" encoding="utf-8"?>
<p:tagLst xmlns:a="http://schemas.openxmlformats.org/drawingml/2006/main" xmlns:r="http://schemas.openxmlformats.org/officeDocument/2006/relationships" xmlns:p="http://schemas.openxmlformats.org/presentationml/2006/main">
  <p:tag name="VEVOX.QRDOT" val="(16,4)"/>
</p:tagLst>
</file>

<file path=ppt/tags/tag143.xml><?xml version="1.0" encoding="utf-8"?>
<p:tagLst xmlns:a="http://schemas.openxmlformats.org/drawingml/2006/main" xmlns:r="http://schemas.openxmlformats.org/officeDocument/2006/relationships" xmlns:p="http://schemas.openxmlformats.org/presentationml/2006/main">
  <p:tag name="VEVOX.QRDOT" val="(17,4)"/>
</p:tagLst>
</file>

<file path=ppt/tags/tag144.xml><?xml version="1.0" encoding="utf-8"?>
<p:tagLst xmlns:a="http://schemas.openxmlformats.org/drawingml/2006/main" xmlns:r="http://schemas.openxmlformats.org/officeDocument/2006/relationships" xmlns:p="http://schemas.openxmlformats.org/presentationml/2006/main">
  <p:tag name="VEVOX.QRDOT" val="(18,4)"/>
</p:tagLst>
</file>

<file path=ppt/tags/tag145.xml><?xml version="1.0" encoding="utf-8"?>
<p:tagLst xmlns:a="http://schemas.openxmlformats.org/drawingml/2006/main" xmlns:r="http://schemas.openxmlformats.org/officeDocument/2006/relationships" xmlns:p="http://schemas.openxmlformats.org/presentationml/2006/main">
  <p:tag name="VEVOX.QRDOT" val="(19,4)"/>
</p:tagLst>
</file>

<file path=ppt/tags/tag146.xml><?xml version="1.0" encoding="utf-8"?>
<p:tagLst xmlns:a="http://schemas.openxmlformats.org/drawingml/2006/main" xmlns:r="http://schemas.openxmlformats.org/officeDocument/2006/relationships" xmlns:p="http://schemas.openxmlformats.org/presentationml/2006/main">
  <p:tag name="VEVOX.QRDOT" val="(20,4)"/>
</p:tagLst>
</file>

<file path=ppt/tags/tag147.xml><?xml version="1.0" encoding="utf-8"?>
<p:tagLst xmlns:a="http://schemas.openxmlformats.org/drawingml/2006/main" xmlns:r="http://schemas.openxmlformats.org/officeDocument/2006/relationships" xmlns:p="http://schemas.openxmlformats.org/presentationml/2006/main">
  <p:tag name="VEVOX.QRDOT" val="(21,4)"/>
</p:tagLst>
</file>

<file path=ppt/tags/tag148.xml><?xml version="1.0" encoding="utf-8"?>
<p:tagLst xmlns:a="http://schemas.openxmlformats.org/drawingml/2006/main" xmlns:r="http://schemas.openxmlformats.org/officeDocument/2006/relationships" xmlns:p="http://schemas.openxmlformats.org/presentationml/2006/main">
  <p:tag name="VEVOX.QRDOT" val="(22,4)"/>
</p:tagLst>
</file>

<file path=ppt/tags/tag149.xml><?xml version="1.0" encoding="utf-8"?>
<p:tagLst xmlns:a="http://schemas.openxmlformats.org/drawingml/2006/main" xmlns:r="http://schemas.openxmlformats.org/officeDocument/2006/relationships" xmlns:p="http://schemas.openxmlformats.org/presentationml/2006/main">
  <p:tag name="VEVOX.QRDOT" val="(23,4)"/>
</p:tagLst>
</file>

<file path=ppt/tags/tag150.xml><?xml version="1.0" encoding="utf-8"?>
<p:tagLst xmlns:a="http://schemas.openxmlformats.org/drawingml/2006/main" xmlns:r="http://schemas.openxmlformats.org/officeDocument/2006/relationships" xmlns:p="http://schemas.openxmlformats.org/presentationml/2006/main">
  <p:tag name="VEVOX.QRDOT" val="(24,4)"/>
</p:tagLst>
</file>

<file path=ppt/tags/tag151.xml><?xml version="1.0" encoding="utf-8"?>
<p:tagLst xmlns:a="http://schemas.openxmlformats.org/drawingml/2006/main" xmlns:r="http://schemas.openxmlformats.org/officeDocument/2006/relationships" xmlns:p="http://schemas.openxmlformats.org/presentationml/2006/main">
  <p:tag name="VEVOX.QRDOT" val="(25,4)"/>
</p:tagLst>
</file>

<file path=ppt/tags/tag152.xml><?xml version="1.0" encoding="utf-8"?>
<p:tagLst xmlns:a="http://schemas.openxmlformats.org/drawingml/2006/main" xmlns:r="http://schemas.openxmlformats.org/officeDocument/2006/relationships" xmlns:p="http://schemas.openxmlformats.org/presentationml/2006/main">
  <p:tag name="VEVOX.QRDOT" val="(26,4)"/>
</p:tagLst>
</file>

<file path=ppt/tags/tag153.xml><?xml version="1.0" encoding="utf-8"?>
<p:tagLst xmlns:a="http://schemas.openxmlformats.org/drawingml/2006/main" xmlns:r="http://schemas.openxmlformats.org/officeDocument/2006/relationships" xmlns:p="http://schemas.openxmlformats.org/presentationml/2006/main">
  <p:tag name="VEVOX.QRDOT" val="(27,4)"/>
</p:tagLst>
</file>

<file path=ppt/tags/tag154.xml><?xml version="1.0" encoding="utf-8"?>
<p:tagLst xmlns:a="http://schemas.openxmlformats.org/drawingml/2006/main" xmlns:r="http://schemas.openxmlformats.org/officeDocument/2006/relationships" xmlns:p="http://schemas.openxmlformats.org/presentationml/2006/main">
  <p:tag name="VEVOX.QRDOT" val="(28,4)"/>
</p:tagLst>
</file>

<file path=ppt/tags/tag155.xml><?xml version="1.0" encoding="utf-8"?>
<p:tagLst xmlns:a="http://schemas.openxmlformats.org/drawingml/2006/main" xmlns:r="http://schemas.openxmlformats.org/officeDocument/2006/relationships" xmlns:p="http://schemas.openxmlformats.org/presentationml/2006/main">
  <p:tag name="VEVOX.QRDOT" val="(29,4)"/>
</p:tagLst>
</file>

<file path=ppt/tags/tag156.xml><?xml version="1.0" encoding="utf-8"?>
<p:tagLst xmlns:a="http://schemas.openxmlformats.org/drawingml/2006/main" xmlns:r="http://schemas.openxmlformats.org/officeDocument/2006/relationships" xmlns:p="http://schemas.openxmlformats.org/presentationml/2006/main">
  <p:tag name="VEVOX.QRDOT" val="(0,5)"/>
</p:tagLst>
</file>

<file path=ppt/tags/tag157.xml><?xml version="1.0" encoding="utf-8"?>
<p:tagLst xmlns:a="http://schemas.openxmlformats.org/drawingml/2006/main" xmlns:r="http://schemas.openxmlformats.org/officeDocument/2006/relationships" xmlns:p="http://schemas.openxmlformats.org/presentationml/2006/main">
  <p:tag name="VEVOX.QRDOT" val="(1,5)"/>
</p:tagLst>
</file>

<file path=ppt/tags/tag158.xml><?xml version="1.0" encoding="utf-8"?>
<p:tagLst xmlns:a="http://schemas.openxmlformats.org/drawingml/2006/main" xmlns:r="http://schemas.openxmlformats.org/officeDocument/2006/relationships" xmlns:p="http://schemas.openxmlformats.org/presentationml/2006/main">
  <p:tag name="VEVOX.QRDOT" val="(2,5)"/>
</p:tagLst>
</file>

<file path=ppt/tags/tag159.xml><?xml version="1.0" encoding="utf-8"?>
<p:tagLst xmlns:a="http://schemas.openxmlformats.org/drawingml/2006/main" xmlns:r="http://schemas.openxmlformats.org/officeDocument/2006/relationships" xmlns:p="http://schemas.openxmlformats.org/presentationml/2006/main">
  <p:tag name="VEVOX.QRDOT" val="(3,5)"/>
</p:tagLst>
</file>

<file path=ppt/tags/tag160.xml><?xml version="1.0" encoding="utf-8"?>
<p:tagLst xmlns:a="http://schemas.openxmlformats.org/drawingml/2006/main" xmlns:r="http://schemas.openxmlformats.org/officeDocument/2006/relationships" xmlns:p="http://schemas.openxmlformats.org/presentationml/2006/main">
  <p:tag name="VEVOX.QRDOT" val="(4,5)"/>
</p:tagLst>
</file>

<file path=ppt/tags/tag161.xml><?xml version="1.0" encoding="utf-8"?>
<p:tagLst xmlns:a="http://schemas.openxmlformats.org/drawingml/2006/main" xmlns:r="http://schemas.openxmlformats.org/officeDocument/2006/relationships" xmlns:p="http://schemas.openxmlformats.org/presentationml/2006/main">
  <p:tag name="VEVOX.QRDOT" val="(5,5)"/>
</p:tagLst>
</file>

<file path=ppt/tags/tag162.xml><?xml version="1.0" encoding="utf-8"?>
<p:tagLst xmlns:a="http://schemas.openxmlformats.org/drawingml/2006/main" xmlns:r="http://schemas.openxmlformats.org/officeDocument/2006/relationships" xmlns:p="http://schemas.openxmlformats.org/presentationml/2006/main">
  <p:tag name="VEVOX.QRDOT" val="(6,5)"/>
</p:tagLst>
</file>

<file path=ppt/tags/tag163.xml><?xml version="1.0" encoding="utf-8"?>
<p:tagLst xmlns:a="http://schemas.openxmlformats.org/drawingml/2006/main" xmlns:r="http://schemas.openxmlformats.org/officeDocument/2006/relationships" xmlns:p="http://schemas.openxmlformats.org/presentationml/2006/main">
  <p:tag name="VEVOX.QRDOT" val="(7,5)"/>
</p:tagLst>
</file>

<file path=ppt/tags/tag164.xml><?xml version="1.0" encoding="utf-8"?>
<p:tagLst xmlns:a="http://schemas.openxmlformats.org/drawingml/2006/main" xmlns:r="http://schemas.openxmlformats.org/officeDocument/2006/relationships" xmlns:p="http://schemas.openxmlformats.org/presentationml/2006/main">
  <p:tag name="VEVOX.QRDOT" val="(8,5)"/>
</p:tagLst>
</file>

<file path=ppt/tags/tag165.xml><?xml version="1.0" encoding="utf-8"?>
<p:tagLst xmlns:a="http://schemas.openxmlformats.org/drawingml/2006/main" xmlns:r="http://schemas.openxmlformats.org/officeDocument/2006/relationships" xmlns:p="http://schemas.openxmlformats.org/presentationml/2006/main">
  <p:tag name="VEVOX.QRDOT" val="(9,5)"/>
</p:tagLst>
</file>

<file path=ppt/tags/tag166.xml><?xml version="1.0" encoding="utf-8"?>
<p:tagLst xmlns:a="http://schemas.openxmlformats.org/drawingml/2006/main" xmlns:r="http://schemas.openxmlformats.org/officeDocument/2006/relationships" xmlns:p="http://schemas.openxmlformats.org/presentationml/2006/main">
  <p:tag name="VEVOX.QRDOT" val="(10,5)"/>
</p:tagLst>
</file>

<file path=ppt/tags/tag167.xml><?xml version="1.0" encoding="utf-8"?>
<p:tagLst xmlns:a="http://schemas.openxmlformats.org/drawingml/2006/main" xmlns:r="http://schemas.openxmlformats.org/officeDocument/2006/relationships" xmlns:p="http://schemas.openxmlformats.org/presentationml/2006/main">
  <p:tag name="VEVOX.QRDOT" val="(11,5)"/>
</p:tagLst>
</file>

<file path=ppt/tags/tag168.xml><?xml version="1.0" encoding="utf-8"?>
<p:tagLst xmlns:a="http://schemas.openxmlformats.org/drawingml/2006/main" xmlns:r="http://schemas.openxmlformats.org/officeDocument/2006/relationships" xmlns:p="http://schemas.openxmlformats.org/presentationml/2006/main">
  <p:tag name="VEVOX.QRDOT" val="(12,5)"/>
</p:tagLst>
</file>

<file path=ppt/tags/tag169.xml><?xml version="1.0" encoding="utf-8"?>
<p:tagLst xmlns:a="http://schemas.openxmlformats.org/drawingml/2006/main" xmlns:r="http://schemas.openxmlformats.org/officeDocument/2006/relationships" xmlns:p="http://schemas.openxmlformats.org/presentationml/2006/main">
  <p:tag name="VEVOX.QRDOT" val="(13,5)"/>
</p:tagLst>
</file>

<file path=ppt/tags/tag170.xml><?xml version="1.0" encoding="utf-8"?>
<p:tagLst xmlns:a="http://schemas.openxmlformats.org/drawingml/2006/main" xmlns:r="http://schemas.openxmlformats.org/officeDocument/2006/relationships" xmlns:p="http://schemas.openxmlformats.org/presentationml/2006/main">
  <p:tag name="VEVOX.QRDOT" val="(14,5)"/>
</p:tagLst>
</file>

<file path=ppt/tags/tag171.xml><?xml version="1.0" encoding="utf-8"?>
<p:tagLst xmlns:a="http://schemas.openxmlformats.org/drawingml/2006/main" xmlns:r="http://schemas.openxmlformats.org/officeDocument/2006/relationships" xmlns:p="http://schemas.openxmlformats.org/presentationml/2006/main">
  <p:tag name="VEVOX.QRDOT" val="(15,5)"/>
</p:tagLst>
</file>

<file path=ppt/tags/tag172.xml><?xml version="1.0" encoding="utf-8"?>
<p:tagLst xmlns:a="http://schemas.openxmlformats.org/drawingml/2006/main" xmlns:r="http://schemas.openxmlformats.org/officeDocument/2006/relationships" xmlns:p="http://schemas.openxmlformats.org/presentationml/2006/main">
  <p:tag name="VEVOX.QRDOT" val="(16,5)"/>
</p:tagLst>
</file>

<file path=ppt/tags/tag173.xml><?xml version="1.0" encoding="utf-8"?>
<p:tagLst xmlns:a="http://schemas.openxmlformats.org/drawingml/2006/main" xmlns:r="http://schemas.openxmlformats.org/officeDocument/2006/relationships" xmlns:p="http://schemas.openxmlformats.org/presentationml/2006/main">
  <p:tag name="VEVOX.QRDOT" val="(17,5)"/>
</p:tagLst>
</file>

<file path=ppt/tags/tag174.xml><?xml version="1.0" encoding="utf-8"?>
<p:tagLst xmlns:a="http://schemas.openxmlformats.org/drawingml/2006/main" xmlns:r="http://schemas.openxmlformats.org/officeDocument/2006/relationships" xmlns:p="http://schemas.openxmlformats.org/presentationml/2006/main">
  <p:tag name="VEVOX.QRDOT" val="(18,5)"/>
</p:tagLst>
</file>

<file path=ppt/tags/tag175.xml><?xml version="1.0" encoding="utf-8"?>
<p:tagLst xmlns:a="http://schemas.openxmlformats.org/drawingml/2006/main" xmlns:r="http://schemas.openxmlformats.org/officeDocument/2006/relationships" xmlns:p="http://schemas.openxmlformats.org/presentationml/2006/main">
  <p:tag name="VEVOX.QRDOT" val="(19,5)"/>
</p:tagLst>
</file>

<file path=ppt/tags/tag176.xml><?xml version="1.0" encoding="utf-8"?>
<p:tagLst xmlns:a="http://schemas.openxmlformats.org/drawingml/2006/main" xmlns:r="http://schemas.openxmlformats.org/officeDocument/2006/relationships" xmlns:p="http://schemas.openxmlformats.org/presentationml/2006/main">
  <p:tag name="VEVOX.QRDOT" val="(20,5)"/>
</p:tagLst>
</file>

<file path=ppt/tags/tag177.xml><?xml version="1.0" encoding="utf-8"?>
<p:tagLst xmlns:a="http://schemas.openxmlformats.org/drawingml/2006/main" xmlns:r="http://schemas.openxmlformats.org/officeDocument/2006/relationships" xmlns:p="http://schemas.openxmlformats.org/presentationml/2006/main">
  <p:tag name="VEVOX.QRDOT" val="(21,5)"/>
</p:tagLst>
</file>

<file path=ppt/tags/tag178.xml><?xml version="1.0" encoding="utf-8"?>
<p:tagLst xmlns:a="http://schemas.openxmlformats.org/drawingml/2006/main" xmlns:r="http://schemas.openxmlformats.org/officeDocument/2006/relationships" xmlns:p="http://schemas.openxmlformats.org/presentationml/2006/main">
  <p:tag name="VEVOX.QRDOT" val="(22,5)"/>
</p:tagLst>
</file>

<file path=ppt/tags/tag179.xml><?xml version="1.0" encoding="utf-8"?>
<p:tagLst xmlns:a="http://schemas.openxmlformats.org/drawingml/2006/main" xmlns:r="http://schemas.openxmlformats.org/officeDocument/2006/relationships" xmlns:p="http://schemas.openxmlformats.org/presentationml/2006/main">
  <p:tag name="VEVOX.QRDOT" val="(23,5)"/>
</p:tagLst>
</file>

<file path=ppt/tags/tag180.xml><?xml version="1.0" encoding="utf-8"?>
<p:tagLst xmlns:a="http://schemas.openxmlformats.org/drawingml/2006/main" xmlns:r="http://schemas.openxmlformats.org/officeDocument/2006/relationships" xmlns:p="http://schemas.openxmlformats.org/presentationml/2006/main">
  <p:tag name="VEVOX.QRDOT" val="(24,5)"/>
</p:tagLst>
</file>

<file path=ppt/tags/tag181.xml><?xml version="1.0" encoding="utf-8"?>
<p:tagLst xmlns:a="http://schemas.openxmlformats.org/drawingml/2006/main" xmlns:r="http://schemas.openxmlformats.org/officeDocument/2006/relationships" xmlns:p="http://schemas.openxmlformats.org/presentationml/2006/main">
  <p:tag name="VEVOX.QRDOT" val="(25,5)"/>
</p:tagLst>
</file>

<file path=ppt/tags/tag182.xml><?xml version="1.0" encoding="utf-8"?>
<p:tagLst xmlns:a="http://schemas.openxmlformats.org/drawingml/2006/main" xmlns:r="http://schemas.openxmlformats.org/officeDocument/2006/relationships" xmlns:p="http://schemas.openxmlformats.org/presentationml/2006/main">
  <p:tag name="VEVOX.QRDOT" val="(26,5)"/>
</p:tagLst>
</file>

<file path=ppt/tags/tag183.xml><?xml version="1.0" encoding="utf-8"?>
<p:tagLst xmlns:a="http://schemas.openxmlformats.org/drawingml/2006/main" xmlns:r="http://schemas.openxmlformats.org/officeDocument/2006/relationships" xmlns:p="http://schemas.openxmlformats.org/presentationml/2006/main">
  <p:tag name="VEVOX.QRDOT" val="(27,5)"/>
</p:tagLst>
</file>

<file path=ppt/tags/tag184.xml><?xml version="1.0" encoding="utf-8"?>
<p:tagLst xmlns:a="http://schemas.openxmlformats.org/drawingml/2006/main" xmlns:r="http://schemas.openxmlformats.org/officeDocument/2006/relationships" xmlns:p="http://schemas.openxmlformats.org/presentationml/2006/main">
  <p:tag name="VEVOX.QRDOT" val="(28,5)"/>
</p:tagLst>
</file>

<file path=ppt/tags/tag185.xml><?xml version="1.0" encoding="utf-8"?>
<p:tagLst xmlns:a="http://schemas.openxmlformats.org/drawingml/2006/main" xmlns:r="http://schemas.openxmlformats.org/officeDocument/2006/relationships" xmlns:p="http://schemas.openxmlformats.org/presentationml/2006/main">
  <p:tag name="VEVOX.QRDOT" val="(29,5)"/>
</p:tagLst>
</file>

<file path=ppt/tags/tag186.xml><?xml version="1.0" encoding="utf-8"?>
<p:tagLst xmlns:a="http://schemas.openxmlformats.org/drawingml/2006/main" xmlns:r="http://schemas.openxmlformats.org/officeDocument/2006/relationships" xmlns:p="http://schemas.openxmlformats.org/presentationml/2006/main">
  <p:tag name="VEVOX.QRDOT" val="(0,6)"/>
</p:tagLst>
</file>

<file path=ppt/tags/tag187.xml><?xml version="1.0" encoding="utf-8"?>
<p:tagLst xmlns:a="http://schemas.openxmlformats.org/drawingml/2006/main" xmlns:r="http://schemas.openxmlformats.org/officeDocument/2006/relationships" xmlns:p="http://schemas.openxmlformats.org/presentationml/2006/main">
  <p:tag name="VEVOX.QRDOT" val="(1,6)"/>
</p:tagLst>
</file>

<file path=ppt/tags/tag188.xml><?xml version="1.0" encoding="utf-8"?>
<p:tagLst xmlns:a="http://schemas.openxmlformats.org/drawingml/2006/main" xmlns:r="http://schemas.openxmlformats.org/officeDocument/2006/relationships" xmlns:p="http://schemas.openxmlformats.org/presentationml/2006/main">
  <p:tag name="VEVOX.QRDOT" val="(2,6)"/>
</p:tagLst>
</file>

<file path=ppt/tags/tag189.xml><?xml version="1.0" encoding="utf-8"?>
<p:tagLst xmlns:a="http://schemas.openxmlformats.org/drawingml/2006/main" xmlns:r="http://schemas.openxmlformats.org/officeDocument/2006/relationships" xmlns:p="http://schemas.openxmlformats.org/presentationml/2006/main">
  <p:tag name="VEVOX.QRDOT" val="(3,6)"/>
</p:tagLst>
</file>

<file path=ppt/tags/tag190.xml><?xml version="1.0" encoding="utf-8"?>
<p:tagLst xmlns:a="http://schemas.openxmlformats.org/drawingml/2006/main" xmlns:r="http://schemas.openxmlformats.org/officeDocument/2006/relationships" xmlns:p="http://schemas.openxmlformats.org/presentationml/2006/main">
  <p:tag name="VEVOX.QRDOT" val="(4,6)"/>
</p:tagLst>
</file>

<file path=ppt/tags/tag191.xml><?xml version="1.0" encoding="utf-8"?>
<p:tagLst xmlns:a="http://schemas.openxmlformats.org/drawingml/2006/main" xmlns:r="http://schemas.openxmlformats.org/officeDocument/2006/relationships" xmlns:p="http://schemas.openxmlformats.org/presentationml/2006/main">
  <p:tag name="VEVOX.QRDOT" val="(5,6)"/>
</p:tagLst>
</file>

<file path=ppt/tags/tag192.xml><?xml version="1.0" encoding="utf-8"?>
<p:tagLst xmlns:a="http://schemas.openxmlformats.org/drawingml/2006/main" xmlns:r="http://schemas.openxmlformats.org/officeDocument/2006/relationships" xmlns:p="http://schemas.openxmlformats.org/presentationml/2006/main">
  <p:tag name="VEVOX.QRDOT" val="(6,6)"/>
</p:tagLst>
</file>

<file path=ppt/tags/tag193.xml><?xml version="1.0" encoding="utf-8"?>
<p:tagLst xmlns:a="http://schemas.openxmlformats.org/drawingml/2006/main" xmlns:r="http://schemas.openxmlformats.org/officeDocument/2006/relationships" xmlns:p="http://schemas.openxmlformats.org/presentationml/2006/main">
  <p:tag name="VEVOX.QRDOT" val="(7,6)"/>
</p:tagLst>
</file>

<file path=ppt/tags/tag194.xml><?xml version="1.0" encoding="utf-8"?>
<p:tagLst xmlns:a="http://schemas.openxmlformats.org/drawingml/2006/main" xmlns:r="http://schemas.openxmlformats.org/officeDocument/2006/relationships" xmlns:p="http://schemas.openxmlformats.org/presentationml/2006/main">
  <p:tag name="VEVOX.QRDOT" val="(8,6)"/>
</p:tagLst>
</file>

<file path=ppt/tags/tag195.xml><?xml version="1.0" encoding="utf-8"?>
<p:tagLst xmlns:a="http://schemas.openxmlformats.org/drawingml/2006/main" xmlns:r="http://schemas.openxmlformats.org/officeDocument/2006/relationships" xmlns:p="http://schemas.openxmlformats.org/presentationml/2006/main">
  <p:tag name="VEVOX.QRDOT" val="(9,6)"/>
</p:tagLst>
</file>

<file path=ppt/tags/tag196.xml><?xml version="1.0" encoding="utf-8"?>
<p:tagLst xmlns:a="http://schemas.openxmlformats.org/drawingml/2006/main" xmlns:r="http://schemas.openxmlformats.org/officeDocument/2006/relationships" xmlns:p="http://schemas.openxmlformats.org/presentationml/2006/main">
  <p:tag name="VEVOX.QRDOT" val="(10,6)"/>
</p:tagLst>
</file>

<file path=ppt/tags/tag197.xml><?xml version="1.0" encoding="utf-8"?>
<p:tagLst xmlns:a="http://schemas.openxmlformats.org/drawingml/2006/main" xmlns:r="http://schemas.openxmlformats.org/officeDocument/2006/relationships" xmlns:p="http://schemas.openxmlformats.org/presentationml/2006/main">
  <p:tag name="VEVOX.QRDOT" val="(11,6)"/>
</p:tagLst>
</file>

<file path=ppt/tags/tag198.xml><?xml version="1.0" encoding="utf-8"?>
<p:tagLst xmlns:a="http://schemas.openxmlformats.org/drawingml/2006/main" xmlns:r="http://schemas.openxmlformats.org/officeDocument/2006/relationships" xmlns:p="http://schemas.openxmlformats.org/presentationml/2006/main">
  <p:tag name="VEVOX.QRDOT" val="(12,6)"/>
</p:tagLst>
</file>

<file path=ppt/tags/tag199.xml><?xml version="1.0" encoding="utf-8"?>
<p:tagLst xmlns:a="http://schemas.openxmlformats.org/drawingml/2006/main" xmlns:r="http://schemas.openxmlformats.org/officeDocument/2006/relationships" xmlns:p="http://schemas.openxmlformats.org/presentationml/2006/main">
  <p:tag name="VEVOX.QRDOT" val="(13,6)"/>
</p:tagLst>
</file>

<file path=ppt/tags/tag200.xml><?xml version="1.0" encoding="utf-8"?>
<p:tagLst xmlns:a="http://schemas.openxmlformats.org/drawingml/2006/main" xmlns:r="http://schemas.openxmlformats.org/officeDocument/2006/relationships" xmlns:p="http://schemas.openxmlformats.org/presentationml/2006/main">
  <p:tag name="VEVOX.QRDOT" val="(14,6)"/>
</p:tagLst>
</file>

<file path=ppt/tags/tag201.xml><?xml version="1.0" encoding="utf-8"?>
<p:tagLst xmlns:a="http://schemas.openxmlformats.org/drawingml/2006/main" xmlns:r="http://schemas.openxmlformats.org/officeDocument/2006/relationships" xmlns:p="http://schemas.openxmlformats.org/presentationml/2006/main">
  <p:tag name="VEVOX.QRDOT" val="(15,6)"/>
</p:tagLst>
</file>

<file path=ppt/tags/tag202.xml><?xml version="1.0" encoding="utf-8"?>
<p:tagLst xmlns:a="http://schemas.openxmlformats.org/drawingml/2006/main" xmlns:r="http://schemas.openxmlformats.org/officeDocument/2006/relationships" xmlns:p="http://schemas.openxmlformats.org/presentationml/2006/main">
  <p:tag name="VEVOX.QRDOT" val="(16,6)"/>
</p:tagLst>
</file>

<file path=ppt/tags/tag203.xml><?xml version="1.0" encoding="utf-8"?>
<p:tagLst xmlns:a="http://schemas.openxmlformats.org/drawingml/2006/main" xmlns:r="http://schemas.openxmlformats.org/officeDocument/2006/relationships" xmlns:p="http://schemas.openxmlformats.org/presentationml/2006/main">
  <p:tag name="VEVOX.QRDOT" val="(17,6)"/>
</p:tagLst>
</file>

<file path=ppt/tags/tag204.xml><?xml version="1.0" encoding="utf-8"?>
<p:tagLst xmlns:a="http://schemas.openxmlformats.org/drawingml/2006/main" xmlns:r="http://schemas.openxmlformats.org/officeDocument/2006/relationships" xmlns:p="http://schemas.openxmlformats.org/presentationml/2006/main">
  <p:tag name="VEVOX.QRDOT" val="(18,6)"/>
</p:tagLst>
</file>

<file path=ppt/tags/tag205.xml><?xml version="1.0" encoding="utf-8"?>
<p:tagLst xmlns:a="http://schemas.openxmlformats.org/drawingml/2006/main" xmlns:r="http://schemas.openxmlformats.org/officeDocument/2006/relationships" xmlns:p="http://schemas.openxmlformats.org/presentationml/2006/main">
  <p:tag name="VEVOX.QRDOT" val="(19,6)"/>
</p:tagLst>
</file>

<file path=ppt/tags/tag206.xml><?xml version="1.0" encoding="utf-8"?>
<p:tagLst xmlns:a="http://schemas.openxmlformats.org/drawingml/2006/main" xmlns:r="http://schemas.openxmlformats.org/officeDocument/2006/relationships" xmlns:p="http://schemas.openxmlformats.org/presentationml/2006/main">
  <p:tag name="VEVOX.QRDOT" val="(20,6)"/>
</p:tagLst>
</file>

<file path=ppt/tags/tag207.xml><?xml version="1.0" encoding="utf-8"?>
<p:tagLst xmlns:a="http://schemas.openxmlformats.org/drawingml/2006/main" xmlns:r="http://schemas.openxmlformats.org/officeDocument/2006/relationships" xmlns:p="http://schemas.openxmlformats.org/presentationml/2006/main">
  <p:tag name="VEVOX.QRDOT" val="(21,6)"/>
</p:tagLst>
</file>

<file path=ppt/tags/tag208.xml><?xml version="1.0" encoding="utf-8"?>
<p:tagLst xmlns:a="http://schemas.openxmlformats.org/drawingml/2006/main" xmlns:r="http://schemas.openxmlformats.org/officeDocument/2006/relationships" xmlns:p="http://schemas.openxmlformats.org/presentationml/2006/main">
  <p:tag name="VEVOX.QRDOT" val="(22,6)"/>
</p:tagLst>
</file>

<file path=ppt/tags/tag209.xml><?xml version="1.0" encoding="utf-8"?>
<p:tagLst xmlns:a="http://schemas.openxmlformats.org/drawingml/2006/main" xmlns:r="http://schemas.openxmlformats.org/officeDocument/2006/relationships" xmlns:p="http://schemas.openxmlformats.org/presentationml/2006/main">
  <p:tag name="VEVOX.QRDOT" val="(23,6)"/>
</p:tagLst>
</file>

<file path=ppt/tags/tag210.xml><?xml version="1.0" encoding="utf-8"?>
<p:tagLst xmlns:a="http://schemas.openxmlformats.org/drawingml/2006/main" xmlns:r="http://schemas.openxmlformats.org/officeDocument/2006/relationships" xmlns:p="http://schemas.openxmlformats.org/presentationml/2006/main">
  <p:tag name="VEVOX.QRDOT" val="(24,6)"/>
</p:tagLst>
</file>

<file path=ppt/tags/tag211.xml><?xml version="1.0" encoding="utf-8"?>
<p:tagLst xmlns:a="http://schemas.openxmlformats.org/drawingml/2006/main" xmlns:r="http://schemas.openxmlformats.org/officeDocument/2006/relationships" xmlns:p="http://schemas.openxmlformats.org/presentationml/2006/main">
  <p:tag name="VEVOX.QRDOT" val="(25,6)"/>
</p:tagLst>
</file>

<file path=ppt/tags/tag212.xml><?xml version="1.0" encoding="utf-8"?>
<p:tagLst xmlns:a="http://schemas.openxmlformats.org/drawingml/2006/main" xmlns:r="http://schemas.openxmlformats.org/officeDocument/2006/relationships" xmlns:p="http://schemas.openxmlformats.org/presentationml/2006/main">
  <p:tag name="VEVOX.QRDOT" val="(26,6)"/>
</p:tagLst>
</file>

<file path=ppt/tags/tag213.xml><?xml version="1.0" encoding="utf-8"?>
<p:tagLst xmlns:a="http://schemas.openxmlformats.org/drawingml/2006/main" xmlns:r="http://schemas.openxmlformats.org/officeDocument/2006/relationships" xmlns:p="http://schemas.openxmlformats.org/presentationml/2006/main">
  <p:tag name="VEVOX.QRDOT" val="(27,6)"/>
</p:tagLst>
</file>

<file path=ppt/tags/tag214.xml><?xml version="1.0" encoding="utf-8"?>
<p:tagLst xmlns:a="http://schemas.openxmlformats.org/drawingml/2006/main" xmlns:r="http://schemas.openxmlformats.org/officeDocument/2006/relationships" xmlns:p="http://schemas.openxmlformats.org/presentationml/2006/main">
  <p:tag name="VEVOX.QRDOT" val="(28,6)"/>
</p:tagLst>
</file>

<file path=ppt/tags/tag215.xml><?xml version="1.0" encoding="utf-8"?>
<p:tagLst xmlns:a="http://schemas.openxmlformats.org/drawingml/2006/main" xmlns:r="http://schemas.openxmlformats.org/officeDocument/2006/relationships" xmlns:p="http://schemas.openxmlformats.org/presentationml/2006/main">
  <p:tag name="VEVOX.QRDOT" val="(29,6)"/>
</p:tagLst>
</file>

<file path=ppt/tags/tag216.xml><?xml version="1.0" encoding="utf-8"?>
<p:tagLst xmlns:a="http://schemas.openxmlformats.org/drawingml/2006/main" xmlns:r="http://schemas.openxmlformats.org/officeDocument/2006/relationships" xmlns:p="http://schemas.openxmlformats.org/presentationml/2006/main">
  <p:tag name="VEVOX.QRDOT" val="(0,7)"/>
</p:tagLst>
</file>

<file path=ppt/tags/tag217.xml><?xml version="1.0" encoding="utf-8"?>
<p:tagLst xmlns:a="http://schemas.openxmlformats.org/drawingml/2006/main" xmlns:r="http://schemas.openxmlformats.org/officeDocument/2006/relationships" xmlns:p="http://schemas.openxmlformats.org/presentationml/2006/main">
  <p:tag name="VEVOX.QRDOT" val="(1,7)"/>
</p:tagLst>
</file>

<file path=ppt/tags/tag218.xml><?xml version="1.0" encoding="utf-8"?>
<p:tagLst xmlns:a="http://schemas.openxmlformats.org/drawingml/2006/main" xmlns:r="http://schemas.openxmlformats.org/officeDocument/2006/relationships" xmlns:p="http://schemas.openxmlformats.org/presentationml/2006/main">
  <p:tag name="VEVOX.QRDOT" val="(2,7)"/>
</p:tagLst>
</file>

<file path=ppt/tags/tag219.xml><?xml version="1.0" encoding="utf-8"?>
<p:tagLst xmlns:a="http://schemas.openxmlformats.org/drawingml/2006/main" xmlns:r="http://schemas.openxmlformats.org/officeDocument/2006/relationships" xmlns:p="http://schemas.openxmlformats.org/presentationml/2006/main">
  <p:tag name="VEVOX.QRDOT" val="(3,7)"/>
</p:tagLst>
</file>

<file path=ppt/tags/tag220.xml><?xml version="1.0" encoding="utf-8"?>
<p:tagLst xmlns:a="http://schemas.openxmlformats.org/drawingml/2006/main" xmlns:r="http://schemas.openxmlformats.org/officeDocument/2006/relationships" xmlns:p="http://schemas.openxmlformats.org/presentationml/2006/main">
  <p:tag name="VEVOX.QRDOT" val="(4,7)"/>
</p:tagLst>
</file>

<file path=ppt/tags/tag221.xml><?xml version="1.0" encoding="utf-8"?>
<p:tagLst xmlns:a="http://schemas.openxmlformats.org/drawingml/2006/main" xmlns:r="http://schemas.openxmlformats.org/officeDocument/2006/relationships" xmlns:p="http://schemas.openxmlformats.org/presentationml/2006/main">
  <p:tag name="VEVOX.QRDOT" val="(5,7)"/>
</p:tagLst>
</file>

<file path=ppt/tags/tag222.xml><?xml version="1.0" encoding="utf-8"?>
<p:tagLst xmlns:a="http://schemas.openxmlformats.org/drawingml/2006/main" xmlns:r="http://schemas.openxmlformats.org/officeDocument/2006/relationships" xmlns:p="http://schemas.openxmlformats.org/presentationml/2006/main">
  <p:tag name="VEVOX.QRDOT" val="(6,7)"/>
</p:tagLst>
</file>

<file path=ppt/tags/tag223.xml><?xml version="1.0" encoding="utf-8"?>
<p:tagLst xmlns:a="http://schemas.openxmlformats.org/drawingml/2006/main" xmlns:r="http://schemas.openxmlformats.org/officeDocument/2006/relationships" xmlns:p="http://schemas.openxmlformats.org/presentationml/2006/main">
  <p:tag name="VEVOX.QRDOT" val="(7,7)"/>
</p:tagLst>
</file>

<file path=ppt/tags/tag224.xml><?xml version="1.0" encoding="utf-8"?>
<p:tagLst xmlns:a="http://schemas.openxmlformats.org/drawingml/2006/main" xmlns:r="http://schemas.openxmlformats.org/officeDocument/2006/relationships" xmlns:p="http://schemas.openxmlformats.org/presentationml/2006/main">
  <p:tag name="VEVOX.QRDOT" val="(8,7)"/>
</p:tagLst>
</file>

<file path=ppt/tags/tag225.xml><?xml version="1.0" encoding="utf-8"?>
<p:tagLst xmlns:a="http://schemas.openxmlformats.org/drawingml/2006/main" xmlns:r="http://schemas.openxmlformats.org/officeDocument/2006/relationships" xmlns:p="http://schemas.openxmlformats.org/presentationml/2006/main">
  <p:tag name="VEVOX.QRDOT" val="(9,7)"/>
</p:tagLst>
</file>

<file path=ppt/tags/tag226.xml><?xml version="1.0" encoding="utf-8"?>
<p:tagLst xmlns:a="http://schemas.openxmlformats.org/drawingml/2006/main" xmlns:r="http://schemas.openxmlformats.org/officeDocument/2006/relationships" xmlns:p="http://schemas.openxmlformats.org/presentationml/2006/main">
  <p:tag name="VEVOX.QRDOT" val="(10,7)"/>
</p:tagLst>
</file>

<file path=ppt/tags/tag227.xml><?xml version="1.0" encoding="utf-8"?>
<p:tagLst xmlns:a="http://schemas.openxmlformats.org/drawingml/2006/main" xmlns:r="http://schemas.openxmlformats.org/officeDocument/2006/relationships" xmlns:p="http://schemas.openxmlformats.org/presentationml/2006/main">
  <p:tag name="VEVOX.QRDOT" val="(11,7)"/>
</p:tagLst>
</file>

<file path=ppt/tags/tag228.xml><?xml version="1.0" encoding="utf-8"?>
<p:tagLst xmlns:a="http://schemas.openxmlformats.org/drawingml/2006/main" xmlns:r="http://schemas.openxmlformats.org/officeDocument/2006/relationships" xmlns:p="http://schemas.openxmlformats.org/presentationml/2006/main">
  <p:tag name="VEVOX.QRDOT" val="(12,7)"/>
</p:tagLst>
</file>

<file path=ppt/tags/tag229.xml><?xml version="1.0" encoding="utf-8"?>
<p:tagLst xmlns:a="http://schemas.openxmlformats.org/drawingml/2006/main" xmlns:r="http://schemas.openxmlformats.org/officeDocument/2006/relationships" xmlns:p="http://schemas.openxmlformats.org/presentationml/2006/main">
  <p:tag name="VEVOX.QRDOT" val="(13,7)"/>
</p:tagLst>
</file>

<file path=ppt/tags/tag230.xml><?xml version="1.0" encoding="utf-8"?>
<p:tagLst xmlns:a="http://schemas.openxmlformats.org/drawingml/2006/main" xmlns:r="http://schemas.openxmlformats.org/officeDocument/2006/relationships" xmlns:p="http://schemas.openxmlformats.org/presentationml/2006/main">
  <p:tag name="VEVOX.QRDOT" val="(14,7)"/>
</p:tagLst>
</file>

<file path=ppt/tags/tag231.xml><?xml version="1.0" encoding="utf-8"?>
<p:tagLst xmlns:a="http://schemas.openxmlformats.org/drawingml/2006/main" xmlns:r="http://schemas.openxmlformats.org/officeDocument/2006/relationships" xmlns:p="http://schemas.openxmlformats.org/presentationml/2006/main">
  <p:tag name="VEVOX.QRDOT" val="(15,7)"/>
</p:tagLst>
</file>

<file path=ppt/tags/tag232.xml><?xml version="1.0" encoding="utf-8"?>
<p:tagLst xmlns:a="http://schemas.openxmlformats.org/drawingml/2006/main" xmlns:r="http://schemas.openxmlformats.org/officeDocument/2006/relationships" xmlns:p="http://schemas.openxmlformats.org/presentationml/2006/main">
  <p:tag name="VEVOX.QRDOT" val="(16,7)"/>
</p:tagLst>
</file>

<file path=ppt/tags/tag233.xml><?xml version="1.0" encoding="utf-8"?>
<p:tagLst xmlns:a="http://schemas.openxmlformats.org/drawingml/2006/main" xmlns:r="http://schemas.openxmlformats.org/officeDocument/2006/relationships" xmlns:p="http://schemas.openxmlformats.org/presentationml/2006/main">
  <p:tag name="VEVOX.QRDOT" val="(17,7)"/>
</p:tagLst>
</file>

<file path=ppt/tags/tag234.xml><?xml version="1.0" encoding="utf-8"?>
<p:tagLst xmlns:a="http://schemas.openxmlformats.org/drawingml/2006/main" xmlns:r="http://schemas.openxmlformats.org/officeDocument/2006/relationships" xmlns:p="http://schemas.openxmlformats.org/presentationml/2006/main">
  <p:tag name="VEVOX.QRDOT" val="(18,7)"/>
</p:tagLst>
</file>

<file path=ppt/tags/tag235.xml><?xml version="1.0" encoding="utf-8"?>
<p:tagLst xmlns:a="http://schemas.openxmlformats.org/drawingml/2006/main" xmlns:r="http://schemas.openxmlformats.org/officeDocument/2006/relationships" xmlns:p="http://schemas.openxmlformats.org/presentationml/2006/main">
  <p:tag name="VEVOX.QRDOT" val="(19,7)"/>
</p:tagLst>
</file>

<file path=ppt/tags/tag236.xml><?xml version="1.0" encoding="utf-8"?>
<p:tagLst xmlns:a="http://schemas.openxmlformats.org/drawingml/2006/main" xmlns:r="http://schemas.openxmlformats.org/officeDocument/2006/relationships" xmlns:p="http://schemas.openxmlformats.org/presentationml/2006/main">
  <p:tag name="VEVOX.QRDOT" val="(20,7)"/>
</p:tagLst>
</file>

<file path=ppt/tags/tag237.xml><?xml version="1.0" encoding="utf-8"?>
<p:tagLst xmlns:a="http://schemas.openxmlformats.org/drawingml/2006/main" xmlns:r="http://schemas.openxmlformats.org/officeDocument/2006/relationships" xmlns:p="http://schemas.openxmlformats.org/presentationml/2006/main">
  <p:tag name="VEVOX.QRDOT" val="(21,7)"/>
</p:tagLst>
</file>

<file path=ppt/tags/tag238.xml><?xml version="1.0" encoding="utf-8"?>
<p:tagLst xmlns:a="http://schemas.openxmlformats.org/drawingml/2006/main" xmlns:r="http://schemas.openxmlformats.org/officeDocument/2006/relationships" xmlns:p="http://schemas.openxmlformats.org/presentationml/2006/main">
  <p:tag name="VEVOX.QRDOT" val="(0,8)"/>
</p:tagLst>
</file>

<file path=ppt/tags/tag239.xml><?xml version="1.0" encoding="utf-8"?>
<p:tagLst xmlns:a="http://schemas.openxmlformats.org/drawingml/2006/main" xmlns:r="http://schemas.openxmlformats.org/officeDocument/2006/relationships" xmlns:p="http://schemas.openxmlformats.org/presentationml/2006/main">
  <p:tag name="VEVOX.QRDOT" val="(1,8)"/>
</p:tagLst>
</file>

<file path=ppt/tags/tag240.xml><?xml version="1.0" encoding="utf-8"?>
<p:tagLst xmlns:a="http://schemas.openxmlformats.org/drawingml/2006/main" xmlns:r="http://schemas.openxmlformats.org/officeDocument/2006/relationships" xmlns:p="http://schemas.openxmlformats.org/presentationml/2006/main">
  <p:tag name="VEVOX.QRDOT" val="(2,8)"/>
</p:tagLst>
</file>

<file path=ppt/tags/tag241.xml><?xml version="1.0" encoding="utf-8"?>
<p:tagLst xmlns:a="http://schemas.openxmlformats.org/drawingml/2006/main" xmlns:r="http://schemas.openxmlformats.org/officeDocument/2006/relationships" xmlns:p="http://schemas.openxmlformats.org/presentationml/2006/main">
  <p:tag name="VEVOX.QRDOT" val="(3,8)"/>
</p:tagLst>
</file>

<file path=ppt/tags/tag242.xml><?xml version="1.0" encoding="utf-8"?>
<p:tagLst xmlns:a="http://schemas.openxmlformats.org/drawingml/2006/main" xmlns:r="http://schemas.openxmlformats.org/officeDocument/2006/relationships" xmlns:p="http://schemas.openxmlformats.org/presentationml/2006/main">
  <p:tag name="VEVOX.QRDOT" val="(4,8)"/>
</p:tagLst>
</file>

<file path=ppt/tags/tag243.xml><?xml version="1.0" encoding="utf-8"?>
<p:tagLst xmlns:a="http://schemas.openxmlformats.org/drawingml/2006/main" xmlns:r="http://schemas.openxmlformats.org/officeDocument/2006/relationships" xmlns:p="http://schemas.openxmlformats.org/presentationml/2006/main">
  <p:tag name="VEVOX.QRDOT" val="(5,8)"/>
</p:tagLst>
</file>

<file path=ppt/tags/tag244.xml><?xml version="1.0" encoding="utf-8"?>
<p:tagLst xmlns:a="http://schemas.openxmlformats.org/drawingml/2006/main" xmlns:r="http://schemas.openxmlformats.org/officeDocument/2006/relationships" xmlns:p="http://schemas.openxmlformats.org/presentationml/2006/main">
  <p:tag name="VEVOX.QRDOT" val="(6,8)"/>
</p:tagLst>
</file>

<file path=ppt/tags/tag245.xml><?xml version="1.0" encoding="utf-8"?>
<p:tagLst xmlns:a="http://schemas.openxmlformats.org/drawingml/2006/main" xmlns:r="http://schemas.openxmlformats.org/officeDocument/2006/relationships" xmlns:p="http://schemas.openxmlformats.org/presentationml/2006/main">
  <p:tag name="VEVOX.QRDOT" val="(7,8)"/>
</p:tagLst>
</file>

<file path=ppt/tags/tag246.xml><?xml version="1.0" encoding="utf-8"?>
<p:tagLst xmlns:a="http://schemas.openxmlformats.org/drawingml/2006/main" xmlns:r="http://schemas.openxmlformats.org/officeDocument/2006/relationships" xmlns:p="http://schemas.openxmlformats.org/presentationml/2006/main">
  <p:tag name="VEVOX.QRDOT" val="(8,8)"/>
</p:tagLst>
</file>

<file path=ppt/tags/tag247.xml><?xml version="1.0" encoding="utf-8"?>
<p:tagLst xmlns:a="http://schemas.openxmlformats.org/drawingml/2006/main" xmlns:r="http://schemas.openxmlformats.org/officeDocument/2006/relationships" xmlns:p="http://schemas.openxmlformats.org/presentationml/2006/main">
  <p:tag name="VEVOX.QRDOT" val="(9,8)"/>
</p:tagLst>
</file>

<file path=ppt/tags/tag248.xml><?xml version="1.0" encoding="utf-8"?>
<p:tagLst xmlns:a="http://schemas.openxmlformats.org/drawingml/2006/main" xmlns:r="http://schemas.openxmlformats.org/officeDocument/2006/relationships" xmlns:p="http://schemas.openxmlformats.org/presentationml/2006/main">
  <p:tag name="VEVOX.QRDOT" val="(10,8)"/>
</p:tagLst>
</file>

<file path=ppt/tags/tag249.xml><?xml version="1.0" encoding="utf-8"?>
<p:tagLst xmlns:a="http://schemas.openxmlformats.org/drawingml/2006/main" xmlns:r="http://schemas.openxmlformats.org/officeDocument/2006/relationships" xmlns:p="http://schemas.openxmlformats.org/presentationml/2006/main">
  <p:tag name="VEVOX.QRDOT" val="(11,8)"/>
</p:tagLst>
</file>

<file path=ppt/tags/tag250.xml><?xml version="1.0" encoding="utf-8"?>
<p:tagLst xmlns:a="http://schemas.openxmlformats.org/drawingml/2006/main" xmlns:r="http://schemas.openxmlformats.org/officeDocument/2006/relationships" xmlns:p="http://schemas.openxmlformats.org/presentationml/2006/main">
  <p:tag name="VEVOX.QRDOT" val="(12,8)"/>
</p:tagLst>
</file>

<file path=ppt/tags/tag251.xml><?xml version="1.0" encoding="utf-8"?>
<p:tagLst xmlns:a="http://schemas.openxmlformats.org/drawingml/2006/main" xmlns:r="http://schemas.openxmlformats.org/officeDocument/2006/relationships" xmlns:p="http://schemas.openxmlformats.org/presentationml/2006/main">
  <p:tag name="VEVOX.QRDOT" val="(13,8)"/>
</p:tagLst>
</file>

<file path=ppt/tags/tag252.xml><?xml version="1.0" encoding="utf-8"?>
<p:tagLst xmlns:a="http://schemas.openxmlformats.org/drawingml/2006/main" xmlns:r="http://schemas.openxmlformats.org/officeDocument/2006/relationships" xmlns:p="http://schemas.openxmlformats.org/presentationml/2006/main">
  <p:tag name="VEVOX.QRDOT" val="(14,8)"/>
</p:tagLst>
</file>

<file path=ppt/tags/tag253.xml><?xml version="1.0" encoding="utf-8"?>
<p:tagLst xmlns:a="http://schemas.openxmlformats.org/drawingml/2006/main" xmlns:r="http://schemas.openxmlformats.org/officeDocument/2006/relationships" xmlns:p="http://schemas.openxmlformats.org/presentationml/2006/main">
  <p:tag name="VEVOX.QRDOT" val="(15,8)"/>
</p:tagLst>
</file>

<file path=ppt/tags/tag254.xml><?xml version="1.0" encoding="utf-8"?>
<p:tagLst xmlns:a="http://schemas.openxmlformats.org/drawingml/2006/main" xmlns:r="http://schemas.openxmlformats.org/officeDocument/2006/relationships" xmlns:p="http://schemas.openxmlformats.org/presentationml/2006/main">
  <p:tag name="VEVOX.QRDOT" val="(16,8)"/>
</p:tagLst>
</file>

<file path=ppt/tags/tag255.xml><?xml version="1.0" encoding="utf-8"?>
<p:tagLst xmlns:a="http://schemas.openxmlformats.org/drawingml/2006/main" xmlns:r="http://schemas.openxmlformats.org/officeDocument/2006/relationships" xmlns:p="http://schemas.openxmlformats.org/presentationml/2006/main">
  <p:tag name="VEVOX.QRDOT" val="(17,8)"/>
</p:tagLst>
</file>

<file path=ppt/tags/tag256.xml><?xml version="1.0" encoding="utf-8"?>
<p:tagLst xmlns:a="http://schemas.openxmlformats.org/drawingml/2006/main" xmlns:r="http://schemas.openxmlformats.org/officeDocument/2006/relationships" xmlns:p="http://schemas.openxmlformats.org/presentationml/2006/main">
  <p:tag name="VEVOX.QRDOT" val="(18,8)"/>
</p:tagLst>
</file>

<file path=ppt/tags/tag257.xml><?xml version="1.0" encoding="utf-8"?>
<p:tagLst xmlns:a="http://schemas.openxmlformats.org/drawingml/2006/main" xmlns:r="http://schemas.openxmlformats.org/officeDocument/2006/relationships" xmlns:p="http://schemas.openxmlformats.org/presentationml/2006/main">
  <p:tag name="VEVOX.QRDOT" val="(19,8)"/>
</p:tagLst>
</file>

<file path=ppt/tags/tag258.xml><?xml version="1.0" encoding="utf-8"?>
<p:tagLst xmlns:a="http://schemas.openxmlformats.org/drawingml/2006/main" xmlns:r="http://schemas.openxmlformats.org/officeDocument/2006/relationships" xmlns:p="http://schemas.openxmlformats.org/presentationml/2006/main">
  <p:tag name="VEVOX.QRDOT" val="(20,8)"/>
</p:tagLst>
</file>

<file path=ppt/tags/tag259.xml><?xml version="1.0" encoding="utf-8"?>
<p:tagLst xmlns:a="http://schemas.openxmlformats.org/drawingml/2006/main" xmlns:r="http://schemas.openxmlformats.org/officeDocument/2006/relationships" xmlns:p="http://schemas.openxmlformats.org/presentationml/2006/main">
  <p:tag name="VEVOX.QRDOT" val="(21,8)"/>
</p:tagLst>
</file>

<file path=ppt/tags/tag260.xml><?xml version="1.0" encoding="utf-8"?>
<p:tagLst xmlns:a="http://schemas.openxmlformats.org/drawingml/2006/main" xmlns:r="http://schemas.openxmlformats.org/officeDocument/2006/relationships" xmlns:p="http://schemas.openxmlformats.org/presentationml/2006/main">
  <p:tag name="VEVOX.QRDOT" val="(22,8)"/>
</p:tagLst>
</file>

<file path=ppt/tags/tag261.xml><?xml version="1.0" encoding="utf-8"?>
<p:tagLst xmlns:a="http://schemas.openxmlformats.org/drawingml/2006/main" xmlns:r="http://schemas.openxmlformats.org/officeDocument/2006/relationships" xmlns:p="http://schemas.openxmlformats.org/presentationml/2006/main">
  <p:tag name="VEVOX.QRDOT" val="(23,8)"/>
</p:tagLst>
</file>

<file path=ppt/tags/tag262.xml><?xml version="1.0" encoding="utf-8"?>
<p:tagLst xmlns:a="http://schemas.openxmlformats.org/drawingml/2006/main" xmlns:r="http://schemas.openxmlformats.org/officeDocument/2006/relationships" xmlns:p="http://schemas.openxmlformats.org/presentationml/2006/main">
  <p:tag name="VEVOX.QRDOT" val="(24,8)"/>
</p:tagLst>
</file>

<file path=ppt/tags/tag263.xml><?xml version="1.0" encoding="utf-8"?>
<p:tagLst xmlns:a="http://schemas.openxmlformats.org/drawingml/2006/main" xmlns:r="http://schemas.openxmlformats.org/officeDocument/2006/relationships" xmlns:p="http://schemas.openxmlformats.org/presentationml/2006/main">
  <p:tag name="VEVOX.QRDOT" val="(25,8)"/>
</p:tagLst>
</file>

<file path=ppt/tags/tag264.xml><?xml version="1.0" encoding="utf-8"?>
<p:tagLst xmlns:a="http://schemas.openxmlformats.org/drawingml/2006/main" xmlns:r="http://schemas.openxmlformats.org/officeDocument/2006/relationships" xmlns:p="http://schemas.openxmlformats.org/presentationml/2006/main">
  <p:tag name="VEVOX.QRDOT" val="(26,8)"/>
</p:tagLst>
</file>

<file path=ppt/tags/tag265.xml><?xml version="1.0" encoding="utf-8"?>
<p:tagLst xmlns:a="http://schemas.openxmlformats.org/drawingml/2006/main" xmlns:r="http://schemas.openxmlformats.org/officeDocument/2006/relationships" xmlns:p="http://schemas.openxmlformats.org/presentationml/2006/main">
  <p:tag name="VEVOX.QRDOT" val="(27,8)"/>
</p:tagLst>
</file>

<file path=ppt/tags/tag266.xml><?xml version="1.0" encoding="utf-8"?>
<p:tagLst xmlns:a="http://schemas.openxmlformats.org/drawingml/2006/main" xmlns:r="http://schemas.openxmlformats.org/officeDocument/2006/relationships" xmlns:p="http://schemas.openxmlformats.org/presentationml/2006/main">
  <p:tag name="VEVOX.QRDOT" val="(0,9)"/>
</p:tagLst>
</file>

<file path=ppt/tags/tag267.xml><?xml version="1.0" encoding="utf-8"?>
<p:tagLst xmlns:a="http://schemas.openxmlformats.org/drawingml/2006/main" xmlns:r="http://schemas.openxmlformats.org/officeDocument/2006/relationships" xmlns:p="http://schemas.openxmlformats.org/presentationml/2006/main">
  <p:tag name="VEVOX.QRDOT" val="(1,9)"/>
</p:tagLst>
</file>

<file path=ppt/tags/tag268.xml><?xml version="1.0" encoding="utf-8"?>
<p:tagLst xmlns:a="http://schemas.openxmlformats.org/drawingml/2006/main" xmlns:r="http://schemas.openxmlformats.org/officeDocument/2006/relationships" xmlns:p="http://schemas.openxmlformats.org/presentationml/2006/main">
  <p:tag name="VEVOX.QRDOT" val="(2,9)"/>
</p:tagLst>
</file>

<file path=ppt/tags/tag269.xml><?xml version="1.0" encoding="utf-8"?>
<p:tagLst xmlns:a="http://schemas.openxmlformats.org/drawingml/2006/main" xmlns:r="http://schemas.openxmlformats.org/officeDocument/2006/relationships" xmlns:p="http://schemas.openxmlformats.org/presentationml/2006/main">
  <p:tag name="VEVOX.QRDOT" val="(3,9)"/>
</p:tagLst>
</file>

<file path=ppt/tags/tag270.xml><?xml version="1.0" encoding="utf-8"?>
<p:tagLst xmlns:a="http://schemas.openxmlformats.org/drawingml/2006/main" xmlns:r="http://schemas.openxmlformats.org/officeDocument/2006/relationships" xmlns:p="http://schemas.openxmlformats.org/presentationml/2006/main">
  <p:tag name="VEVOX.QRDOT" val="(4,9)"/>
</p:tagLst>
</file>

<file path=ppt/tags/tag271.xml><?xml version="1.0" encoding="utf-8"?>
<p:tagLst xmlns:a="http://schemas.openxmlformats.org/drawingml/2006/main" xmlns:r="http://schemas.openxmlformats.org/officeDocument/2006/relationships" xmlns:p="http://schemas.openxmlformats.org/presentationml/2006/main">
  <p:tag name="VEVOX.QRDOT" val="(5,9)"/>
</p:tagLst>
</file>

<file path=ppt/tags/tag272.xml><?xml version="1.0" encoding="utf-8"?>
<p:tagLst xmlns:a="http://schemas.openxmlformats.org/drawingml/2006/main" xmlns:r="http://schemas.openxmlformats.org/officeDocument/2006/relationships" xmlns:p="http://schemas.openxmlformats.org/presentationml/2006/main">
  <p:tag name="VEVOX.QRDOT" val="(6,9)"/>
</p:tagLst>
</file>

<file path=ppt/tags/tag273.xml><?xml version="1.0" encoding="utf-8"?>
<p:tagLst xmlns:a="http://schemas.openxmlformats.org/drawingml/2006/main" xmlns:r="http://schemas.openxmlformats.org/officeDocument/2006/relationships" xmlns:p="http://schemas.openxmlformats.org/presentationml/2006/main">
  <p:tag name="VEVOX.QRDOT" val="(7,9)"/>
</p:tagLst>
</file>

<file path=ppt/tags/tag274.xml><?xml version="1.0" encoding="utf-8"?>
<p:tagLst xmlns:a="http://schemas.openxmlformats.org/drawingml/2006/main" xmlns:r="http://schemas.openxmlformats.org/officeDocument/2006/relationships" xmlns:p="http://schemas.openxmlformats.org/presentationml/2006/main">
  <p:tag name="VEVOX.QRDOT" val="(8,9)"/>
</p:tagLst>
</file>

<file path=ppt/tags/tag275.xml><?xml version="1.0" encoding="utf-8"?>
<p:tagLst xmlns:a="http://schemas.openxmlformats.org/drawingml/2006/main" xmlns:r="http://schemas.openxmlformats.org/officeDocument/2006/relationships" xmlns:p="http://schemas.openxmlformats.org/presentationml/2006/main">
  <p:tag name="VEVOX.QRDOT" val="(9,9)"/>
</p:tagLst>
</file>

<file path=ppt/tags/tag276.xml><?xml version="1.0" encoding="utf-8"?>
<p:tagLst xmlns:a="http://schemas.openxmlformats.org/drawingml/2006/main" xmlns:r="http://schemas.openxmlformats.org/officeDocument/2006/relationships" xmlns:p="http://schemas.openxmlformats.org/presentationml/2006/main">
  <p:tag name="VEVOX.QRDOT" val="(10,9)"/>
</p:tagLst>
</file>

<file path=ppt/tags/tag277.xml><?xml version="1.0" encoding="utf-8"?>
<p:tagLst xmlns:a="http://schemas.openxmlformats.org/drawingml/2006/main" xmlns:r="http://schemas.openxmlformats.org/officeDocument/2006/relationships" xmlns:p="http://schemas.openxmlformats.org/presentationml/2006/main">
  <p:tag name="VEVOX.QRDOT" val="(11,9)"/>
</p:tagLst>
</file>

<file path=ppt/tags/tag278.xml><?xml version="1.0" encoding="utf-8"?>
<p:tagLst xmlns:a="http://schemas.openxmlformats.org/drawingml/2006/main" xmlns:r="http://schemas.openxmlformats.org/officeDocument/2006/relationships" xmlns:p="http://schemas.openxmlformats.org/presentationml/2006/main">
  <p:tag name="VEVOX.QRDOT" val="(12,9)"/>
</p:tagLst>
</file>

<file path=ppt/tags/tag279.xml><?xml version="1.0" encoding="utf-8"?>
<p:tagLst xmlns:a="http://schemas.openxmlformats.org/drawingml/2006/main" xmlns:r="http://schemas.openxmlformats.org/officeDocument/2006/relationships" xmlns:p="http://schemas.openxmlformats.org/presentationml/2006/main">
  <p:tag name="VEVOX.QRDOT" val="(13,9)"/>
</p:tagLst>
</file>

<file path=ppt/tags/tag280.xml><?xml version="1.0" encoding="utf-8"?>
<p:tagLst xmlns:a="http://schemas.openxmlformats.org/drawingml/2006/main" xmlns:r="http://schemas.openxmlformats.org/officeDocument/2006/relationships" xmlns:p="http://schemas.openxmlformats.org/presentationml/2006/main">
  <p:tag name="VEVOX.QRDOT" val="(14,9)"/>
</p:tagLst>
</file>

<file path=ppt/tags/tag281.xml><?xml version="1.0" encoding="utf-8"?>
<p:tagLst xmlns:a="http://schemas.openxmlformats.org/drawingml/2006/main" xmlns:r="http://schemas.openxmlformats.org/officeDocument/2006/relationships" xmlns:p="http://schemas.openxmlformats.org/presentationml/2006/main">
  <p:tag name="VEVOX.QRDOT" val="(15,9)"/>
</p:tagLst>
</file>

<file path=ppt/tags/tag282.xml><?xml version="1.0" encoding="utf-8"?>
<p:tagLst xmlns:a="http://schemas.openxmlformats.org/drawingml/2006/main" xmlns:r="http://schemas.openxmlformats.org/officeDocument/2006/relationships" xmlns:p="http://schemas.openxmlformats.org/presentationml/2006/main">
  <p:tag name="VEVOX.QRDOT" val="(16,9)"/>
</p:tagLst>
</file>

<file path=ppt/tags/tag283.xml><?xml version="1.0" encoding="utf-8"?>
<p:tagLst xmlns:a="http://schemas.openxmlformats.org/drawingml/2006/main" xmlns:r="http://schemas.openxmlformats.org/officeDocument/2006/relationships" xmlns:p="http://schemas.openxmlformats.org/presentationml/2006/main">
  <p:tag name="VEVOX.QRDOT" val="(17,9)"/>
</p:tagLst>
</file>

<file path=ppt/tags/tag284.xml><?xml version="1.0" encoding="utf-8"?>
<p:tagLst xmlns:a="http://schemas.openxmlformats.org/drawingml/2006/main" xmlns:r="http://schemas.openxmlformats.org/officeDocument/2006/relationships" xmlns:p="http://schemas.openxmlformats.org/presentationml/2006/main">
  <p:tag name="VEVOX.QRDOT" val="(18,9)"/>
</p:tagLst>
</file>

<file path=ppt/tags/tag285.xml><?xml version="1.0" encoding="utf-8"?>
<p:tagLst xmlns:a="http://schemas.openxmlformats.org/drawingml/2006/main" xmlns:r="http://schemas.openxmlformats.org/officeDocument/2006/relationships" xmlns:p="http://schemas.openxmlformats.org/presentationml/2006/main">
  <p:tag name="VEVOX.QRDOT" val="(19,9)"/>
</p:tagLst>
</file>

<file path=ppt/tags/tag286.xml><?xml version="1.0" encoding="utf-8"?>
<p:tagLst xmlns:a="http://schemas.openxmlformats.org/drawingml/2006/main" xmlns:r="http://schemas.openxmlformats.org/officeDocument/2006/relationships" xmlns:p="http://schemas.openxmlformats.org/presentationml/2006/main">
  <p:tag name="VEVOX.QRDOT" val="(20,9)"/>
</p:tagLst>
</file>

<file path=ppt/tags/tag287.xml><?xml version="1.0" encoding="utf-8"?>
<p:tagLst xmlns:a="http://schemas.openxmlformats.org/drawingml/2006/main" xmlns:r="http://schemas.openxmlformats.org/officeDocument/2006/relationships" xmlns:p="http://schemas.openxmlformats.org/presentationml/2006/main">
  <p:tag name="VEVOX.QRDOT" val="(21,9)"/>
</p:tagLst>
</file>

<file path=ppt/tags/tag288.xml><?xml version="1.0" encoding="utf-8"?>
<p:tagLst xmlns:a="http://schemas.openxmlformats.org/drawingml/2006/main" xmlns:r="http://schemas.openxmlformats.org/officeDocument/2006/relationships" xmlns:p="http://schemas.openxmlformats.org/presentationml/2006/main">
  <p:tag name="VEVOX.QRDOT" val="(22,9)"/>
</p:tagLst>
</file>

<file path=ppt/tags/tag289.xml><?xml version="1.0" encoding="utf-8"?>
<p:tagLst xmlns:a="http://schemas.openxmlformats.org/drawingml/2006/main" xmlns:r="http://schemas.openxmlformats.org/officeDocument/2006/relationships" xmlns:p="http://schemas.openxmlformats.org/presentationml/2006/main">
  <p:tag name="VEVOX.QRDOT" val="(23,9)"/>
</p:tagLst>
</file>

<file path=ppt/tags/tag290.xml><?xml version="1.0" encoding="utf-8"?>
<p:tagLst xmlns:a="http://schemas.openxmlformats.org/drawingml/2006/main" xmlns:r="http://schemas.openxmlformats.org/officeDocument/2006/relationships" xmlns:p="http://schemas.openxmlformats.org/presentationml/2006/main">
  <p:tag name="VEVOX.QRDOT" val="(24,9)"/>
</p:tagLst>
</file>

<file path=ppt/tags/tag291.xml><?xml version="1.0" encoding="utf-8"?>
<p:tagLst xmlns:a="http://schemas.openxmlformats.org/drawingml/2006/main" xmlns:r="http://schemas.openxmlformats.org/officeDocument/2006/relationships" xmlns:p="http://schemas.openxmlformats.org/presentationml/2006/main">
  <p:tag name="VEVOX.QRDOT" val="(25,9)"/>
</p:tagLst>
</file>

<file path=ppt/tags/tag292.xml><?xml version="1.0" encoding="utf-8"?>
<p:tagLst xmlns:a="http://schemas.openxmlformats.org/drawingml/2006/main" xmlns:r="http://schemas.openxmlformats.org/officeDocument/2006/relationships" xmlns:p="http://schemas.openxmlformats.org/presentationml/2006/main">
  <p:tag name="VEVOX.QRDOT" val="(26,9)"/>
</p:tagLst>
</file>

<file path=ppt/tags/tag293.xml><?xml version="1.0" encoding="utf-8"?>
<p:tagLst xmlns:a="http://schemas.openxmlformats.org/drawingml/2006/main" xmlns:r="http://schemas.openxmlformats.org/officeDocument/2006/relationships" xmlns:p="http://schemas.openxmlformats.org/presentationml/2006/main">
  <p:tag name="VEVOX.QRDOT" val="(27,9)"/>
</p:tagLst>
</file>

<file path=ppt/tags/tag294.xml><?xml version="1.0" encoding="utf-8"?>
<p:tagLst xmlns:a="http://schemas.openxmlformats.org/drawingml/2006/main" xmlns:r="http://schemas.openxmlformats.org/officeDocument/2006/relationships" xmlns:p="http://schemas.openxmlformats.org/presentationml/2006/main">
  <p:tag name="VEVOX.QRDOT" val="(28,9)"/>
</p:tagLst>
</file>

<file path=ppt/tags/tag295.xml><?xml version="1.0" encoding="utf-8"?>
<p:tagLst xmlns:a="http://schemas.openxmlformats.org/drawingml/2006/main" xmlns:r="http://schemas.openxmlformats.org/officeDocument/2006/relationships" xmlns:p="http://schemas.openxmlformats.org/presentationml/2006/main">
  <p:tag name="VEVOX.QRDOT" val="(29,9)"/>
</p:tagLst>
</file>

<file path=ppt/tags/tag296.xml><?xml version="1.0" encoding="utf-8"?>
<p:tagLst xmlns:a="http://schemas.openxmlformats.org/drawingml/2006/main" xmlns:r="http://schemas.openxmlformats.org/officeDocument/2006/relationships" xmlns:p="http://schemas.openxmlformats.org/presentationml/2006/main">
  <p:tag name="VEVOX.QRDOT" val="(0,10)"/>
</p:tagLst>
</file>

<file path=ppt/tags/tag297.xml><?xml version="1.0" encoding="utf-8"?>
<p:tagLst xmlns:a="http://schemas.openxmlformats.org/drawingml/2006/main" xmlns:r="http://schemas.openxmlformats.org/officeDocument/2006/relationships" xmlns:p="http://schemas.openxmlformats.org/presentationml/2006/main">
  <p:tag name="VEVOX.QRDOT" val="(1,10)"/>
</p:tagLst>
</file>

<file path=ppt/tags/tag298.xml><?xml version="1.0" encoding="utf-8"?>
<p:tagLst xmlns:a="http://schemas.openxmlformats.org/drawingml/2006/main" xmlns:r="http://schemas.openxmlformats.org/officeDocument/2006/relationships" xmlns:p="http://schemas.openxmlformats.org/presentationml/2006/main">
  <p:tag name="VEVOX.QRDOT" val="(2,10)"/>
</p:tagLst>
</file>

<file path=ppt/tags/tag299.xml><?xml version="1.0" encoding="utf-8"?>
<p:tagLst xmlns:a="http://schemas.openxmlformats.org/drawingml/2006/main" xmlns:r="http://schemas.openxmlformats.org/officeDocument/2006/relationships" xmlns:p="http://schemas.openxmlformats.org/presentationml/2006/main">
  <p:tag name="VEVOX.QRDOT" val="(3,10)"/>
</p:tagLst>
</file>

<file path=ppt/tags/tag300.xml><?xml version="1.0" encoding="utf-8"?>
<p:tagLst xmlns:a="http://schemas.openxmlformats.org/drawingml/2006/main" xmlns:r="http://schemas.openxmlformats.org/officeDocument/2006/relationships" xmlns:p="http://schemas.openxmlformats.org/presentationml/2006/main">
  <p:tag name="VEVOX.QRDOT" val="(4,10)"/>
</p:tagLst>
</file>

<file path=ppt/tags/tag301.xml><?xml version="1.0" encoding="utf-8"?>
<p:tagLst xmlns:a="http://schemas.openxmlformats.org/drawingml/2006/main" xmlns:r="http://schemas.openxmlformats.org/officeDocument/2006/relationships" xmlns:p="http://schemas.openxmlformats.org/presentationml/2006/main">
  <p:tag name="VEVOX.QRDOT" val="(5,10)"/>
</p:tagLst>
</file>

<file path=ppt/tags/tag302.xml><?xml version="1.0" encoding="utf-8"?>
<p:tagLst xmlns:a="http://schemas.openxmlformats.org/drawingml/2006/main" xmlns:r="http://schemas.openxmlformats.org/officeDocument/2006/relationships" xmlns:p="http://schemas.openxmlformats.org/presentationml/2006/main">
  <p:tag name="VEVOX.QRDOT" val="(6,10)"/>
</p:tagLst>
</file>

<file path=ppt/tags/tag303.xml><?xml version="1.0" encoding="utf-8"?>
<p:tagLst xmlns:a="http://schemas.openxmlformats.org/drawingml/2006/main" xmlns:r="http://schemas.openxmlformats.org/officeDocument/2006/relationships" xmlns:p="http://schemas.openxmlformats.org/presentationml/2006/main">
  <p:tag name="VEVOX.QRDOT" val="(7,10)"/>
</p:tagLst>
</file>

<file path=ppt/tags/tag304.xml><?xml version="1.0" encoding="utf-8"?>
<p:tagLst xmlns:a="http://schemas.openxmlformats.org/drawingml/2006/main" xmlns:r="http://schemas.openxmlformats.org/officeDocument/2006/relationships" xmlns:p="http://schemas.openxmlformats.org/presentationml/2006/main">
  <p:tag name="VEVOX.QRDOT" val="(8,10)"/>
</p:tagLst>
</file>

<file path=ppt/tags/tag305.xml><?xml version="1.0" encoding="utf-8"?>
<p:tagLst xmlns:a="http://schemas.openxmlformats.org/drawingml/2006/main" xmlns:r="http://schemas.openxmlformats.org/officeDocument/2006/relationships" xmlns:p="http://schemas.openxmlformats.org/presentationml/2006/main">
  <p:tag name="VEVOX.QRDOT" val="(9,10)"/>
</p:tagLst>
</file>

<file path=ppt/tags/tag306.xml><?xml version="1.0" encoding="utf-8"?>
<p:tagLst xmlns:a="http://schemas.openxmlformats.org/drawingml/2006/main" xmlns:r="http://schemas.openxmlformats.org/officeDocument/2006/relationships" xmlns:p="http://schemas.openxmlformats.org/presentationml/2006/main">
  <p:tag name="VEVOX.QRDOT" val="(10,10)"/>
</p:tagLst>
</file>

<file path=ppt/tags/tag307.xml><?xml version="1.0" encoding="utf-8"?>
<p:tagLst xmlns:a="http://schemas.openxmlformats.org/drawingml/2006/main" xmlns:r="http://schemas.openxmlformats.org/officeDocument/2006/relationships" xmlns:p="http://schemas.openxmlformats.org/presentationml/2006/main">
  <p:tag name="VEVOX.QRDOT" val="(11,10)"/>
</p:tagLst>
</file>

<file path=ppt/tags/tag308.xml><?xml version="1.0" encoding="utf-8"?>
<p:tagLst xmlns:a="http://schemas.openxmlformats.org/drawingml/2006/main" xmlns:r="http://schemas.openxmlformats.org/officeDocument/2006/relationships" xmlns:p="http://schemas.openxmlformats.org/presentationml/2006/main">
  <p:tag name="VEVOX.QRDOT" val="(12,10)"/>
</p:tagLst>
</file>

<file path=ppt/tags/tag309.xml><?xml version="1.0" encoding="utf-8"?>
<p:tagLst xmlns:a="http://schemas.openxmlformats.org/drawingml/2006/main" xmlns:r="http://schemas.openxmlformats.org/officeDocument/2006/relationships" xmlns:p="http://schemas.openxmlformats.org/presentationml/2006/main">
  <p:tag name="VEVOX.QRDOT" val="(13,10)"/>
</p:tagLst>
</file>

<file path=ppt/tags/tag310.xml><?xml version="1.0" encoding="utf-8"?>
<p:tagLst xmlns:a="http://schemas.openxmlformats.org/drawingml/2006/main" xmlns:r="http://schemas.openxmlformats.org/officeDocument/2006/relationships" xmlns:p="http://schemas.openxmlformats.org/presentationml/2006/main">
  <p:tag name="VEVOX.QRDOT" val="(14,10)"/>
</p:tagLst>
</file>

<file path=ppt/tags/tag311.xml><?xml version="1.0" encoding="utf-8"?>
<p:tagLst xmlns:a="http://schemas.openxmlformats.org/drawingml/2006/main" xmlns:r="http://schemas.openxmlformats.org/officeDocument/2006/relationships" xmlns:p="http://schemas.openxmlformats.org/presentationml/2006/main">
  <p:tag name="VEVOX.QRDOT" val="(15,10)"/>
</p:tagLst>
</file>

<file path=ppt/tags/tag312.xml><?xml version="1.0" encoding="utf-8"?>
<p:tagLst xmlns:a="http://schemas.openxmlformats.org/drawingml/2006/main" xmlns:r="http://schemas.openxmlformats.org/officeDocument/2006/relationships" xmlns:p="http://schemas.openxmlformats.org/presentationml/2006/main">
  <p:tag name="VEVOX.QRDOT" val="(16,10)"/>
</p:tagLst>
</file>

<file path=ppt/tags/tag313.xml><?xml version="1.0" encoding="utf-8"?>
<p:tagLst xmlns:a="http://schemas.openxmlformats.org/drawingml/2006/main" xmlns:r="http://schemas.openxmlformats.org/officeDocument/2006/relationships" xmlns:p="http://schemas.openxmlformats.org/presentationml/2006/main">
  <p:tag name="VEVOX.QRDOT" val="(17,10)"/>
</p:tagLst>
</file>

<file path=ppt/tags/tag314.xml><?xml version="1.0" encoding="utf-8"?>
<p:tagLst xmlns:a="http://schemas.openxmlformats.org/drawingml/2006/main" xmlns:r="http://schemas.openxmlformats.org/officeDocument/2006/relationships" xmlns:p="http://schemas.openxmlformats.org/presentationml/2006/main">
  <p:tag name="VEVOX.QRDOT" val="(18,10)"/>
</p:tagLst>
</file>

<file path=ppt/tags/tag315.xml><?xml version="1.0" encoding="utf-8"?>
<p:tagLst xmlns:a="http://schemas.openxmlformats.org/drawingml/2006/main" xmlns:r="http://schemas.openxmlformats.org/officeDocument/2006/relationships" xmlns:p="http://schemas.openxmlformats.org/presentationml/2006/main">
  <p:tag name="VEVOX.QRDOT" val="(19,10)"/>
</p:tagLst>
</file>

<file path=ppt/tags/tag316.xml><?xml version="1.0" encoding="utf-8"?>
<p:tagLst xmlns:a="http://schemas.openxmlformats.org/drawingml/2006/main" xmlns:r="http://schemas.openxmlformats.org/officeDocument/2006/relationships" xmlns:p="http://schemas.openxmlformats.org/presentationml/2006/main">
  <p:tag name="VEVOX.QRDOT" val="(20,10)"/>
</p:tagLst>
</file>

<file path=ppt/tags/tag317.xml><?xml version="1.0" encoding="utf-8"?>
<p:tagLst xmlns:a="http://schemas.openxmlformats.org/drawingml/2006/main" xmlns:r="http://schemas.openxmlformats.org/officeDocument/2006/relationships" xmlns:p="http://schemas.openxmlformats.org/presentationml/2006/main">
  <p:tag name="VEVOX.QRDOT" val="(21,10)"/>
</p:tagLst>
</file>

<file path=ppt/tags/tag318.xml><?xml version="1.0" encoding="utf-8"?>
<p:tagLst xmlns:a="http://schemas.openxmlformats.org/drawingml/2006/main" xmlns:r="http://schemas.openxmlformats.org/officeDocument/2006/relationships" xmlns:p="http://schemas.openxmlformats.org/presentationml/2006/main">
  <p:tag name="VEVOX.QRDOT" val="(22,10)"/>
</p:tagLst>
</file>

<file path=ppt/tags/tag319.xml><?xml version="1.0" encoding="utf-8"?>
<p:tagLst xmlns:a="http://schemas.openxmlformats.org/drawingml/2006/main" xmlns:r="http://schemas.openxmlformats.org/officeDocument/2006/relationships" xmlns:p="http://schemas.openxmlformats.org/presentationml/2006/main">
  <p:tag name="VEVOX.QRDOT" val="(23,10)"/>
</p:tagLst>
</file>

<file path=ppt/tags/tag320.xml><?xml version="1.0" encoding="utf-8"?>
<p:tagLst xmlns:a="http://schemas.openxmlformats.org/drawingml/2006/main" xmlns:r="http://schemas.openxmlformats.org/officeDocument/2006/relationships" xmlns:p="http://schemas.openxmlformats.org/presentationml/2006/main">
  <p:tag name="VEVOX.QRDOT" val="(24,10)"/>
</p:tagLst>
</file>

<file path=ppt/tags/tag321.xml><?xml version="1.0" encoding="utf-8"?>
<p:tagLst xmlns:a="http://schemas.openxmlformats.org/drawingml/2006/main" xmlns:r="http://schemas.openxmlformats.org/officeDocument/2006/relationships" xmlns:p="http://schemas.openxmlformats.org/presentationml/2006/main">
  <p:tag name="VEVOX.QRDOT" val="(0,11)"/>
</p:tagLst>
</file>

<file path=ppt/tags/tag322.xml><?xml version="1.0" encoding="utf-8"?>
<p:tagLst xmlns:a="http://schemas.openxmlformats.org/drawingml/2006/main" xmlns:r="http://schemas.openxmlformats.org/officeDocument/2006/relationships" xmlns:p="http://schemas.openxmlformats.org/presentationml/2006/main">
  <p:tag name="VEVOX.QRDOT" val="(1,11)"/>
</p:tagLst>
</file>

<file path=ppt/tags/tag323.xml><?xml version="1.0" encoding="utf-8"?>
<p:tagLst xmlns:a="http://schemas.openxmlformats.org/drawingml/2006/main" xmlns:r="http://schemas.openxmlformats.org/officeDocument/2006/relationships" xmlns:p="http://schemas.openxmlformats.org/presentationml/2006/main">
  <p:tag name="VEVOX.QRDOT" val="(2,11)"/>
</p:tagLst>
</file>

<file path=ppt/tags/tag324.xml><?xml version="1.0" encoding="utf-8"?>
<p:tagLst xmlns:a="http://schemas.openxmlformats.org/drawingml/2006/main" xmlns:r="http://schemas.openxmlformats.org/officeDocument/2006/relationships" xmlns:p="http://schemas.openxmlformats.org/presentationml/2006/main">
  <p:tag name="VEVOX.QRDOT" val="(3,11)"/>
</p:tagLst>
</file>

<file path=ppt/tags/tag325.xml><?xml version="1.0" encoding="utf-8"?>
<p:tagLst xmlns:a="http://schemas.openxmlformats.org/drawingml/2006/main" xmlns:r="http://schemas.openxmlformats.org/officeDocument/2006/relationships" xmlns:p="http://schemas.openxmlformats.org/presentationml/2006/main">
  <p:tag name="VEVOX.QRDOT" val="(4,11)"/>
</p:tagLst>
</file>

<file path=ppt/tags/tag326.xml><?xml version="1.0" encoding="utf-8"?>
<p:tagLst xmlns:a="http://schemas.openxmlformats.org/drawingml/2006/main" xmlns:r="http://schemas.openxmlformats.org/officeDocument/2006/relationships" xmlns:p="http://schemas.openxmlformats.org/presentationml/2006/main">
  <p:tag name="VEVOX.QRDOT" val="(5,11)"/>
</p:tagLst>
</file>

<file path=ppt/tags/tag327.xml><?xml version="1.0" encoding="utf-8"?>
<p:tagLst xmlns:a="http://schemas.openxmlformats.org/drawingml/2006/main" xmlns:r="http://schemas.openxmlformats.org/officeDocument/2006/relationships" xmlns:p="http://schemas.openxmlformats.org/presentationml/2006/main">
  <p:tag name="VEVOX.QRDOT" val="(6,11)"/>
</p:tagLst>
</file>

<file path=ppt/tags/tag328.xml><?xml version="1.0" encoding="utf-8"?>
<p:tagLst xmlns:a="http://schemas.openxmlformats.org/drawingml/2006/main" xmlns:r="http://schemas.openxmlformats.org/officeDocument/2006/relationships" xmlns:p="http://schemas.openxmlformats.org/presentationml/2006/main">
  <p:tag name="VEVOX.QRDOT" val="(7,11)"/>
</p:tagLst>
</file>

<file path=ppt/tags/tag329.xml><?xml version="1.0" encoding="utf-8"?>
<p:tagLst xmlns:a="http://schemas.openxmlformats.org/drawingml/2006/main" xmlns:r="http://schemas.openxmlformats.org/officeDocument/2006/relationships" xmlns:p="http://schemas.openxmlformats.org/presentationml/2006/main">
  <p:tag name="VEVOX.QRDOT" val="(8,11)"/>
</p:tagLst>
</file>

<file path=ppt/tags/tag330.xml><?xml version="1.0" encoding="utf-8"?>
<p:tagLst xmlns:a="http://schemas.openxmlformats.org/drawingml/2006/main" xmlns:r="http://schemas.openxmlformats.org/officeDocument/2006/relationships" xmlns:p="http://schemas.openxmlformats.org/presentationml/2006/main">
  <p:tag name="VEVOX.QRDOT" val="(9,11)"/>
</p:tagLst>
</file>

<file path=ppt/tags/tag331.xml><?xml version="1.0" encoding="utf-8"?>
<p:tagLst xmlns:a="http://schemas.openxmlformats.org/drawingml/2006/main" xmlns:r="http://schemas.openxmlformats.org/officeDocument/2006/relationships" xmlns:p="http://schemas.openxmlformats.org/presentationml/2006/main">
  <p:tag name="VEVOX.QRDOT" val="(10,11)"/>
</p:tagLst>
</file>

<file path=ppt/tags/tag332.xml><?xml version="1.0" encoding="utf-8"?>
<p:tagLst xmlns:a="http://schemas.openxmlformats.org/drawingml/2006/main" xmlns:r="http://schemas.openxmlformats.org/officeDocument/2006/relationships" xmlns:p="http://schemas.openxmlformats.org/presentationml/2006/main">
  <p:tag name="VEVOX.QRDOT" val="(11,11)"/>
</p:tagLst>
</file>

<file path=ppt/tags/tag333.xml><?xml version="1.0" encoding="utf-8"?>
<p:tagLst xmlns:a="http://schemas.openxmlformats.org/drawingml/2006/main" xmlns:r="http://schemas.openxmlformats.org/officeDocument/2006/relationships" xmlns:p="http://schemas.openxmlformats.org/presentationml/2006/main">
  <p:tag name="VEVOX.QRDOT" val="(12,11)"/>
</p:tagLst>
</file>

<file path=ppt/tags/tag334.xml><?xml version="1.0" encoding="utf-8"?>
<p:tagLst xmlns:a="http://schemas.openxmlformats.org/drawingml/2006/main" xmlns:r="http://schemas.openxmlformats.org/officeDocument/2006/relationships" xmlns:p="http://schemas.openxmlformats.org/presentationml/2006/main">
  <p:tag name="VEVOX.QRDOT" val="(13,11)"/>
</p:tagLst>
</file>

<file path=ppt/tags/tag335.xml><?xml version="1.0" encoding="utf-8"?>
<p:tagLst xmlns:a="http://schemas.openxmlformats.org/drawingml/2006/main" xmlns:r="http://schemas.openxmlformats.org/officeDocument/2006/relationships" xmlns:p="http://schemas.openxmlformats.org/presentationml/2006/main">
  <p:tag name="VEVOX.QRDOT" val="(14,11)"/>
</p:tagLst>
</file>

<file path=ppt/tags/tag336.xml><?xml version="1.0" encoding="utf-8"?>
<p:tagLst xmlns:a="http://schemas.openxmlformats.org/drawingml/2006/main" xmlns:r="http://schemas.openxmlformats.org/officeDocument/2006/relationships" xmlns:p="http://schemas.openxmlformats.org/presentationml/2006/main">
  <p:tag name="VEVOX.QRDOT" val="(15,11)"/>
</p:tagLst>
</file>

<file path=ppt/tags/tag337.xml><?xml version="1.0" encoding="utf-8"?>
<p:tagLst xmlns:a="http://schemas.openxmlformats.org/drawingml/2006/main" xmlns:r="http://schemas.openxmlformats.org/officeDocument/2006/relationships" xmlns:p="http://schemas.openxmlformats.org/presentationml/2006/main">
  <p:tag name="VEVOX.QRDOT" val="(16,11)"/>
</p:tagLst>
</file>

<file path=ppt/tags/tag338.xml><?xml version="1.0" encoding="utf-8"?>
<p:tagLst xmlns:a="http://schemas.openxmlformats.org/drawingml/2006/main" xmlns:r="http://schemas.openxmlformats.org/officeDocument/2006/relationships" xmlns:p="http://schemas.openxmlformats.org/presentationml/2006/main">
  <p:tag name="VEVOX.QRDOT" val="(17,11)"/>
</p:tagLst>
</file>

<file path=ppt/tags/tag339.xml><?xml version="1.0" encoding="utf-8"?>
<p:tagLst xmlns:a="http://schemas.openxmlformats.org/drawingml/2006/main" xmlns:r="http://schemas.openxmlformats.org/officeDocument/2006/relationships" xmlns:p="http://schemas.openxmlformats.org/presentationml/2006/main">
  <p:tag name="VEVOX.QRDOT" val="(18,11)"/>
</p:tagLst>
</file>

<file path=ppt/tags/tag340.xml><?xml version="1.0" encoding="utf-8"?>
<p:tagLst xmlns:a="http://schemas.openxmlformats.org/drawingml/2006/main" xmlns:r="http://schemas.openxmlformats.org/officeDocument/2006/relationships" xmlns:p="http://schemas.openxmlformats.org/presentationml/2006/main">
  <p:tag name="VEVOX.QRDOT" val="(19,11)"/>
</p:tagLst>
</file>

<file path=ppt/tags/tag341.xml><?xml version="1.0" encoding="utf-8"?>
<p:tagLst xmlns:a="http://schemas.openxmlformats.org/drawingml/2006/main" xmlns:r="http://schemas.openxmlformats.org/officeDocument/2006/relationships" xmlns:p="http://schemas.openxmlformats.org/presentationml/2006/main">
  <p:tag name="VEVOX.QRDOT" val="(20,11)"/>
</p:tagLst>
</file>

<file path=ppt/tags/tag342.xml><?xml version="1.0" encoding="utf-8"?>
<p:tagLst xmlns:a="http://schemas.openxmlformats.org/drawingml/2006/main" xmlns:r="http://schemas.openxmlformats.org/officeDocument/2006/relationships" xmlns:p="http://schemas.openxmlformats.org/presentationml/2006/main">
  <p:tag name="VEVOX.QRDOT" val="(21,11)"/>
</p:tagLst>
</file>

<file path=ppt/tags/tag343.xml><?xml version="1.0" encoding="utf-8"?>
<p:tagLst xmlns:a="http://schemas.openxmlformats.org/drawingml/2006/main" xmlns:r="http://schemas.openxmlformats.org/officeDocument/2006/relationships" xmlns:p="http://schemas.openxmlformats.org/presentationml/2006/main">
  <p:tag name="VEVOX.QRDOT" val="(22,11)"/>
</p:tagLst>
</file>

<file path=ppt/tags/tag344.xml><?xml version="1.0" encoding="utf-8"?>
<p:tagLst xmlns:a="http://schemas.openxmlformats.org/drawingml/2006/main" xmlns:r="http://schemas.openxmlformats.org/officeDocument/2006/relationships" xmlns:p="http://schemas.openxmlformats.org/presentationml/2006/main">
  <p:tag name="VEVOX.QRDOT" val="(23,11)"/>
</p:tagLst>
</file>

<file path=ppt/tags/tag345.xml><?xml version="1.0" encoding="utf-8"?>
<p:tagLst xmlns:a="http://schemas.openxmlformats.org/drawingml/2006/main" xmlns:r="http://schemas.openxmlformats.org/officeDocument/2006/relationships" xmlns:p="http://schemas.openxmlformats.org/presentationml/2006/main">
  <p:tag name="VEVOX.QRDOT" val="(24,11)"/>
</p:tagLst>
</file>

<file path=ppt/tags/tag346.xml><?xml version="1.0" encoding="utf-8"?>
<p:tagLst xmlns:a="http://schemas.openxmlformats.org/drawingml/2006/main" xmlns:r="http://schemas.openxmlformats.org/officeDocument/2006/relationships" xmlns:p="http://schemas.openxmlformats.org/presentationml/2006/main">
  <p:tag name="VEVOX.QRDOT" val="(25,11)"/>
</p:tagLst>
</file>

<file path=ppt/tags/tag347.xml><?xml version="1.0" encoding="utf-8"?>
<p:tagLst xmlns:a="http://schemas.openxmlformats.org/drawingml/2006/main" xmlns:r="http://schemas.openxmlformats.org/officeDocument/2006/relationships" xmlns:p="http://schemas.openxmlformats.org/presentationml/2006/main">
  <p:tag name="VEVOX.QRDOT" val="(26,11)"/>
</p:tagLst>
</file>

<file path=ppt/tags/tag348.xml><?xml version="1.0" encoding="utf-8"?>
<p:tagLst xmlns:a="http://schemas.openxmlformats.org/drawingml/2006/main" xmlns:r="http://schemas.openxmlformats.org/officeDocument/2006/relationships" xmlns:p="http://schemas.openxmlformats.org/presentationml/2006/main">
  <p:tag name="VEVOX.QRDOT" val="(27,11)"/>
</p:tagLst>
</file>

<file path=ppt/tags/tag349.xml><?xml version="1.0" encoding="utf-8"?>
<p:tagLst xmlns:a="http://schemas.openxmlformats.org/drawingml/2006/main" xmlns:r="http://schemas.openxmlformats.org/officeDocument/2006/relationships" xmlns:p="http://schemas.openxmlformats.org/presentationml/2006/main">
  <p:tag name="VEVOX.QRDOT" val="(28,11)"/>
</p:tagLst>
</file>

<file path=ppt/tags/tag350.xml><?xml version="1.0" encoding="utf-8"?>
<p:tagLst xmlns:a="http://schemas.openxmlformats.org/drawingml/2006/main" xmlns:r="http://schemas.openxmlformats.org/officeDocument/2006/relationships" xmlns:p="http://schemas.openxmlformats.org/presentationml/2006/main">
  <p:tag name="VEVOX.QRDOT" val="(0,12)"/>
</p:tagLst>
</file>

<file path=ppt/tags/tag351.xml><?xml version="1.0" encoding="utf-8"?>
<p:tagLst xmlns:a="http://schemas.openxmlformats.org/drawingml/2006/main" xmlns:r="http://schemas.openxmlformats.org/officeDocument/2006/relationships" xmlns:p="http://schemas.openxmlformats.org/presentationml/2006/main">
  <p:tag name="VEVOX.QRDOT" val="(1,12)"/>
</p:tagLst>
</file>

<file path=ppt/tags/tag352.xml><?xml version="1.0" encoding="utf-8"?>
<p:tagLst xmlns:a="http://schemas.openxmlformats.org/drawingml/2006/main" xmlns:r="http://schemas.openxmlformats.org/officeDocument/2006/relationships" xmlns:p="http://schemas.openxmlformats.org/presentationml/2006/main">
  <p:tag name="VEVOX.QRDOT" val="(2,12)"/>
</p:tagLst>
</file>

<file path=ppt/tags/tag353.xml><?xml version="1.0" encoding="utf-8"?>
<p:tagLst xmlns:a="http://schemas.openxmlformats.org/drawingml/2006/main" xmlns:r="http://schemas.openxmlformats.org/officeDocument/2006/relationships" xmlns:p="http://schemas.openxmlformats.org/presentationml/2006/main">
  <p:tag name="VEVOX.QRDOT" val="(3,12)"/>
</p:tagLst>
</file>

<file path=ppt/tags/tag354.xml><?xml version="1.0" encoding="utf-8"?>
<p:tagLst xmlns:a="http://schemas.openxmlformats.org/drawingml/2006/main" xmlns:r="http://schemas.openxmlformats.org/officeDocument/2006/relationships" xmlns:p="http://schemas.openxmlformats.org/presentationml/2006/main">
  <p:tag name="VEVOX.QRDOT" val="(4,12)"/>
</p:tagLst>
</file>

<file path=ppt/tags/tag355.xml><?xml version="1.0" encoding="utf-8"?>
<p:tagLst xmlns:a="http://schemas.openxmlformats.org/drawingml/2006/main" xmlns:r="http://schemas.openxmlformats.org/officeDocument/2006/relationships" xmlns:p="http://schemas.openxmlformats.org/presentationml/2006/main">
  <p:tag name="VEVOX.QRDOT" val="(5,12)"/>
</p:tagLst>
</file>

<file path=ppt/tags/tag356.xml><?xml version="1.0" encoding="utf-8"?>
<p:tagLst xmlns:a="http://schemas.openxmlformats.org/drawingml/2006/main" xmlns:r="http://schemas.openxmlformats.org/officeDocument/2006/relationships" xmlns:p="http://schemas.openxmlformats.org/presentationml/2006/main">
  <p:tag name="VEVOX.QRDOT" val="(6,12)"/>
</p:tagLst>
</file>

<file path=ppt/tags/tag357.xml><?xml version="1.0" encoding="utf-8"?>
<p:tagLst xmlns:a="http://schemas.openxmlformats.org/drawingml/2006/main" xmlns:r="http://schemas.openxmlformats.org/officeDocument/2006/relationships" xmlns:p="http://schemas.openxmlformats.org/presentationml/2006/main">
  <p:tag name="VEVOX.QRDOT" val="(7,12)"/>
</p:tagLst>
</file>

<file path=ppt/tags/tag358.xml><?xml version="1.0" encoding="utf-8"?>
<p:tagLst xmlns:a="http://schemas.openxmlformats.org/drawingml/2006/main" xmlns:r="http://schemas.openxmlformats.org/officeDocument/2006/relationships" xmlns:p="http://schemas.openxmlformats.org/presentationml/2006/main">
  <p:tag name="VEVOX.QRDOT" val="(8,12)"/>
</p:tagLst>
</file>

<file path=ppt/tags/tag359.xml><?xml version="1.0" encoding="utf-8"?>
<p:tagLst xmlns:a="http://schemas.openxmlformats.org/drawingml/2006/main" xmlns:r="http://schemas.openxmlformats.org/officeDocument/2006/relationships" xmlns:p="http://schemas.openxmlformats.org/presentationml/2006/main">
  <p:tag name="VEVOX.QRDOT" val="(9,12)"/>
</p:tagLst>
</file>

<file path=ppt/tags/tag360.xml><?xml version="1.0" encoding="utf-8"?>
<p:tagLst xmlns:a="http://schemas.openxmlformats.org/drawingml/2006/main" xmlns:r="http://schemas.openxmlformats.org/officeDocument/2006/relationships" xmlns:p="http://schemas.openxmlformats.org/presentationml/2006/main">
  <p:tag name="VEVOX.QRDOT" val="(10,12)"/>
</p:tagLst>
</file>

<file path=ppt/tags/tag361.xml><?xml version="1.0" encoding="utf-8"?>
<p:tagLst xmlns:a="http://schemas.openxmlformats.org/drawingml/2006/main" xmlns:r="http://schemas.openxmlformats.org/officeDocument/2006/relationships" xmlns:p="http://schemas.openxmlformats.org/presentationml/2006/main">
  <p:tag name="VEVOX.QRDOT" val="(11,12)"/>
</p:tagLst>
</file>

<file path=ppt/tags/tag362.xml><?xml version="1.0" encoding="utf-8"?>
<p:tagLst xmlns:a="http://schemas.openxmlformats.org/drawingml/2006/main" xmlns:r="http://schemas.openxmlformats.org/officeDocument/2006/relationships" xmlns:p="http://schemas.openxmlformats.org/presentationml/2006/main">
  <p:tag name="VEVOX.QRDOT" val="(12,12)"/>
</p:tagLst>
</file>

<file path=ppt/tags/tag363.xml><?xml version="1.0" encoding="utf-8"?>
<p:tagLst xmlns:a="http://schemas.openxmlformats.org/drawingml/2006/main" xmlns:r="http://schemas.openxmlformats.org/officeDocument/2006/relationships" xmlns:p="http://schemas.openxmlformats.org/presentationml/2006/main">
  <p:tag name="VEVOX.QRDOT" val="(13,12)"/>
</p:tagLst>
</file>

<file path=ppt/tags/tag364.xml><?xml version="1.0" encoding="utf-8"?>
<p:tagLst xmlns:a="http://schemas.openxmlformats.org/drawingml/2006/main" xmlns:r="http://schemas.openxmlformats.org/officeDocument/2006/relationships" xmlns:p="http://schemas.openxmlformats.org/presentationml/2006/main">
  <p:tag name="VEVOX.QRDOT" val="(14,12)"/>
</p:tagLst>
</file>

<file path=ppt/tags/tag365.xml><?xml version="1.0" encoding="utf-8"?>
<p:tagLst xmlns:a="http://schemas.openxmlformats.org/drawingml/2006/main" xmlns:r="http://schemas.openxmlformats.org/officeDocument/2006/relationships" xmlns:p="http://schemas.openxmlformats.org/presentationml/2006/main">
  <p:tag name="VEVOX.QRDOT" val="(15,12)"/>
</p:tagLst>
</file>

<file path=ppt/tags/tag366.xml><?xml version="1.0" encoding="utf-8"?>
<p:tagLst xmlns:a="http://schemas.openxmlformats.org/drawingml/2006/main" xmlns:r="http://schemas.openxmlformats.org/officeDocument/2006/relationships" xmlns:p="http://schemas.openxmlformats.org/presentationml/2006/main">
  <p:tag name="VEVOX.QRDOT" val="(16,12)"/>
</p:tagLst>
</file>

<file path=ppt/tags/tag367.xml><?xml version="1.0" encoding="utf-8"?>
<p:tagLst xmlns:a="http://schemas.openxmlformats.org/drawingml/2006/main" xmlns:r="http://schemas.openxmlformats.org/officeDocument/2006/relationships" xmlns:p="http://schemas.openxmlformats.org/presentationml/2006/main">
  <p:tag name="VEVOX.QRDOT" val="(17,12)"/>
</p:tagLst>
</file>

<file path=ppt/tags/tag368.xml><?xml version="1.0" encoding="utf-8"?>
<p:tagLst xmlns:a="http://schemas.openxmlformats.org/drawingml/2006/main" xmlns:r="http://schemas.openxmlformats.org/officeDocument/2006/relationships" xmlns:p="http://schemas.openxmlformats.org/presentationml/2006/main">
  <p:tag name="VEVOX.QRDOT" val="(18,12)"/>
</p:tagLst>
</file>

<file path=ppt/tags/tag369.xml><?xml version="1.0" encoding="utf-8"?>
<p:tagLst xmlns:a="http://schemas.openxmlformats.org/drawingml/2006/main" xmlns:r="http://schemas.openxmlformats.org/officeDocument/2006/relationships" xmlns:p="http://schemas.openxmlformats.org/presentationml/2006/main">
  <p:tag name="VEVOX.QRDOT" val="(19,12)"/>
</p:tagLst>
</file>

<file path=ppt/tags/tag370.xml><?xml version="1.0" encoding="utf-8"?>
<p:tagLst xmlns:a="http://schemas.openxmlformats.org/drawingml/2006/main" xmlns:r="http://schemas.openxmlformats.org/officeDocument/2006/relationships" xmlns:p="http://schemas.openxmlformats.org/presentationml/2006/main">
  <p:tag name="VEVOX.QRDOT" val="(20,12)"/>
</p:tagLst>
</file>

<file path=ppt/tags/tag371.xml><?xml version="1.0" encoding="utf-8"?>
<p:tagLst xmlns:a="http://schemas.openxmlformats.org/drawingml/2006/main" xmlns:r="http://schemas.openxmlformats.org/officeDocument/2006/relationships" xmlns:p="http://schemas.openxmlformats.org/presentationml/2006/main">
  <p:tag name="VEVOX.QRDOT" val="(21,12)"/>
</p:tagLst>
</file>

<file path=ppt/tags/tag372.xml><?xml version="1.0" encoding="utf-8"?>
<p:tagLst xmlns:a="http://schemas.openxmlformats.org/drawingml/2006/main" xmlns:r="http://schemas.openxmlformats.org/officeDocument/2006/relationships" xmlns:p="http://schemas.openxmlformats.org/presentationml/2006/main">
  <p:tag name="VEVOX.QRDOT" val="(22,12)"/>
</p:tagLst>
</file>

<file path=ppt/tags/tag373.xml><?xml version="1.0" encoding="utf-8"?>
<p:tagLst xmlns:a="http://schemas.openxmlformats.org/drawingml/2006/main" xmlns:r="http://schemas.openxmlformats.org/officeDocument/2006/relationships" xmlns:p="http://schemas.openxmlformats.org/presentationml/2006/main">
  <p:tag name="VEVOX.QRDOT" val="(23,12)"/>
</p:tagLst>
</file>

<file path=ppt/tags/tag374.xml><?xml version="1.0" encoding="utf-8"?>
<p:tagLst xmlns:a="http://schemas.openxmlformats.org/drawingml/2006/main" xmlns:r="http://schemas.openxmlformats.org/officeDocument/2006/relationships" xmlns:p="http://schemas.openxmlformats.org/presentationml/2006/main">
  <p:tag name="VEVOX.QRDOT" val="(24,12)"/>
</p:tagLst>
</file>

<file path=ppt/tags/tag375.xml><?xml version="1.0" encoding="utf-8"?>
<p:tagLst xmlns:a="http://schemas.openxmlformats.org/drawingml/2006/main" xmlns:r="http://schemas.openxmlformats.org/officeDocument/2006/relationships" xmlns:p="http://schemas.openxmlformats.org/presentationml/2006/main">
  <p:tag name="VEVOX.QRDOT" val="(25,12)"/>
</p:tagLst>
</file>

<file path=ppt/tags/tag376.xml><?xml version="1.0" encoding="utf-8"?>
<p:tagLst xmlns:a="http://schemas.openxmlformats.org/drawingml/2006/main" xmlns:r="http://schemas.openxmlformats.org/officeDocument/2006/relationships" xmlns:p="http://schemas.openxmlformats.org/presentationml/2006/main">
  <p:tag name="VEVOX.QRDOT" val="(26,12)"/>
</p:tagLst>
</file>

<file path=ppt/tags/tag377.xml><?xml version="1.0" encoding="utf-8"?>
<p:tagLst xmlns:a="http://schemas.openxmlformats.org/drawingml/2006/main" xmlns:r="http://schemas.openxmlformats.org/officeDocument/2006/relationships" xmlns:p="http://schemas.openxmlformats.org/presentationml/2006/main">
  <p:tag name="VEVOX.QRDOT" val="(27,12)"/>
</p:tagLst>
</file>

<file path=ppt/tags/tag378.xml><?xml version="1.0" encoding="utf-8"?>
<p:tagLst xmlns:a="http://schemas.openxmlformats.org/drawingml/2006/main" xmlns:r="http://schemas.openxmlformats.org/officeDocument/2006/relationships" xmlns:p="http://schemas.openxmlformats.org/presentationml/2006/main">
  <p:tag name="VEVOX.QRDOT" val="(0,13)"/>
</p:tagLst>
</file>

<file path=ppt/tags/tag379.xml><?xml version="1.0" encoding="utf-8"?>
<p:tagLst xmlns:a="http://schemas.openxmlformats.org/drawingml/2006/main" xmlns:r="http://schemas.openxmlformats.org/officeDocument/2006/relationships" xmlns:p="http://schemas.openxmlformats.org/presentationml/2006/main">
  <p:tag name="VEVOX.QRDOT" val="(1,13)"/>
</p:tagLst>
</file>

<file path=ppt/tags/tag380.xml><?xml version="1.0" encoding="utf-8"?>
<p:tagLst xmlns:a="http://schemas.openxmlformats.org/drawingml/2006/main" xmlns:r="http://schemas.openxmlformats.org/officeDocument/2006/relationships" xmlns:p="http://schemas.openxmlformats.org/presentationml/2006/main">
  <p:tag name="VEVOX.QRDOT" val="(2,13)"/>
</p:tagLst>
</file>

<file path=ppt/tags/tag381.xml><?xml version="1.0" encoding="utf-8"?>
<p:tagLst xmlns:a="http://schemas.openxmlformats.org/drawingml/2006/main" xmlns:r="http://schemas.openxmlformats.org/officeDocument/2006/relationships" xmlns:p="http://schemas.openxmlformats.org/presentationml/2006/main">
  <p:tag name="VEVOX.QRDOT" val="(3,13)"/>
</p:tagLst>
</file>

<file path=ppt/tags/tag382.xml><?xml version="1.0" encoding="utf-8"?>
<p:tagLst xmlns:a="http://schemas.openxmlformats.org/drawingml/2006/main" xmlns:r="http://schemas.openxmlformats.org/officeDocument/2006/relationships" xmlns:p="http://schemas.openxmlformats.org/presentationml/2006/main">
  <p:tag name="VEVOX.QRDOT" val="(4,13)"/>
</p:tagLst>
</file>

<file path=ppt/tags/tag383.xml><?xml version="1.0" encoding="utf-8"?>
<p:tagLst xmlns:a="http://schemas.openxmlformats.org/drawingml/2006/main" xmlns:r="http://schemas.openxmlformats.org/officeDocument/2006/relationships" xmlns:p="http://schemas.openxmlformats.org/presentationml/2006/main">
  <p:tag name="VEVOX.QRDOT" val="(5,13)"/>
</p:tagLst>
</file>

<file path=ppt/tags/tag384.xml><?xml version="1.0" encoding="utf-8"?>
<p:tagLst xmlns:a="http://schemas.openxmlformats.org/drawingml/2006/main" xmlns:r="http://schemas.openxmlformats.org/officeDocument/2006/relationships" xmlns:p="http://schemas.openxmlformats.org/presentationml/2006/main">
  <p:tag name="VEVOX.QRDOT" val="(6,13)"/>
</p:tagLst>
</file>

<file path=ppt/tags/tag385.xml><?xml version="1.0" encoding="utf-8"?>
<p:tagLst xmlns:a="http://schemas.openxmlformats.org/drawingml/2006/main" xmlns:r="http://schemas.openxmlformats.org/officeDocument/2006/relationships" xmlns:p="http://schemas.openxmlformats.org/presentationml/2006/main">
  <p:tag name="VEVOX.QRDOT" val="(7,13)"/>
</p:tagLst>
</file>

<file path=ppt/tags/tag386.xml><?xml version="1.0" encoding="utf-8"?>
<p:tagLst xmlns:a="http://schemas.openxmlformats.org/drawingml/2006/main" xmlns:r="http://schemas.openxmlformats.org/officeDocument/2006/relationships" xmlns:p="http://schemas.openxmlformats.org/presentationml/2006/main">
  <p:tag name="VEVOX.QRDOT" val="(8,13)"/>
</p:tagLst>
</file>

<file path=ppt/tags/tag387.xml><?xml version="1.0" encoding="utf-8"?>
<p:tagLst xmlns:a="http://schemas.openxmlformats.org/drawingml/2006/main" xmlns:r="http://schemas.openxmlformats.org/officeDocument/2006/relationships" xmlns:p="http://schemas.openxmlformats.org/presentationml/2006/main">
  <p:tag name="VEVOX.QRDOT" val="(9,13)"/>
</p:tagLst>
</file>

<file path=ppt/tags/tag388.xml><?xml version="1.0" encoding="utf-8"?>
<p:tagLst xmlns:a="http://schemas.openxmlformats.org/drawingml/2006/main" xmlns:r="http://schemas.openxmlformats.org/officeDocument/2006/relationships" xmlns:p="http://schemas.openxmlformats.org/presentationml/2006/main">
  <p:tag name="VEVOX.QRDOT" val="(10,13)"/>
</p:tagLst>
</file>

<file path=ppt/tags/tag389.xml><?xml version="1.0" encoding="utf-8"?>
<p:tagLst xmlns:a="http://schemas.openxmlformats.org/drawingml/2006/main" xmlns:r="http://schemas.openxmlformats.org/officeDocument/2006/relationships" xmlns:p="http://schemas.openxmlformats.org/presentationml/2006/main">
  <p:tag name="VEVOX.QRDOT" val="(11,13)"/>
</p:tagLst>
</file>

<file path=ppt/tags/tag390.xml><?xml version="1.0" encoding="utf-8"?>
<p:tagLst xmlns:a="http://schemas.openxmlformats.org/drawingml/2006/main" xmlns:r="http://schemas.openxmlformats.org/officeDocument/2006/relationships" xmlns:p="http://schemas.openxmlformats.org/presentationml/2006/main">
  <p:tag name="VEVOX.QRDOT" val="(12,13)"/>
</p:tagLst>
</file>

<file path=ppt/tags/tag391.xml><?xml version="1.0" encoding="utf-8"?>
<p:tagLst xmlns:a="http://schemas.openxmlformats.org/drawingml/2006/main" xmlns:r="http://schemas.openxmlformats.org/officeDocument/2006/relationships" xmlns:p="http://schemas.openxmlformats.org/presentationml/2006/main">
  <p:tag name="VEVOX.QRDOT" val="(13,13)"/>
</p:tagLst>
</file>

<file path=ppt/tags/tag392.xml><?xml version="1.0" encoding="utf-8"?>
<p:tagLst xmlns:a="http://schemas.openxmlformats.org/drawingml/2006/main" xmlns:r="http://schemas.openxmlformats.org/officeDocument/2006/relationships" xmlns:p="http://schemas.openxmlformats.org/presentationml/2006/main">
  <p:tag name="VEVOX.QRDOT" val="(14,13)"/>
</p:tagLst>
</file>

<file path=ppt/tags/tag393.xml><?xml version="1.0" encoding="utf-8"?>
<p:tagLst xmlns:a="http://schemas.openxmlformats.org/drawingml/2006/main" xmlns:r="http://schemas.openxmlformats.org/officeDocument/2006/relationships" xmlns:p="http://schemas.openxmlformats.org/presentationml/2006/main">
  <p:tag name="VEVOX.QRDOT" val="(15,13)"/>
</p:tagLst>
</file>

<file path=ppt/tags/tag394.xml><?xml version="1.0" encoding="utf-8"?>
<p:tagLst xmlns:a="http://schemas.openxmlformats.org/drawingml/2006/main" xmlns:r="http://schemas.openxmlformats.org/officeDocument/2006/relationships" xmlns:p="http://schemas.openxmlformats.org/presentationml/2006/main">
  <p:tag name="VEVOX.QRDOT" val="(16,13)"/>
</p:tagLst>
</file>

<file path=ppt/tags/tag395.xml><?xml version="1.0" encoding="utf-8"?>
<p:tagLst xmlns:a="http://schemas.openxmlformats.org/drawingml/2006/main" xmlns:r="http://schemas.openxmlformats.org/officeDocument/2006/relationships" xmlns:p="http://schemas.openxmlformats.org/presentationml/2006/main">
  <p:tag name="VEVOX.QRDOT" val="(17,13)"/>
</p:tagLst>
</file>

<file path=ppt/tags/tag396.xml><?xml version="1.0" encoding="utf-8"?>
<p:tagLst xmlns:a="http://schemas.openxmlformats.org/drawingml/2006/main" xmlns:r="http://schemas.openxmlformats.org/officeDocument/2006/relationships" xmlns:p="http://schemas.openxmlformats.org/presentationml/2006/main">
  <p:tag name="VEVOX.QRDOT" val="(18,13)"/>
</p:tagLst>
</file>

<file path=ppt/tags/tag397.xml><?xml version="1.0" encoding="utf-8"?>
<p:tagLst xmlns:a="http://schemas.openxmlformats.org/drawingml/2006/main" xmlns:r="http://schemas.openxmlformats.org/officeDocument/2006/relationships" xmlns:p="http://schemas.openxmlformats.org/presentationml/2006/main">
  <p:tag name="VEVOX.QRDOT" val="(19,13)"/>
</p:tagLst>
</file>

<file path=ppt/tags/tag398.xml><?xml version="1.0" encoding="utf-8"?>
<p:tagLst xmlns:a="http://schemas.openxmlformats.org/drawingml/2006/main" xmlns:r="http://schemas.openxmlformats.org/officeDocument/2006/relationships" xmlns:p="http://schemas.openxmlformats.org/presentationml/2006/main">
  <p:tag name="VEVOX.QRDOT" val="(20,13)"/>
</p:tagLst>
</file>

<file path=ppt/tags/tag399.xml><?xml version="1.0" encoding="utf-8"?>
<p:tagLst xmlns:a="http://schemas.openxmlformats.org/drawingml/2006/main" xmlns:r="http://schemas.openxmlformats.org/officeDocument/2006/relationships" xmlns:p="http://schemas.openxmlformats.org/presentationml/2006/main">
  <p:tag name="VEVOX.QRDOT" val="(21,13)"/>
</p:tagLst>
</file>

<file path=ppt/tags/tag400.xml><?xml version="1.0" encoding="utf-8"?>
<p:tagLst xmlns:a="http://schemas.openxmlformats.org/drawingml/2006/main" xmlns:r="http://schemas.openxmlformats.org/officeDocument/2006/relationships" xmlns:p="http://schemas.openxmlformats.org/presentationml/2006/main">
  <p:tag name="VEVOX.QRDOT" val="(22,13)"/>
</p:tagLst>
</file>

<file path=ppt/tags/tag401.xml><?xml version="1.0" encoding="utf-8"?>
<p:tagLst xmlns:a="http://schemas.openxmlformats.org/drawingml/2006/main" xmlns:r="http://schemas.openxmlformats.org/officeDocument/2006/relationships" xmlns:p="http://schemas.openxmlformats.org/presentationml/2006/main">
  <p:tag name="VEVOX.QRDOT" val="(23,13)"/>
</p:tagLst>
</file>

<file path=ppt/tags/tag402.xml><?xml version="1.0" encoding="utf-8"?>
<p:tagLst xmlns:a="http://schemas.openxmlformats.org/drawingml/2006/main" xmlns:r="http://schemas.openxmlformats.org/officeDocument/2006/relationships" xmlns:p="http://schemas.openxmlformats.org/presentationml/2006/main">
  <p:tag name="VEVOX.QRDOT" val="(24,13)"/>
</p:tagLst>
</file>

<file path=ppt/tags/tag403.xml><?xml version="1.0" encoding="utf-8"?>
<p:tagLst xmlns:a="http://schemas.openxmlformats.org/drawingml/2006/main" xmlns:r="http://schemas.openxmlformats.org/officeDocument/2006/relationships" xmlns:p="http://schemas.openxmlformats.org/presentationml/2006/main">
  <p:tag name="VEVOX.QRDOT" val="(25,13)"/>
</p:tagLst>
</file>

<file path=ppt/tags/tag404.xml><?xml version="1.0" encoding="utf-8"?>
<p:tagLst xmlns:a="http://schemas.openxmlformats.org/drawingml/2006/main" xmlns:r="http://schemas.openxmlformats.org/officeDocument/2006/relationships" xmlns:p="http://schemas.openxmlformats.org/presentationml/2006/main">
  <p:tag name="VEVOX.QRDOT" val="(26,13)"/>
</p:tagLst>
</file>

<file path=ppt/tags/tag405.xml><?xml version="1.0" encoding="utf-8"?>
<p:tagLst xmlns:a="http://schemas.openxmlformats.org/drawingml/2006/main" xmlns:r="http://schemas.openxmlformats.org/officeDocument/2006/relationships" xmlns:p="http://schemas.openxmlformats.org/presentationml/2006/main">
  <p:tag name="VEVOX.QRDOT" val="(27,13)"/>
</p:tagLst>
</file>

<file path=ppt/tags/tag406.xml><?xml version="1.0" encoding="utf-8"?>
<p:tagLst xmlns:a="http://schemas.openxmlformats.org/drawingml/2006/main" xmlns:r="http://schemas.openxmlformats.org/officeDocument/2006/relationships" xmlns:p="http://schemas.openxmlformats.org/presentationml/2006/main">
  <p:tag name="VEVOX.QRDOT" val="(28,13)"/>
</p:tagLst>
</file>

<file path=ppt/tags/tag407.xml><?xml version="1.0" encoding="utf-8"?>
<p:tagLst xmlns:a="http://schemas.openxmlformats.org/drawingml/2006/main" xmlns:r="http://schemas.openxmlformats.org/officeDocument/2006/relationships" xmlns:p="http://schemas.openxmlformats.org/presentationml/2006/main">
  <p:tag name="VEVOX.QRDOT" val="(29,13)"/>
</p:tagLst>
</file>

<file path=ppt/tags/tag408.xml><?xml version="1.0" encoding="utf-8"?>
<p:tagLst xmlns:a="http://schemas.openxmlformats.org/drawingml/2006/main" xmlns:r="http://schemas.openxmlformats.org/officeDocument/2006/relationships" xmlns:p="http://schemas.openxmlformats.org/presentationml/2006/main">
  <p:tag name="VEVOX.QRDOT" val="(0,14)"/>
</p:tagLst>
</file>

<file path=ppt/tags/tag409.xml><?xml version="1.0" encoding="utf-8"?>
<p:tagLst xmlns:a="http://schemas.openxmlformats.org/drawingml/2006/main" xmlns:r="http://schemas.openxmlformats.org/officeDocument/2006/relationships" xmlns:p="http://schemas.openxmlformats.org/presentationml/2006/main">
  <p:tag name="VEVOX.QRDOT" val="(1,14)"/>
</p:tagLst>
</file>

<file path=ppt/tags/tag410.xml><?xml version="1.0" encoding="utf-8"?>
<p:tagLst xmlns:a="http://schemas.openxmlformats.org/drawingml/2006/main" xmlns:r="http://schemas.openxmlformats.org/officeDocument/2006/relationships" xmlns:p="http://schemas.openxmlformats.org/presentationml/2006/main">
  <p:tag name="VEVOX.QRDOT" val="(2,14)"/>
</p:tagLst>
</file>

<file path=ppt/tags/tag411.xml><?xml version="1.0" encoding="utf-8"?>
<p:tagLst xmlns:a="http://schemas.openxmlformats.org/drawingml/2006/main" xmlns:r="http://schemas.openxmlformats.org/officeDocument/2006/relationships" xmlns:p="http://schemas.openxmlformats.org/presentationml/2006/main">
  <p:tag name="VEVOX.QRDOT" val="(3,14)"/>
</p:tagLst>
</file>

<file path=ppt/tags/tag412.xml><?xml version="1.0" encoding="utf-8"?>
<p:tagLst xmlns:a="http://schemas.openxmlformats.org/drawingml/2006/main" xmlns:r="http://schemas.openxmlformats.org/officeDocument/2006/relationships" xmlns:p="http://schemas.openxmlformats.org/presentationml/2006/main">
  <p:tag name="VEVOX.QRDOT" val="(4,14)"/>
</p:tagLst>
</file>

<file path=ppt/tags/tag413.xml><?xml version="1.0" encoding="utf-8"?>
<p:tagLst xmlns:a="http://schemas.openxmlformats.org/drawingml/2006/main" xmlns:r="http://schemas.openxmlformats.org/officeDocument/2006/relationships" xmlns:p="http://schemas.openxmlformats.org/presentationml/2006/main">
  <p:tag name="VEVOX.QRDOT" val="(5,14)"/>
</p:tagLst>
</file>

<file path=ppt/tags/tag414.xml><?xml version="1.0" encoding="utf-8"?>
<p:tagLst xmlns:a="http://schemas.openxmlformats.org/drawingml/2006/main" xmlns:r="http://schemas.openxmlformats.org/officeDocument/2006/relationships" xmlns:p="http://schemas.openxmlformats.org/presentationml/2006/main">
  <p:tag name="VEVOX.QRDOT" val="(6,14)"/>
</p:tagLst>
</file>

<file path=ppt/tags/tag415.xml><?xml version="1.0" encoding="utf-8"?>
<p:tagLst xmlns:a="http://schemas.openxmlformats.org/drawingml/2006/main" xmlns:r="http://schemas.openxmlformats.org/officeDocument/2006/relationships" xmlns:p="http://schemas.openxmlformats.org/presentationml/2006/main">
  <p:tag name="VEVOX.QRDOT" val="(7,14)"/>
</p:tagLst>
</file>

<file path=ppt/tags/tag416.xml><?xml version="1.0" encoding="utf-8"?>
<p:tagLst xmlns:a="http://schemas.openxmlformats.org/drawingml/2006/main" xmlns:r="http://schemas.openxmlformats.org/officeDocument/2006/relationships" xmlns:p="http://schemas.openxmlformats.org/presentationml/2006/main">
  <p:tag name="VEVOX.QRDOT" val="(8,14)"/>
</p:tagLst>
</file>

<file path=ppt/tags/tag417.xml><?xml version="1.0" encoding="utf-8"?>
<p:tagLst xmlns:a="http://schemas.openxmlformats.org/drawingml/2006/main" xmlns:r="http://schemas.openxmlformats.org/officeDocument/2006/relationships" xmlns:p="http://schemas.openxmlformats.org/presentationml/2006/main">
  <p:tag name="VEVOX.QRDOT" val="(9,14)"/>
</p:tagLst>
</file>

<file path=ppt/tags/tag418.xml><?xml version="1.0" encoding="utf-8"?>
<p:tagLst xmlns:a="http://schemas.openxmlformats.org/drawingml/2006/main" xmlns:r="http://schemas.openxmlformats.org/officeDocument/2006/relationships" xmlns:p="http://schemas.openxmlformats.org/presentationml/2006/main">
  <p:tag name="VEVOX.QRDOT" val="(10,14)"/>
</p:tagLst>
</file>

<file path=ppt/tags/tag419.xml><?xml version="1.0" encoding="utf-8"?>
<p:tagLst xmlns:a="http://schemas.openxmlformats.org/drawingml/2006/main" xmlns:r="http://schemas.openxmlformats.org/officeDocument/2006/relationships" xmlns:p="http://schemas.openxmlformats.org/presentationml/2006/main">
  <p:tag name="VEVOX.QRDOT" val="(11,14)"/>
</p:tagLst>
</file>

<file path=ppt/tags/tag420.xml><?xml version="1.0" encoding="utf-8"?>
<p:tagLst xmlns:a="http://schemas.openxmlformats.org/drawingml/2006/main" xmlns:r="http://schemas.openxmlformats.org/officeDocument/2006/relationships" xmlns:p="http://schemas.openxmlformats.org/presentationml/2006/main">
  <p:tag name="VEVOX.QRDOT" val="(12,14)"/>
</p:tagLst>
</file>

<file path=ppt/tags/tag421.xml><?xml version="1.0" encoding="utf-8"?>
<p:tagLst xmlns:a="http://schemas.openxmlformats.org/drawingml/2006/main" xmlns:r="http://schemas.openxmlformats.org/officeDocument/2006/relationships" xmlns:p="http://schemas.openxmlformats.org/presentationml/2006/main">
  <p:tag name="VEVOX.QRDOT" val="(13,14)"/>
</p:tagLst>
</file>

<file path=ppt/tags/tag422.xml><?xml version="1.0" encoding="utf-8"?>
<p:tagLst xmlns:a="http://schemas.openxmlformats.org/drawingml/2006/main" xmlns:r="http://schemas.openxmlformats.org/officeDocument/2006/relationships" xmlns:p="http://schemas.openxmlformats.org/presentationml/2006/main">
  <p:tag name="VEVOX.QRDOT" val="(14,14)"/>
</p:tagLst>
</file>

<file path=ppt/tags/tag423.xml><?xml version="1.0" encoding="utf-8"?>
<p:tagLst xmlns:a="http://schemas.openxmlformats.org/drawingml/2006/main" xmlns:r="http://schemas.openxmlformats.org/officeDocument/2006/relationships" xmlns:p="http://schemas.openxmlformats.org/presentationml/2006/main">
  <p:tag name="VEVOX.QRDOT" val="(15,14)"/>
</p:tagLst>
</file>

<file path=ppt/tags/tag424.xml><?xml version="1.0" encoding="utf-8"?>
<p:tagLst xmlns:a="http://schemas.openxmlformats.org/drawingml/2006/main" xmlns:r="http://schemas.openxmlformats.org/officeDocument/2006/relationships" xmlns:p="http://schemas.openxmlformats.org/presentationml/2006/main">
  <p:tag name="VEVOX.QRDOT" val="(16,14)"/>
</p:tagLst>
</file>

<file path=ppt/tags/tag425.xml><?xml version="1.0" encoding="utf-8"?>
<p:tagLst xmlns:a="http://schemas.openxmlformats.org/drawingml/2006/main" xmlns:r="http://schemas.openxmlformats.org/officeDocument/2006/relationships" xmlns:p="http://schemas.openxmlformats.org/presentationml/2006/main">
  <p:tag name="VEVOX.QRDOT" val="(17,14)"/>
</p:tagLst>
</file>

<file path=ppt/tags/tag426.xml><?xml version="1.0" encoding="utf-8"?>
<p:tagLst xmlns:a="http://schemas.openxmlformats.org/drawingml/2006/main" xmlns:r="http://schemas.openxmlformats.org/officeDocument/2006/relationships" xmlns:p="http://schemas.openxmlformats.org/presentationml/2006/main">
  <p:tag name="VEVOX.QRDOT" val="(18,14)"/>
</p:tagLst>
</file>

<file path=ppt/tags/tag427.xml><?xml version="1.0" encoding="utf-8"?>
<p:tagLst xmlns:a="http://schemas.openxmlformats.org/drawingml/2006/main" xmlns:r="http://schemas.openxmlformats.org/officeDocument/2006/relationships" xmlns:p="http://schemas.openxmlformats.org/presentationml/2006/main">
  <p:tag name="VEVOX.QRDOT" val="(19,14)"/>
</p:tagLst>
</file>

<file path=ppt/tags/tag428.xml><?xml version="1.0" encoding="utf-8"?>
<p:tagLst xmlns:a="http://schemas.openxmlformats.org/drawingml/2006/main" xmlns:r="http://schemas.openxmlformats.org/officeDocument/2006/relationships" xmlns:p="http://schemas.openxmlformats.org/presentationml/2006/main">
  <p:tag name="VEVOX.QRDOT" val="(20,14)"/>
</p:tagLst>
</file>

<file path=ppt/tags/tag429.xml><?xml version="1.0" encoding="utf-8"?>
<p:tagLst xmlns:a="http://schemas.openxmlformats.org/drawingml/2006/main" xmlns:r="http://schemas.openxmlformats.org/officeDocument/2006/relationships" xmlns:p="http://schemas.openxmlformats.org/presentationml/2006/main">
  <p:tag name="VEVOX.QRDOT" val="(21,14)"/>
</p:tagLst>
</file>

<file path=ppt/tags/tag430.xml><?xml version="1.0" encoding="utf-8"?>
<p:tagLst xmlns:a="http://schemas.openxmlformats.org/drawingml/2006/main" xmlns:r="http://schemas.openxmlformats.org/officeDocument/2006/relationships" xmlns:p="http://schemas.openxmlformats.org/presentationml/2006/main">
  <p:tag name="VEVOX.QRDOT" val="(22,14)"/>
</p:tagLst>
</file>

<file path=ppt/tags/tag431.xml><?xml version="1.0" encoding="utf-8"?>
<p:tagLst xmlns:a="http://schemas.openxmlformats.org/drawingml/2006/main" xmlns:r="http://schemas.openxmlformats.org/officeDocument/2006/relationships" xmlns:p="http://schemas.openxmlformats.org/presentationml/2006/main">
  <p:tag name="VEVOX.QRDOT" val="(23,14)"/>
</p:tagLst>
</file>

<file path=ppt/tags/tag432.xml><?xml version="1.0" encoding="utf-8"?>
<p:tagLst xmlns:a="http://schemas.openxmlformats.org/drawingml/2006/main" xmlns:r="http://schemas.openxmlformats.org/officeDocument/2006/relationships" xmlns:p="http://schemas.openxmlformats.org/presentationml/2006/main">
  <p:tag name="VEVOX.QRDOT" val="(24,14)"/>
</p:tagLst>
</file>

<file path=ppt/tags/tag433.xml><?xml version="1.0" encoding="utf-8"?>
<p:tagLst xmlns:a="http://schemas.openxmlformats.org/drawingml/2006/main" xmlns:r="http://schemas.openxmlformats.org/officeDocument/2006/relationships" xmlns:p="http://schemas.openxmlformats.org/presentationml/2006/main">
  <p:tag name="VEVOX.QRDOT" val="(25,14)"/>
</p:tagLst>
</file>

<file path=ppt/tags/tag434.xml><?xml version="1.0" encoding="utf-8"?>
<p:tagLst xmlns:a="http://schemas.openxmlformats.org/drawingml/2006/main" xmlns:r="http://schemas.openxmlformats.org/officeDocument/2006/relationships" xmlns:p="http://schemas.openxmlformats.org/presentationml/2006/main">
  <p:tag name="VEVOX.QRDOT" val="(26,14)"/>
</p:tagLst>
</file>

<file path=ppt/tags/tag435.xml><?xml version="1.0" encoding="utf-8"?>
<p:tagLst xmlns:a="http://schemas.openxmlformats.org/drawingml/2006/main" xmlns:r="http://schemas.openxmlformats.org/officeDocument/2006/relationships" xmlns:p="http://schemas.openxmlformats.org/presentationml/2006/main">
  <p:tag name="VEVOX.QRDOT" val="(27,14)"/>
</p:tagLst>
</file>

<file path=ppt/tags/tag436.xml><?xml version="1.0" encoding="utf-8"?>
<p:tagLst xmlns:a="http://schemas.openxmlformats.org/drawingml/2006/main" xmlns:r="http://schemas.openxmlformats.org/officeDocument/2006/relationships" xmlns:p="http://schemas.openxmlformats.org/presentationml/2006/main">
  <p:tag name="VEVOX.QRDOT" val="(0,15)"/>
</p:tagLst>
</file>

<file path=ppt/tags/tag437.xml><?xml version="1.0" encoding="utf-8"?>
<p:tagLst xmlns:a="http://schemas.openxmlformats.org/drawingml/2006/main" xmlns:r="http://schemas.openxmlformats.org/officeDocument/2006/relationships" xmlns:p="http://schemas.openxmlformats.org/presentationml/2006/main">
  <p:tag name="VEVOX.QRDOT" val="(1,15)"/>
</p:tagLst>
</file>

<file path=ppt/tags/tag438.xml><?xml version="1.0" encoding="utf-8"?>
<p:tagLst xmlns:a="http://schemas.openxmlformats.org/drawingml/2006/main" xmlns:r="http://schemas.openxmlformats.org/officeDocument/2006/relationships" xmlns:p="http://schemas.openxmlformats.org/presentationml/2006/main">
  <p:tag name="VEVOX.QRDOT" val="(2,15)"/>
</p:tagLst>
</file>

<file path=ppt/tags/tag439.xml><?xml version="1.0" encoding="utf-8"?>
<p:tagLst xmlns:a="http://schemas.openxmlformats.org/drawingml/2006/main" xmlns:r="http://schemas.openxmlformats.org/officeDocument/2006/relationships" xmlns:p="http://schemas.openxmlformats.org/presentationml/2006/main">
  <p:tag name="VEVOX.QRDOT" val="(3,15)"/>
</p:tagLst>
</file>

<file path=ppt/tags/tag440.xml><?xml version="1.0" encoding="utf-8"?>
<p:tagLst xmlns:a="http://schemas.openxmlformats.org/drawingml/2006/main" xmlns:r="http://schemas.openxmlformats.org/officeDocument/2006/relationships" xmlns:p="http://schemas.openxmlformats.org/presentationml/2006/main">
  <p:tag name="VEVOX.QRDOT" val="(4,15)"/>
</p:tagLst>
</file>

<file path=ppt/tags/tag441.xml><?xml version="1.0" encoding="utf-8"?>
<p:tagLst xmlns:a="http://schemas.openxmlformats.org/drawingml/2006/main" xmlns:r="http://schemas.openxmlformats.org/officeDocument/2006/relationships" xmlns:p="http://schemas.openxmlformats.org/presentationml/2006/main">
  <p:tag name="VEVOX.QRDOT" val="(5,15)"/>
</p:tagLst>
</file>

<file path=ppt/tags/tag442.xml><?xml version="1.0" encoding="utf-8"?>
<p:tagLst xmlns:a="http://schemas.openxmlformats.org/drawingml/2006/main" xmlns:r="http://schemas.openxmlformats.org/officeDocument/2006/relationships" xmlns:p="http://schemas.openxmlformats.org/presentationml/2006/main">
  <p:tag name="VEVOX.QRDOT" val="(6,15)"/>
</p:tagLst>
</file>

<file path=ppt/tags/tag443.xml><?xml version="1.0" encoding="utf-8"?>
<p:tagLst xmlns:a="http://schemas.openxmlformats.org/drawingml/2006/main" xmlns:r="http://schemas.openxmlformats.org/officeDocument/2006/relationships" xmlns:p="http://schemas.openxmlformats.org/presentationml/2006/main">
  <p:tag name="VEVOX.QRDOT" val="(7,15)"/>
</p:tagLst>
</file>

<file path=ppt/tags/tag444.xml><?xml version="1.0" encoding="utf-8"?>
<p:tagLst xmlns:a="http://schemas.openxmlformats.org/drawingml/2006/main" xmlns:r="http://schemas.openxmlformats.org/officeDocument/2006/relationships" xmlns:p="http://schemas.openxmlformats.org/presentationml/2006/main">
  <p:tag name="VEVOX.QRDOT" val="(8,15)"/>
</p:tagLst>
</file>

<file path=ppt/tags/tag445.xml><?xml version="1.0" encoding="utf-8"?>
<p:tagLst xmlns:a="http://schemas.openxmlformats.org/drawingml/2006/main" xmlns:r="http://schemas.openxmlformats.org/officeDocument/2006/relationships" xmlns:p="http://schemas.openxmlformats.org/presentationml/2006/main">
  <p:tag name="VEVOX.QRDOT" val="(9,15)"/>
</p:tagLst>
</file>

<file path=ppt/tags/tag446.xml><?xml version="1.0" encoding="utf-8"?>
<p:tagLst xmlns:a="http://schemas.openxmlformats.org/drawingml/2006/main" xmlns:r="http://schemas.openxmlformats.org/officeDocument/2006/relationships" xmlns:p="http://schemas.openxmlformats.org/presentationml/2006/main">
  <p:tag name="VEVOX.QRDOT" val="(10,15)"/>
</p:tagLst>
</file>

<file path=ppt/tags/tag447.xml><?xml version="1.0" encoding="utf-8"?>
<p:tagLst xmlns:a="http://schemas.openxmlformats.org/drawingml/2006/main" xmlns:r="http://schemas.openxmlformats.org/officeDocument/2006/relationships" xmlns:p="http://schemas.openxmlformats.org/presentationml/2006/main">
  <p:tag name="VEVOX.QRDOT" val="(11,15)"/>
</p:tagLst>
</file>

<file path=ppt/tags/tag448.xml><?xml version="1.0" encoding="utf-8"?>
<p:tagLst xmlns:a="http://schemas.openxmlformats.org/drawingml/2006/main" xmlns:r="http://schemas.openxmlformats.org/officeDocument/2006/relationships" xmlns:p="http://schemas.openxmlformats.org/presentationml/2006/main">
  <p:tag name="VEVOX.QRDOT" val="(12,15)"/>
</p:tagLst>
</file>

<file path=ppt/tags/tag449.xml><?xml version="1.0" encoding="utf-8"?>
<p:tagLst xmlns:a="http://schemas.openxmlformats.org/drawingml/2006/main" xmlns:r="http://schemas.openxmlformats.org/officeDocument/2006/relationships" xmlns:p="http://schemas.openxmlformats.org/presentationml/2006/main">
  <p:tag name="VEVOX.QRDOT" val="(13,15)"/>
</p:tagLst>
</file>

<file path=ppt/tags/tag450.xml><?xml version="1.0" encoding="utf-8"?>
<p:tagLst xmlns:a="http://schemas.openxmlformats.org/drawingml/2006/main" xmlns:r="http://schemas.openxmlformats.org/officeDocument/2006/relationships" xmlns:p="http://schemas.openxmlformats.org/presentationml/2006/main">
  <p:tag name="VEVOX.QRDOT" val="(14,15)"/>
</p:tagLst>
</file>

<file path=ppt/tags/tag451.xml><?xml version="1.0" encoding="utf-8"?>
<p:tagLst xmlns:a="http://schemas.openxmlformats.org/drawingml/2006/main" xmlns:r="http://schemas.openxmlformats.org/officeDocument/2006/relationships" xmlns:p="http://schemas.openxmlformats.org/presentationml/2006/main">
  <p:tag name="VEVOX.QRDOT" val="(15,15)"/>
</p:tagLst>
</file>

<file path=ppt/tags/tag452.xml><?xml version="1.0" encoding="utf-8"?>
<p:tagLst xmlns:a="http://schemas.openxmlformats.org/drawingml/2006/main" xmlns:r="http://schemas.openxmlformats.org/officeDocument/2006/relationships" xmlns:p="http://schemas.openxmlformats.org/presentationml/2006/main">
  <p:tag name="VEVOX.QRDOT" val="(16,15)"/>
</p:tagLst>
</file>

<file path=ppt/tags/tag453.xml><?xml version="1.0" encoding="utf-8"?>
<p:tagLst xmlns:a="http://schemas.openxmlformats.org/drawingml/2006/main" xmlns:r="http://schemas.openxmlformats.org/officeDocument/2006/relationships" xmlns:p="http://schemas.openxmlformats.org/presentationml/2006/main">
  <p:tag name="VEVOX.QRDOT" val="(17,15)"/>
</p:tagLst>
</file>

<file path=ppt/tags/tag454.xml><?xml version="1.0" encoding="utf-8"?>
<p:tagLst xmlns:a="http://schemas.openxmlformats.org/drawingml/2006/main" xmlns:r="http://schemas.openxmlformats.org/officeDocument/2006/relationships" xmlns:p="http://schemas.openxmlformats.org/presentationml/2006/main">
  <p:tag name="VEVOX.QRDOT" val="(18,15)"/>
</p:tagLst>
</file>

<file path=ppt/tags/tag455.xml><?xml version="1.0" encoding="utf-8"?>
<p:tagLst xmlns:a="http://schemas.openxmlformats.org/drawingml/2006/main" xmlns:r="http://schemas.openxmlformats.org/officeDocument/2006/relationships" xmlns:p="http://schemas.openxmlformats.org/presentationml/2006/main">
  <p:tag name="VEVOX.QRDOT" val="(19,15)"/>
</p:tagLst>
</file>

<file path=ppt/tags/tag456.xml><?xml version="1.0" encoding="utf-8"?>
<p:tagLst xmlns:a="http://schemas.openxmlformats.org/drawingml/2006/main" xmlns:r="http://schemas.openxmlformats.org/officeDocument/2006/relationships" xmlns:p="http://schemas.openxmlformats.org/presentationml/2006/main">
  <p:tag name="VEVOX.QRDOT" val="(20,15)"/>
</p:tagLst>
</file>

<file path=ppt/tags/tag457.xml><?xml version="1.0" encoding="utf-8"?>
<p:tagLst xmlns:a="http://schemas.openxmlformats.org/drawingml/2006/main" xmlns:r="http://schemas.openxmlformats.org/officeDocument/2006/relationships" xmlns:p="http://schemas.openxmlformats.org/presentationml/2006/main">
  <p:tag name="VEVOX.QRDOT" val="(21,15)"/>
</p:tagLst>
</file>

<file path=ppt/tags/tag458.xml><?xml version="1.0" encoding="utf-8"?>
<p:tagLst xmlns:a="http://schemas.openxmlformats.org/drawingml/2006/main" xmlns:r="http://schemas.openxmlformats.org/officeDocument/2006/relationships" xmlns:p="http://schemas.openxmlformats.org/presentationml/2006/main">
  <p:tag name="VEVOX.QRDOT" val="(22,15)"/>
</p:tagLst>
</file>

<file path=ppt/tags/tag459.xml><?xml version="1.0" encoding="utf-8"?>
<p:tagLst xmlns:a="http://schemas.openxmlformats.org/drawingml/2006/main" xmlns:r="http://schemas.openxmlformats.org/officeDocument/2006/relationships" xmlns:p="http://schemas.openxmlformats.org/presentationml/2006/main">
  <p:tag name="VEVOX.QRDOT" val="(23,15)"/>
</p:tagLst>
</file>

<file path=ppt/tags/tag460.xml><?xml version="1.0" encoding="utf-8"?>
<p:tagLst xmlns:a="http://schemas.openxmlformats.org/drawingml/2006/main" xmlns:r="http://schemas.openxmlformats.org/officeDocument/2006/relationships" xmlns:p="http://schemas.openxmlformats.org/presentationml/2006/main">
  <p:tag name="VEVOX.QRDOT" val="(24,15)"/>
</p:tagLst>
</file>

<file path=ppt/tags/tag461.xml><?xml version="1.0" encoding="utf-8"?>
<p:tagLst xmlns:a="http://schemas.openxmlformats.org/drawingml/2006/main" xmlns:r="http://schemas.openxmlformats.org/officeDocument/2006/relationships" xmlns:p="http://schemas.openxmlformats.org/presentationml/2006/main">
  <p:tag name="VEVOX.QRDOT" val="(25,15)"/>
</p:tagLst>
</file>

<file path=ppt/tags/tag462.xml><?xml version="1.0" encoding="utf-8"?>
<p:tagLst xmlns:a="http://schemas.openxmlformats.org/drawingml/2006/main" xmlns:r="http://schemas.openxmlformats.org/officeDocument/2006/relationships" xmlns:p="http://schemas.openxmlformats.org/presentationml/2006/main">
  <p:tag name="VEVOX.QRDOT" val="(26,15)"/>
</p:tagLst>
</file>

<file path=ppt/tags/tag463.xml><?xml version="1.0" encoding="utf-8"?>
<p:tagLst xmlns:a="http://schemas.openxmlformats.org/drawingml/2006/main" xmlns:r="http://schemas.openxmlformats.org/officeDocument/2006/relationships" xmlns:p="http://schemas.openxmlformats.org/presentationml/2006/main">
  <p:tag name="VEVOX.QRDOT" val="(27,15)"/>
</p:tagLst>
</file>

<file path=ppt/tags/tag464.xml><?xml version="1.0" encoding="utf-8"?>
<p:tagLst xmlns:a="http://schemas.openxmlformats.org/drawingml/2006/main" xmlns:r="http://schemas.openxmlformats.org/officeDocument/2006/relationships" xmlns:p="http://schemas.openxmlformats.org/presentationml/2006/main">
  <p:tag name="VEVOX.QRDOT" val="(28,15)"/>
</p:tagLst>
</file>

<file path=ppt/tags/tag465.xml><?xml version="1.0" encoding="utf-8"?>
<p:tagLst xmlns:a="http://schemas.openxmlformats.org/drawingml/2006/main" xmlns:r="http://schemas.openxmlformats.org/officeDocument/2006/relationships" xmlns:p="http://schemas.openxmlformats.org/presentationml/2006/main">
  <p:tag name="VEVOX.QRDOT" val="(0,16)"/>
</p:tagLst>
</file>

<file path=ppt/tags/tag466.xml><?xml version="1.0" encoding="utf-8"?>
<p:tagLst xmlns:a="http://schemas.openxmlformats.org/drawingml/2006/main" xmlns:r="http://schemas.openxmlformats.org/officeDocument/2006/relationships" xmlns:p="http://schemas.openxmlformats.org/presentationml/2006/main">
  <p:tag name="VEVOX.QRDOT" val="(1,16)"/>
</p:tagLst>
</file>

<file path=ppt/tags/tag467.xml><?xml version="1.0" encoding="utf-8"?>
<p:tagLst xmlns:a="http://schemas.openxmlformats.org/drawingml/2006/main" xmlns:r="http://schemas.openxmlformats.org/officeDocument/2006/relationships" xmlns:p="http://schemas.openxmlformats.org/presentationml/2006/main">
  <p:tag name="VEVOX.QRDOT" val="(2,16)"/>
</p:tagLst>
</file>

<file path=ppt/tags/tag468.xml><?xml version="1.0" encoding="utf-8"?>
<p:tagLst xmlns:a="http://schemas.openxmlformats.org/drawingml/2006/main" xmlns:r="http://schemas.openxmlformats.org/officeDocument/2006/relationships" xmlns:p="http://schemas.openxmlformats.org/presentationml/2006/main">
  <p:tag name="VEVOX.QRDOT" val="(3,16)"/>
</p:tagLst>
</file>

<file path=ppt/tags/tag469.xml><?xml version="1.0" encoding="utf-8"?>
<p:tagLst xmlns:a="http://schemas.openxmlformats.org/drawingml/2006/main" xmlns:r="http://schemas.openxmlformats.org/officeDocument/2006/relationships" xmlns:p="http://schemas.openxmlformats.org/presentationml/2006/main">
  <p:tag name="VEVOX.QRDOT" val="(4,16)"/>
</p:tagLst>
</file>

<file path=ppt/tags/tag470.xml><?xml version="1.0" encoding="utf-8"?>
<p:tagLst xmlns:a="http://schemas.openxmlformats.org/drawingml/2006/main" xmlns:r="http://schemas.openxmlformats.org/officeDocument/2006/relationships" xmlns:p="http://schemas.openxmlformats.org/presentationml/2006/main">
  <p:tag name="VEVOX.QRDOT" val="(5,16)"/>
</p:tagLst>
</file>

<file path=ppt/tags/tag471.xml><?xml version="1.0" encoding="utf-8"?>
<p:tagLst xmlns:a="http://schemas.openxmlformats.org/drawingml/2006/main" xmlns:r="http://schemas.openxmlformats.org/officeDocument/2006/relationships" xmlns:p="http://schemas.openxmlformats.org/presentationml/2006/main">
  <p:tag name="VEVOX.QRDOT" val="(6,16)"/>
</p:tagLst>
</file>

<file path=ppt/tags/tag472.xml><?xml version="1.0" encoding="utf-8"?>
<p:tagLst xmlns:a="http://schemas.openxmlformats.org/drawingml/2006/main" xmlns:r="http://schemas.openxmlformats.org/officeDocument/2006/relationships" xmlns:p="http://schemas.openxmlformats.org/presentationml/2006/main">
  <p:tag name="VEVOX.QRDOT" val="(7,16)"/>
</p:tagLst>
</file>

<file path=ppt/tags/tag473.xml><?xml version="1.0" encoding="utf-8"?>
<p:tagLst xmlns:a="http://schemas.openxmlformats.org/drawingml/2006/main" xmlns:r="http://schemas.openxmlformats.org/officeDocument/2006/relationships" xmlns:p="http://schemas.openxmlformats.org/presentationml/2006/main">
  <p:tag name="VEVOX.QRDOT" val="(8,16)"/>
</p:tagLst>
</file>

<file path=ppt/tags/tag474.xml><?xml version="1.0" encoding="utf-8"?>
<p:tagLst xmlns:a="http://schemas.openxmlformats.org/drawingml/2006/main" xmlns:r="http://schemas.openxmlformats.org/officeDocument/2006/relationships" xmlns:p="http://schemas.openxmlformats.org/presentationml/2006/main">
  <p:tag name="VEVOX.QRDOT" val="(9,16)"/>
</p:tagLst>
</file>

<file path=ppt/tags/tag475.xml><?xml version="1.0" encoding="utf-8"?>
<p:tagLst xmlns:a="http://schemas.openxmlformats.org/drawingml/2006/main" xmlns:r="http://schemas.openxmlformats.org/officeDocument/2006/relationships" xmlns:p="http://schemas.openxmlformats.org/presentationml/2006/main">
  <p:tag name="VEVOX.QRDOT" val="(10,16)"/>
</p:tagLst>
</file>

<file path=ppt/tags/tag476.xml><?xml version="1.0" encoding="utf-8"?>
<p:tagLst xmlns:a="http://schemas.openxmlformats.org/drawingml/2006/main" xmlns:r="http://schemas.openxmlformats.org/officeDocument/2006/relationships" xmlns:p="http://schemas.openxmlformats.org/presentationml/2006/main">
  <p:tag name="VEVOX.QRDOT" val="(11,16)"/>
</p:tagLst>
</file>

<file path=ppt/tags/tag477.xml><?xml version="1.0" encoding="utf-8"?>
<p:tagLst xmlns:a="http://schemas.openxmlformats.org/drawingml/2006/main" xmlns:r="http://schemas.openxmlformats.org/officeDocument/2006/relationships" xmlns:p="http://schemas.openxmlformats.org/presentationml/2006/main">
  <p:tag name="VEVOX.QRDOT" val="(12,16)"/>
</p:tagLst>
</file>

<file path=ppt/tags/tag478.xml><?xml version="1.0" encoding="utf-8"?>
<p:tagLst xmlns:a="http://schemas.openxmlformats.org/drawingml/2006/main" xmlns:r="http://schemas.openxmlformats.org/officeDocument/2006/relationships" xmlns:p="http://schemas.openxmlformats.org/presentationml/2006/main">
  <p:tag name="VEVOX.QRDOT" val="(13,16)"/>
</p:tagLst>
</file>

<file path=ppt/tags/tag479.xml><?xml version="1.0" encoding="utf-8"?>
<p:tagLst xmlns:a="http://schemas.openxmlformats.org/drawingml/2006/main" xmlns:r="http://schemas.openxmlformats.org/officeDocument/2006/relationships" xmlns:p="http://schemas.openxmlformats.org/presentationml/2006/main">
  <p:tag name="VEVOX.QRDOT" val="(14,16)"/>
</p:tagLst>
</file>

<file path=ppt/tags/tag480.xml><?xml version="1.0" encoding="utf-8"?>
<p:tagLst xmlns:a="http://schemas.openxmlformats.org/drawingml/2006/main" xmlns:r="http://schemas.openxmlformats.org/officeDocument/2006/relationships" xmlns:p="http://schemas.openxmlformats.org/presentationml/2006/main">
  <p:tag name="VEVOX.QRDOT" val="(15,16)"/>
</p:tagLst>
</file>

<file path=ppt/tags/tag481.xml><?xml version="1.0" encoding="utf-8"?>
<p:tagLst xmlns:a="http://schemas.openxmlformats.org/drawingml/2006/main" xmlns:r="http://schemas.openxmlformats.org/officeDocument/2006/relationships" xmlns:p="http://schemas.openxmlformats.org/presentationml/2006/main">
  <p:tag name="VEVOX.QRDOT" val="(16,16)"/>
</p:tagLst>
</file>

<file path=ppt/tags/tag482.xml><?xml version="1.0" encoding="utf-8"?>
<p:tagLst xmlns:a="http://schemas.openxmlformats.org/drawingml/2006/main" xmlns:r="http://schemas.openxmlformats.org/officeDocument/2006/relationships" xmlns:p="http://schemas.openxmlformats.org/presentationml/2006/main">
  <p:tag name="VEVOX.QRDOT" val="(17,16)"/>
</p:tagLst>
</file>

<file path=ppt/tags/tag483.xml><?xml version="1.0" encoding="utf-8"?>
<p:tagLst xmlns:a="http://schemas.openxmlformats.org/drawingml/2006/main" xmlns:r="http://schemas.openxmlformats.org/officeDocument/2006/relationships" xmlns:p="http://schemas.openxmlformats.org/presentationml/2006/main">
  <p:tag name="VEVOX.QRDOT" val="(18,16)"/>
</p:tagLst>
</file>

<file path=ppt/tags/tag484.xml><?xml version="1.0" encoding="utf-8"?>
<p:tagLst xmlns:a="http://schemas.openxmlformats.org/drawingml/2006/main" xmlns:r="http://schemas.openxmlformats.org/officeDocument/2006/relationships" xmlns:p="http://schemas.openxmlformats.org/presentationml/2006/main">
  <p:tag name="VEVOX.QRDOT" val="(19,16)"/>
</p:tagLst>
</file>

<file path=ppt/tags/tag485.xml><?xml version="1.0" encoding="utf-8"?>
<p:tagLst xmlns:a="http://schemas.openxmlformats.org/drawingml/2006/main" xmlns:r="http://schemas.openxmlformats.org/officeDocument/2006/relationships" xmlns:p="http://schemas.openxmlformats.org/presentationml/2006/main">
  <p:tag name="VEVOX.QRDOT" val="(20,16)"/>
</p:tagLst>
</file>

<file path=ppt/tags/tag486.xml><?xml version="1.0" encoding="utf-8"?>
<p:tagLst xmlns:a="http://schemas.openxmlformats.org/drawingml/2006/main" xmlns:r="http://schemas.openxmlformats.org/officeDocument/2006/relationships" xmlns:p="http://schemas.openxmlformats.org/presentationml/2006/main">
  <p:tag name="VEVOX.QRDOT" val="(21,16)"/>
</p:tagLst>
</file>

<file path=ppt/tags/tag487.xml><?xml version="1.0" encoding="utf-8"?>
<p:tagLst xmlns:a="http://schemas.openxmlformats.org/drawingml/2006/main" xmlns:r="http://schemas.openxmlformats.org/officeDocument/2006/relationships" xmlns:p="http://schemas.openxmlformats.org/presentationml/2006/main">
  <p:tag name="VEVOX.QRDOT" val="(22,16)"/>
</p:tagLst>
</file>

<file path=ppt/tags/tag488.xml><?xml version="1.0" encoding="utf-8"?>
<p:tagLst xmlns:a="http://schemas.openxmlformats.org/drawingml/2006/main" xmlns:r="http://schemas.openxmlformats.org/officeDocument/2006/relationships" xmlns:p="http://schemas.openxmlformats.org/presentationml/2006/main">
  <p:tag name="VEVOX.QRDOT" val="(23,16)"/>
</p:tagLst>
</file>

<file path=ppt/tags/tag489.xml><?xml version="1.0" encoding="utf-8"?>
<p:tagLst xmlns:a="http://schemas.openxmlformats.org/drawingml/2006/main" xmlns:r="http://schemas.openxmlformats.org/officeDocument/2006/relationships" xmlns:p="http://schemas.openxmlformats.org/presentationml/2006/main">
  <p:tag name="VEVOX.QRDOT" val="(24,16)"/>
</p:tagLst>
</file>

<file path=ppt/tags/tag490.xml><?xml version="1.0" encoding="utf-8"?>
<p:tagLst xmlns:a="http://schemas.openxmlformats.org/drawingml/2006/main" xmlns:r="http://schemas.openxmlformats.org/officeDocument/2006/relationships" xmlns:p="http://schemas.openxmlformats.org/presentationml/2006/main">
  <p:tag name="VEVOX.QRDOT" val="(25,16)"/>
</p:tagLst>
</file>

<file path=ppt/tags/tag491.xml><?xml version="1.0" encoding="utf-8"?>
<p:tagLst xmlns:a="http://schemas.openxmlformats.org/drawingml/2006/main" xmlns:r="http://schemas.openxmlformats.org/officeDocument/2006/relationships" xmlns:p="http://schemas.openxmlformats.org/presentationml/2006/main">
  <p:tag name="VEVOX.QRDOT" val="(26,16)"/>
</p:tagLst>
</file>

<file path=ppt/tags/tag492.xml><?xml version="1.0" encoding="utf-8"?>
<p:tagLst xmlns:a="http://schemas.openxmlformats.org/drawingml/2006/main" xmlns:r="http://schemas.openxmlformats.org/officeDocument/2006/relationships" xmlns:p="http://schemas.openxmlformats.org/presentationml/2006/main">
  <p:tag name="VEVOX.QRDOT" val="(27,16)"/>
</p:tagLst>
</file>

<file path=ppt/tags/tag493.xml><?xml version="1.0" encoding="utf-8"?>
<p:tagLst xmlns:a="http://schemas.openxmlformats.org/drawingml/2006/main" xmlns:r="http://schemas.openxmlformats.org/officeDocument/2006/relationships" xmlns:p="http://schemas.openxmlformats.org/presentationml/2006/main">
  <p:tag name="VEVOX.QRDOT" val="(0,17)"/>
</p:tagLst>
</file>

<file path=ppt/tags/tag494.xml><?xml version="1.0" encoding="utf-8"?>
<p:tagLst xmlns:a="http://schemas.openxmlformats.org/drawingml/2006/main" xmlns:r="http://schemas.openxmlformats.org/officeDocument/2006/relationships" xmlns:p="http://schemas.openxmlformats.org/presentationml/2006/main">
  <p:tag name="VEVOX.QRDOT" val="(1,17)"/>
</p:tagLst>
</file>

<file path=ppt/tags/tag495.xml><?xml version="1.0" encoding="utf-8"?>
<p:tagLst xmlns:a="http://schemas.openxmlformats.org/drawingml/2006/main" xmlns:r="http://schemas.openxmlformats.org/officeDocument/2006/relationships" xmlns:p="http://schemas.openxmlformats.org/presentationml/2006/main">
  <p:tag name="VEVOX.QRDOT" val="(2,17)"/>
</p:tagLst>
</file>

<file path=ppt/tags/tag496.xml><?xml version="1.0" encoding="utf-8"?>
<p:tagLst xmlns:a="http://schemas.openxmlformats.org/drawingml/2006/main" xmlns:r="http://schemas.openxmlformats.org/officeDocument/2006/relationships" xmlns:p="http://schemas.openxmlformats.org/presentationml/2006/main">
  <p:tag name="VEVOX.QRDOT" val="(3,17)"/>
</p:tagLst>
</file>

<file path=ppt/tags/tag497.xml><?xml version="1.0" encoding="utf-8"?>
<p:tagLst xmlns:a="http://schemas.openxmlformats.org/drawingml/2006/main" xmlns:r="http://schemas.openxmlformats.org/officeDocument/2006/relationships" xmlns:p="http://schemas.openxmlformats.org/presentationml/2006/main">
  <p:tag name="VEVOX.QRDOT" val="(4,17)"/>
</p:tagLst>
</file>

<file path=ppt/tags/tag498.xml><?xml version="1.0" encoding="utf-8"?>
<p:tagLst xmlns:a="http://schemas.openxmlformats.org/drawingml/2006/main" xmlns:r="http://schemas.openxmlformats.org/officeDocument/2006/relationships" xmlns:p="http://schemas.openxmlformats.org/presentationml/2006/main">
  <p:tag name="VEVOX.QRDOT" val="(5,17)"/>
</p:tagLst>
</file>

<file path=ppt/tags/tag499.xml><?xml version="1.0" encoding="utf-8"?>
<p:tagLst xmlns:a="http://schemas.openxmlformats.org/drawingml/2006/main" xmlns:r="http://schemas.openxmlformats.org/officeDocument/2006/relationships" xmlns:p="http://schemas.openxmlformats.org/presentationml/2006/main">
  <p:tag name="VEVOX.QRDOT" val="(6,17)"/>
</p:tagLst>
</file>

<file path=ppt/tags/tag500.xml><?xml version="1.0" encoding="utf-8"?>
<p:tagLst xmlns:a="http://schemas.openxmlformats.org/drawingml/2006/main" xmlns:r="http://schemas.openxmlformats.org/officeDocument/2006/relationships" xmlns:p="http://schemas.openxmlformats.org/presentationml/2006/main">
  <p:tag name="VEVOX.QRDOT" val="(7,17)"/>
</p:tagLst>
</file>

<file path=ppt/tags/tag501.xml><?xml version="1.0" encoding="utf-8"?>
<p:tagLst xmlns:a="http://schemas.openxmlformats.org/drawingml/2006/main" xmlns:r="http://schemas.openxmlformats.org/officeDocument/2006/relationships" xmlns:p="http://schemas.openxmlformats.org/presentationml/2006/main">
  <p:tag name="VEVOX.QRDOT" val="(8,17)"/>
</p:tagLst>
</file>

<file path=ppt/tags/tag502.xml><?xml version="1.0" encoding="utf-8"?>
<p:tagLst xmlns:a="http://schemas.openxmlformats.org/drawingml/2006/main" xmlns:r="http://schemas.openxmlformats.org/officeDocument/2006/relationships" xmlns:p="http://schemas.openxmlformats.org/presentationml/2006/main">
  <p:tag name="VEVOX.QRDOT" val="(9,17)"/>
</p:tagLst>
</file>

<file path=ppt/tags/tag503.xml><?xml version="1.0" encoding="utf-8"?>
<p:tagLst xmlns:a="http://schemas.openxmlformats.org/drawingml/2006/main" xmlns:r="http://schemas.openxmlformats.org/officeDocument/2006/relationships" xmlns:p="http://schemas.openxmlformats.org/presentationml/2006/main">
  <p:tag name="VEVOX.QRDOT" val="(10,17)"/>
</p:tagLst>
</file>

<file path=ppt/tags/tag504.xml><?xml version="1.0" encoding="utf-8"?>
<p:tagLst xmlns:a="http://schemas.openxmlformats.org/drawingml/2006/main" xmlns:r="http://schemas.openxmlformats.org/officeDocument/2006/relationships" xmlns:p="http://schemas.openxmlformats.org/presentationml/2006/main">
  <p:tag name="VEVOX.QRDOT" val="(11,17)"/>
</p:tagLst>
</file>

<file path=ppt/tags/tag505.xml><?xml version="1.0" encoding="utf-8"?>
<p:tagLst xmlns:a="http://schemas.openxmlformats.org/drawingml/2006/main" xmlns:r="http://schemas.openxmlformats.org/officeDocument/2006/relationships" xmlns:p="http://schemas.openxmlformats.org/presentationml/2006/main">
  <p:tag name="VEVOX.QRDOT" val="(12,17)"/>
</p:tagLst>
</file>

<file path=ppt/tags/tag506.xml><?xml version="1.0" encoding="utf-8"?>
<p:tagLst xmlns:a="http://schemas.openxmlformats.org/drawingml/2006/main" xmlns:r="http://schemas.openxmlformats.org/officeDocument/2006/relationships" xmlns:p="http://schemas.openxmlformats.org/presentationml/2006/main">
  <p:tag name="VEVOX.QRDOT" val="(13,17)"/>
</p:tagLst>
</file>

<file path=ppt/tags/tag507.xml><?xml version="1.0" encoding="utf-8"?>
<p:tagLst xmlns:a="http://schemas.openxmlformats.org/drawingml/2006/main" xmlns:r="http://schemas.openxmlformats.org/officeDocument/2006/relationships" xmlns:p="http://schemas.openxmlformats.org/presentationml/2006/main">
  <p:tag name="VEVOX.QRDOT" val="(14,17)"/>
</p:tagLst>
</file>

<file path=ppt/tags/tag508.xml><?xml version="1.0" encoding="utf-8"?>
<p:tagLst xmlns:a="http://schemas.openxmlformats.org/drawingml/2006/main" xmlns:r="http://schemas.openxmlformats.org/officeDocument/2006/relationships" xmlns:p="http://schemas.openxmlformats.org/presentationml/2006/main">
  <p:tag name="VEVOX.QRDOT" val="(15,17)"/>
</p:tagLst>
</file>

<file path=ppt/tags/tag509.xml><?xml version="1.0" encoding="utf-8"?>
<p:tagLst xmlns:a="http://schemas.openxmlformats.org/drawingml/2006/main" xmlns:r="http://schemas.openxmlformats.org/officeDocument/2006/relationships" xmlns:p="http://schemas.openxmlformats.org/presentationml/2006/main">
  <p:tag name="VEVOX.QRDOT" val="(16,17)"/>
</p:tagLst>
</file>

<file path=ppt/tags/tag510.xml><?xml version="1.0" encoding="utf-8"?>
<p:tagLst xmlns:a="http://schemas.openxmlformats.org/drawingml/2006/main" xmlns:r="http://schemas.openxmlformats.org/officeDocument/2006/relationships" xmlns:p="http://schemas.openxmlformats.org/presentationml/2006/main">
  <p:tag name="VEVOX.QRDOT" val="(17,17)"/>
</p:tagLst>
</file>

<file path=ppt/tags/tag511.xml><?xml version="1.0" encoding="utf-8"?>
<p:tagLst xmlns:a="http://schemas.openxmlformats.org/drawingml/2006/main" xmlns:r="http://schemas.openxmlformats.org/officeDocument/2006/relationships" xmlns:p="http://schemas.openxmlformats.org/presentationml/2006/main">
  <p:tag name="VEVOX.QRDOT" val="(18,17)"/>
</p:tagLst>
</file>

<file path=ppt/tags/tag512.xml><?xml version="1.0" encoding="utf-8"?>
<p:tagLst xmlns:a="http://schemas.openxmlformats.org/drawingml/2006/main" xmlns:r="http://schemas.openxmlformats.org/officeDocument/2006/relationships" xmlns:p="http://schemas.openxmlformats.org/presentationml/2006/main">
  <p:tag name="VEVOX.QRDOT" val="(19,17)"/>
</p:tagLst>
</file>

<file path=ppt/tags/tag513.xml><?xml version="1.0" encoding="utf-8"?>
<p:tagLst xmlns:a="http://schemas.openxmlformats.org/drawingml/2006/main" xmlns:r="http://schemas.openxmlformats.org/officeDocument/2006/relationships" xmlns:p="http://schemas.openxmlformats.org/presentationml/2006/main">
  <p:tag name="VEVOX.QRDOT" val="(20,17)"/>
</p:tagLst>
</file>

<file path=ppt/tags/tag514.xml><?xml version="1.0" encoding="utf-8"?>
<p:tagLst xmlns:a="http://schemas.openxmlformats.org/drawingml/2006/main" xmlns:r="http://schemas.openxmlformats.org/officeDocument/2006/relationships" xmlns:p="http://schemas.openxmlformats.org/presentationml/2006/main">
  <p:tag name="VEVOX.QRDOT" val="(21,17)"/>
</p:tagLst>
</file>

<file path=ppt/tags/tag515.xml><?xml version="1.0" encoding="utf-8"?>
<p:tagLst xmlns:a="http://schemas.openxmlformats.org/drawingml/2006/main" xmlns:r="http://schemas.openxmlformats.org/officeDocument/2006/relationships" xmlns:p="http://schemas.openxmlformats.org/presentationml/2006/main">
  <p:tag name="VEVOX.QRDOT" val="(22,17)"/>
</p:tagLst>
</file>

<file path=ppt/tags/tag516.xml><?xml version="1.0" encoding="utf-8"?>
<p:tagLst xmlns:a="http://schemas.openxmlformats.org/drawingml/2006/main" xmlns:r="http://schemas.openxmlformats.org/officeDocument/2006/relationships" xmlns:p="http://schemas.openxmlformats.org/presentationml/2006/main">
  <p:tag name="VEVOX.QRDOT" val="(23,17)"/>
</p:tagLst>
</file>

<file path=ppt/tags/tag517.xml><?xml version="1.0" encoding="utf-8"?>
<p:tagLst xmlns:a="http://schemas.openxmlformats.org/drawingml/2006/main" xmlns:r="http://schemas.openxmlformats.org/officeDocument/2006/relationships" xmlns:p="http://schemas.openxmlformats.org/presentationml/2006/main">
  <p:tag name="VEVOX.QRDOT" val="(24,17)"/>
</p:tagLst>
</file>

<file path=ppt/tags/tag518.xml><?xml version="1.0" encoding="utf-8"?>
<p:tagLst xmlns:a="http://schemas.openxmlformats.org/drawingml/2006/main" xmlns:r="http://schemas.openxmlformats.org/officeDocument/2006/relationships" xmlns:p="http://schemas.openxmlformats.org/presentationml/2006/main">
  <p:tag name="VEVOX.QRDOT" val="(25,17)"/>
</p:tagLst>
</file>

<file path=ppt/tags/tag519.xml><?xml version="1.0" encoding="utf-8"?>
<p:tagLst xmlns:a="http://schemas.openxmlformats.org/drawingml/2006/main" xmlns:r="http://schemas.openxmlformats.org/officeDocument/2006/relationships" xmlns:p="http://schemas.openxmlformats.org/presentationml/2006/main">
  <p:tag name="VEVOX.QRDOT" val="(26,17)"/>
</p:tagLst>
</file>

<file path=ppt/tags/tag520.xml><?xml version="1.0" encoding="utf-8"?>
<p:tagLst xmlns:a="http://schemas.openxmlformats.org/drawingml/2006/main" xmlns:r="http://schemas.openxmlformats.org/officeDocument/2006/relationships" xmlns:p="http://schemas.openxmlformats.org/presentationml/2006/main">
  <p:tag name="VEVOX.QRDOT" val="(27,17)"/>
</p:tagLst>
</file>

<file path=ppt/tags/tag521.xml><?xml version="1.0" encoding="utf-8"?>
<p:tagLst xmlns:a="http://schemas.openxmlformats.org/drawingml/2006/main" xmlns:r="http://schemas.openxmlformats.org/officeDocument/2006/relationships" xmlns:p="http://schemas.openxmlformats.org/presentationml/2006/main">
  <p:tag name="VEVOX.QRDOT" val="(28,17)"/>
</p:tagLst>
</file>

<file path=ppt/tags/tag522.xml><?xml version="1.0" encoding="utf-8"?>
<p:tagLst xmlns:a="http://schemas.openxmlformats.org/drawingml/2006/main" xmlns:r="http://schemas.openxmlformats.org/officeDocument/2006/relationships" xmlns:p="http://schemas.openxmlformats.org/presentationml/2006/main">
  <p:tag name="VEVOX.QRDOT" val="(29,17)"/>
</p:tagLst>
</file>

<file path=ppt/tags/tag523.xml><?xml version="1.0" encoding="utf-8"?>
<p:tagLst xmlns:a="http://schemas.openxmlformats.org/drawingml/2006/main" xmlns:r="http://schemas.openxmlformats.org/officeDocument/2006/relationships" xmlns:p="http://schemas.openxmlformats.org/presentationml/2006/main">
  <p:tag name="VEVOX.QRDOT" val="(0,18)"/>
</p:tagLst>
</file>

<file path=ppt/tags/tag524.xml><?xml version="1.0" encoding="utf-8"?>
<p:tagLst xmlns:a="http://schemas.openxmlformats.org/drawingml/2006/main" xmlns:r="http://schemas.openxmlformats.org/officeDocument/2006/relationships" xmlns:p="http://schemas.openxmlformats.org/presentationml/2006/main">
  <p:tag name="VEVOX.QRDOT" val="(1,18)"/>
</p:tagLst>
</file>

<file path=ppt/tags/tag525.xml><?xml version="1.0" encoding="utf-8"?>
<p:tagLst xmlns:a="http://schemas.openxmlformats.org/drawingml/2006/main" xmlns:r="http://schemas.openxmlformats.org/officeDocument/2006/relationships" xmlns:p="http://schemas.openxmlformats.org/presentationml/2006/main">
  <p:tag name="VEVOX.QRDOT" val="(2,18)"/>
</p:tagLst>
</file>

<file path=ppt/tags/tag526.xml><?xml version="1.0" encoding="utf-8"?>
<p:tagLst xmlns:a="http://schemas.openxmlformats.org/drawingml/2006/main" xmlns:r="http://schemas.openxmlformats.org/officeDocument/2006/relationships" xmlns:p="http://schemas.openxmlformats.org/presentationml/2006/main">
  <p:tag name="VEVOX.QRDOT" val="(3,18)"/>
</p:tagLst>
</file>

<file path=ppt/tags/tag527.xml><?xml version="1.0" encoding="utf-8"?>
<p:tagLst xmlns:a="http://schemas.openxmlformats.org/drawingml/2006/main" xmlns:r="http://schemas.openxmlformats.org/officeDocument/2006/relationships" xmlns:p="http://schemas.openxmlformats.org/presentationml/2006/main">
  <p:tag name="VEVOX.QRDOT" val="(4,18)"/>
</p:tagLst>
</file>

<file path=ppt/tags/tag528.xml><?xml version="1.0" encoding="utf-8"?>
<p:tagLst xmlns:a="http://schemas.openxmlformats.org/drawingml/2006/main" xmlns:r="http://schemas.openxmlformats.org/officeDocument/2006/relationships" xmlns:p="http://schemas.openxmlformats.org/presentationml/2006/main">
  <p:tag name="VEVOX.QRDOT" val="(5,18)"/>
</p:tagLst>
</file>

<file path=ppt/tags/tag529.xml><?xml version="1.0" encoding="utf-8"?>
<p:tagLst xmlns:a="http://schemas.openxmlformats.org/drawingml/2006/main" xmlns:r="http://schemas.openxmlformats.org/officeDocument/2006/relationships" xmlns:p="http://schemas.openxmlformats.org/presentationml/2006/main">
  <p:tag name="VEVOX.QRDOT" val="(6,18)"/>
</p:tagLst>
</file>

<file path=ppt/tags/tag530.xml><?xml version="1.0" encoding="utf-8"?>
<p:tagLst xmlns:a="http://schemas.openxmlformats.org/drawingml/2006/main" xmlns:r="http://schemas.openxmlformats.org/officeDocument/2006/relationships" xmlns:p="http://schemas.openxmlformats.org/presentationml/2006/main">
  <p:tag name="VEVOX.QRDOT" val="(7,18)"/>
</p:tagLst>
</file>

<file path=ppt/tags/tag531.xml><?xml version="1.0" encoding="utf-8"?>
<p:tagLst xmlns:a="http://schemas.openxmlformats.org/drawingml/2006/main" xmlns:r="http://schemas.openxmlformats.org/officeDocument/2006/relationships" xmlns:p="http://schemas.openxmlformats.org/presentationml/2006/main">
  <p:tag name="VEVOX.QRDOT" val="(8,18)"/>
</p:tagLst>
</file>

<file path=ppt/tags/tag532.xml><?xml version="1.0" encoding="utf-8"?>
<p:tagLst xmlns:a="http://schemas.openxmlformats.org/drawingml/2006/main" xmlns:r="http://schemas.openxmlformats.org/officeDocument/2006/relationships" xmlns:p="http://schemas.openxmlformats.org/presentationml/2006/main">
  <p:tag name="VEVOX.QRDOT" val="(9,18)"/>
</p:tagLst>
</file>

<file path=ppt/tags/tag533.xml><?xml version="1.0" encoding="utf-8"?>
<p:tagLst xmlns:a="http://schemas.openxmlformats.org/drawingml/2006/main" xmlns:r="http://schemas.openxmlformats.org/officeDocument/2006/relationships" xmlns:p="http://schemas.openxmlformats.org/presentationml/2006/main">
  <p:tag name="VEVOX.QRDOT" val="(10,18)"/>
</p:tagLst>
</file>

<file path=ppt/tags/tag534.xml><?xml version="1.0" encoding="utf-8"?>
<p:tagLst xmlns:a="http://schemas.openxmlformats.org/drawingml/2006/main" xmlns:r="http://schemas.openxmlformats.org/officeDocument/2006/relationships" xmlns:p="http://schemas.openxmlformats.org/presentationml/2006/main">
  <p:tag name="VEVOX.QRDOT" val="(11,18)"/>
</p:tagLst>
</file>

<file path=ppt/tags/tag535.xml><?xml version="1.0" encoding="utf-8"?>
<p:tagLst xmlns:a="http://schemas.openxmlformats.org/drawingml/2006/main" xmlns:r="http://schemas.openxmlformats.org/officeDocument/2006/relationships" xmlns:p="http://schemas.openxmlformats.org/presentationml/2006/main">
  <p:tag name="VEVOX.QRDOT" val="(12,18)"/>
</p:tagLst>
</file>

<file path=ppt/tags/tag536.xml><?xml version="1.0" encoding="utf-8"?>
<p:tagLst xmlns:a="http://schemas.openxmlformats.org/drawingml/2006/main" xmlns:r="http://schemas.openxmlformats.org/officeDocument/2006/relationships" xmlns:p="http://schemas.openxmlformats.org/presentationml/2006/main">
  <p:tag name="VEVOX.QRDOT" val="(13,18)"/>
</p:tagLst>
</file>

<file path=ppt/tags/tag537.xml><?xml version="1.0" encoding="utf-8"?>
<p:tagLst xmlns:a="http://schemas.openxmlformats.org/drawingml/2006/main" xmlns:r="http://schemas.openxmlformats.org/officeDocument/2006/relationships" xmlns:p="http://schemas.openxmlformats.org/presentationml/2006/main">
  <p:tag name="VEVOX.QRDOT" val="(14,18)"/>
</p:tagLst>
</file>

<file path=ppt/tags/tag538.xml><?xml version="1.0" encoding="utf-8"?>
<p:tagLst xmlns:a="http://schemas.openxmlformats.org/drawingml/2006/main" xmlns:r="http://schemas.openxmlformats.org/officeDocument/2006/relationships" xmlns:p="http://schemas.openxmlformats.org/presentationml/2006/main">
  <p:tag name="VEVOX.QRDOT" val="(15,18)"/>
</p:tagLst>
</file>

<file path=ppt/tags/tag539.xml><?xml version="1.0" encoding="utf-8"?>
<p:tagLst xmlns:a="http://schemas.openxmlformats.org/drawingml/2006/main" xmlns:r="http://schemas.openxmlformats.org/officeDocument/2006/relationships" xmlns:p="http://schemas.openxmlformats.org/presentationml/2006/main">
  <p:tag name="VEVOX.QRDOT" val="(16,18)"/>
</p:tagLst>
</file>

<file path=ppt/tags/tag540.xml><?xml version="1.0" encoding="utf-8"?>
<p:tagLst xmlns:a="http://schemas.openxmlformats.org/drawingml/2006/main" xmlns:r="http://schemas.openxmlformats.org/officeDocument/2006/relationships" xmlns:p="http://schemas.openxmlformats.org/presentationml/2006/main">
  <p:tag name="VEVOX.QRDOT" val="(17,18)"/>
</p:tagLst>
</file>

<file path=ppt/tags/tag541.xml><?xml version="1.0" encoding="utf-8"?>
<p:tagLst xmlns:a="http://schemas.openxmlformats.org/drawingml/2006/main" xmlns:r="http://schemas.openxmlformats.org/officeDocument/2006/relationships" xmlns:p="http://schemas.openxmlformats.org/presentationml/2006/main">
  <p:tag name="VEVOX.QRDOT" val="(18,18)"/>
</p:tagLst>
</file>

<file path=ppt/tags/tag542.xml><?xml version="1.0" encoding="utf-8"?>
<p:tagLst xmlns:a="http://schemas.openxmlformats.org/drawingml/2006/main" xmlns:r="http://schemas.openxmlformats.org/officeDocument/2006/relationships" xmlns:p="http://schemas.openxmlformats.org/presentationml/2006/main">
  <p:tag name="VEVOX.QRDOT" val="(19,18)"/>
</p:tagLst>
</file>

<file path=ppt/tags/tag543.xml><?xml version="1.0" encoding="utf-8"?>
<p:tagLst xmlns:a="http://schemas.openxmlformats.org/drawingml/2006/main" xmlns:r="http://schemas.openxmlformats.org/officeDocument/2006/relationships" xmlns:p="http://schemas.openxmlformats.org/presentationml/2006/main">
  <p:tag name="VEVOX.QRDOT" val="(20,18)"/>
</p:tagLst>
</file>

<file path=ppt/tags/tag544.xml><?xml version="1.0" encoding="utf-8"?>
<p:tagLst xmlns:a="http://schemas.openxmlformats.org/drawingml/2006/main" xmlns:r="http://schemas.openxmlformats.org/officeDocument/2006/relationships" xmlns:p="http://schemas.openxmlformats.org/presentationml/2006/main">
  <p:tag name="VEVOX.QRDOT" val="(21,18)"/>
</p:tagLst>
</file>

<file path=ppt/tags/tag545.xml><?xml version="1.0" encoding="utf-8"?>
<p:tagLst xmlns:a="http://schemas.openxmlformats.org/drawingml/2006/main" xmlns:r="http://schemas.openxmlformats.org/officeDocument/2006/relationships" xmlns:p="http://schemas.openxmlformats.org/presentationml/2006/main">
  <p:tag name="VEVOX.QRDOT" val="(22,18)"/>
</p:tagLst>
</file>

<file path=ppt/tags/tag546.xml><?xml version="1.0" encoding="utf-8"?>
<p:tagLst xmlns:a="http://schemas.openxmlformats.org/drawingml/2006/main" xmlns:r="http://schemas.openxmlformats.org/officeDocument/2006/relationships" xmlns:p="http://schemas.openxmlformats.org/presentationml/2006/main">
  <p:tag name="VEVOX.QRDOT" val="(23,18)"/>
</p:tagLst>
</file>

<file path=ppt/tags/tag547.xml><?xml version="1.0" encoding="utf-8"?>
<p:tagLst xmlns:a="http://schemas.openxmlformats.org/drawingml/2006/main" xmlns:r="http://schemas.openxmlformats.org/officeDocument/2006/relationships" xmlns:p="http://schemas.openxmlformats.org/presentationml/2006/main">
  <p:tag name="VEVOX.QRDOT" val="(24,18)"/>
</p:tagLst>
</file>

<file path=ppt/tags/tag548.xml><?xml version="1.0" encoding="utf-8"?>
<p:tagLst xmlns:a="http://schemas.openxmlformats.org/drawingml/2006/main" xmlns:r="http://schemas.openxmlformats.org/officeDocument/2006/relationships" xmlns:p="http://schemas.openxmlformats.org/presentationml/2006/main">
  <p:tag name="VEVOX.QRDOT" val="(25,18)"/>
</p:tagLst>
</file>

<file path=ppt/tags/tag549.xml><?xml version="1.0" encoding="utf-8"?>
<p:tagLst xmlns:a="http://schemas.openxmlformats.org/drawingml/2006/main" xmlns:r="http://schemas.openxmlformats.org/officeDocument/2006/relationships" xmlns:p="http://schemas.openxmlformats.org/presentationml/2006/main">
  <p:tag name="VEVOX.QRDOT" val="(26,18)"/>
</p:tagLst>
</file>

<file path=ppt/tags/tag550.xml><?xml version="1.0" encoding="utf-8"?>
<p:tagLst xmlns:a="http://schemas.openxmlformats.org/drawingml/2006/main" xmlns:r="http://schemas.openxmlformats.org/officeDocument/2006/relationships" xmlns:p="http://schemas.openxmlformats.org/presentationml/2006/main">
  <p:tag name="VEVOX.QRDOT" val="(27,18)"/>
</p:tagLst>
</file>

<file path=ppt/tags/tag551.xml><?xml version="1.0" encoding="utf-8"?>
<p:tagLst xmlns:a="http://schemas.openxmlformats.org/drawingml/2006/main" xmlns:r="http://schemas.openxmlformats.org/officeDocument/2006/relationships" xmlns:p="http://schemas.openxmlformats.org/presentationml/2006/main">
  <p:tag name="VEVOX.QRDOT" val="(0,19)"/>
</p:tagLst>
</file>

<file path=ppt/tags/tag552.xml><?xml version="1.0" encoding="utf-8"?>
<p:tagLst xmlns:a="http://schemas.openxmlformats.org/drawingml/2006/main" xmlns:r="http://schemas.openxmlformats.org/officeDocument/2006/relationships" xmlns:p="http://schemas.openxmlformats.org/presentationml/2006/main">
  <p:tag name="VEVOX.QRDOT" val="(1,19)"/>
</p:tagLst>
</file>

<file path=ppt/tags/tag553.xml><?xml version="1.0" encoding="utf-8"?>
<p:tagLst xmlns:a="http://schemas.openxmlformats.org/drawingml/2006/main" xmlns:r="http://schemas.openxmlformats.org/officeDocument/2006/relationships" xmlns:p="http://schemas.openxmlformats.org/presentationml/2006/main">
  <p:tag name="VEVOX.QRDOT" val="(2,19)"/>
</p:tagLst>
</file>

<file path=ppt/tags/tag554.xml><?xml version="1.0" encoding="utf-8"?>
<p:tagLst xmlns:a="http://schemas.openxmlformats.org/drawingml/2006/main" xmlns:r="http://schemas.openxmlformats.org/officeDocument/2006/relationships" xmlns:p="http://schemas.openxmlformats.org/presentationml/2006/main">
  <p:tag name="VEVOX.QRDOT" val="(3,19)"/>
</p:tagLst>
</file>

<file path=ppt/tags/tag555.xml><?xml version="1.0" encoding="utf-8"?>
<p:tagLst xmlns:a="http://schemas.openxmlformats.org/drawingml/2006/main" xmlns:r="http://schemas.openxmlformats.org/officeDocument/2006/relationships" xmlns:p="http://schemas.openxmlformats.org/presentationml/2006/main">
  <p:tag name="VEVOX.QRDOT" val="(4,19)"/>
</p:tagLst>
</file>

<file path=ppt/tags/tag556.xml><?xml version="1.0" encoding="utf-8"?>
<p:tagLst xmlns:a="http://schemas.openxmlformats.org/drawingml/2006/main" xmlns:r="http://schemas.openxmlformats.org/officeDocument/2006/relationships" xmlns:p="http://schemas.openxmlformats.org/presentationml/2006/main">
  <p:tag name="VEVOX.QRDOT" val="(5,19)"/>
</p:tagLst>
</file>

<file path=ppt/tags/tag557.xml><?xml version="1.0" encoding="utf-8"?>
<p:tagLst xmlns:a="http://schemas.openxmlformats.org/drawingml/2006/main" xmlns:r="http://schemas.openxmlformats.org/officeDocument/2006/relationships" xmlns:p="http://schemas.openxmlformats.org/presentationml/2006/main">
  <p:tag name="VEVOX.QRDOT" val="(6,19)"/>
</p:tagLst>
</file>

<file path=ppt/tags/tag558.xml><?xml version="1.0" encoding="utf-8"?>
<p:tagLst xmlns:a="http://schemas.openxmlformats.org/drawingml/2006/main" xmlns:r="http://schemas.openxmlformats.org/officeDocument/2006/relationships" xmlns:p="http://schemas.openxmlformats.org/presentationml/2006/main">
  <p:tag name="VEVOX.QRDOT" val="(7,19)"/>
</p:tagLst>
</file>

<file path=ppt/tags/tag559.xml><?xml version="1.0" encoding="utf-8"?>
<p:tagLst xmlns:a="http://schemas.openxmlformats.org/drawingml/2006/main" xmlns:r="http://schemas.openxmlformats.org/officeDocument/2006/relationships" xmlns:p="http://schemas.openxmlformats.org/presentationml/2006/main">
  <p:tag name="VEVOX.QRDOT" val="(8,19)"/>
</p:tagLst>
</file>

<file path=ppt/tags/tag560.xml><?xml version="1.0" encoding="utf-8"?>
<p:tagLst xmlns:a="http://schemas.openxmlformats.org/drawingml/2006/main" xmlns:r="http://schemas.openxmlformats.org/officeDocument/2006/relationships" xmlns:p="http://schemas.openxmlformats.org/presentationml/2006/main">
  <p:tag name="VEVOX.QRDOT" val="(9,19)"/>
</p:tagLst>
</file>

<file path=ppt/tags/tag561.xml><?xml version="1.0" encoding="utf-8"?>
<p:tagLst xmlns:a="http://schemas.openxmlformats.org/drawingml/2006/main" xmlns:r="http://schemas.openxmlformats.org/officeDocument/2006/relationships" xmlns:p="http://schemas.openxmlformats.org/presentationml/2006/main">
  <p:tag name="VEVOX.QRDOT" val="(10,19)"/>
</p:tagLst>
</file>

<file path=ppt/tags/tag562.xml><?xml version="1.0" encoding="utf-8"?>
<p:tagLst xmlns:a="http://schemas.openxmlformats.org/drawingml/2006/main" xmlns:r="http://schemas.openxmlformats.org/officeDocument/2006/relationships" xmlns:p="http://schemas.openxmlformats.org/presentationml/2006/main">
  <p:tag name="VEVOX.QRDOT" val="(11,19)"/>
</p:tagLst>
</file>

<file path=ppt/tags/tag563.xml><?xml version="1.0" encoding="utf-8"?>
<p:tagLst xmlns:a="http://schemas.openxmlformats.org/drawingml/2006/main" xmlns:r="http://schemas.openxmlformats.org/officeDocument/2006/relationships" xmlns:p="http://schemas.openxmlformats.org/presentationml/2006/main">
  <p:tag name="VEVOX.QRDOT" val="(12,19)"/>
</p:tagLst>
</file>

<file path=ppt/tags/tag564.xml><?xml version="1.0" encoding="utf-8"?>
<p:tagLst xmlns:a="http://schemas.openxmlformats.org/drawingml/2006/main" xmlns:r="http://schemas.openxmlformats.org/officeDocument/2006/relationships" xmlns:p="http://schemas.openxmlformats.org/presentationml/2006/main">
  <p:tag name="VEVOX.QRDOT" val="(13,19)"/>
</p:tagLst>
</file>

<file path=ppt/tags/tag565.xml><?xml version="1.0" encoding="utf-8"?>
<p:tagLst xmlns:a="http://schemas.openxmlformats.org/drawingml/2006/main" xmlns:r="http://schemas.openxmlformats.org/officeDocument/2006/relationships" xmlns:p="http://schemas.openxmlformats.org/presentationml/2006/main">
  <p:tag name="VEVOX.QRDOT" val="(14,19)"/>
</p:tagLst>
</file>

<file path=ppt/tags/tag566.xml><?xml version="1.0" encoding="utf-8"?>
<p:tagLst xmlns:a="http://schemas.openxmlformats.org/drawingml/2006/main" xmlns:r="http://schemas.openxmlformats.org/officeDocument/2006/relationships" xmlns:p="http://schemas.openxmlformats.org/presentationml/2006/main">
  <p:tag name="VEVOX.QRDOT" val="(15,19)"/>
</p:tagLst>
</file>

<file path=ppt/tags/tag567.xml><?xml version="1.0" encoding="utf-8"?>
<p:tagLst xmlns:a="http://schemas.openxmlformats.org/drawingml/2006/main" xmlns:r="http://schemas.openxmlformats.org/officeDocument/2006/relationships" xmlns:p="http://schemas.openxmlformats.org/presentationml/2006/main">
  <p:tag name="VEVOX.QRDOT" val="(16,19)"/>
</p:tagLst>
</file>

<file path=ppt/tags/tag568.xml><?xml version="1.0" encoding="utf-8"?>
<p:tagLst xmlns:a="http://schemas.openxmlformats.org/drawingml/2006/main" xmlns:r="http://schemas.openxmlformats.org/officeDocument/2006/relationships" xmlns:p="http://schemas.openxmlformats.org/presentationml/2006/main">
  <p:tag name="VEVOX.QRDOT" val="(17,19)"/>
</p:tagLst>
</file>

<file path=ppt/tags/tag569.xml><?xml version="1.0" encoding="utf-8"?>
<p:tagLst xmlns:a="http://schemas.openxmlformats.org/drawingml/2006/main" xmlns:r="http://schemas.openxmlformats.org/officeDocument/2006/relationships" xmlns:p="http://schemas.openxmlformats.org/presentationml/2006/main">
  <p:tag name="VEVOX.QRDOT" val="(18,19)"/>
</p:tagLst>
</file>

<file path=ppt/tags/tag570.xml><?xml version="1.0" encoding="utf-8"?>
<p:tagLst xmlns:a="http://schemas.openxmlformats.org/drawingml/2006/main" xmlns:r="http://schemas.openxmlformats.org/officeDocument/2006/relationships" xmlns:p="http://schemas.openxmlformats.org/presentationml/2006/main">
  <p:tag name="VEVOX.QRDOT" val="(19,19)"/>
</p:tagLst>
</file>

<file path=ppt/tags/tag571.xml><?xml version="1.0" encoding="utf-8"?>
<p:tagLst xmlns:a="http://schemas.openxmlformats.org/drawingml/2006/main" xmlns:r="http://schemas.openxmlformats.org/officeDocument/2006/relationships" xmlns:p="http://schemas.openxmlformats.org/presentationml/2006/main">
  <p:tag name="VEVOX.QRDOT" val="(20,19)"/>
</p:tagLst>
</file>

<file path=ppt/tags/tag572.xml><?xml version="1.0" encoding="utf-8"?>
<p:tagLst xmlns:a="http://schemas.openxmlformats.org/drawingml/2006/main" xmlns:r="http://schemas.openxmlformats.org/officeDocument/2006/relationships" xmlns:p="http://schemas.openxmlformats.org/presentationml/2006/main">
  <p:tag name="VEVOX.QRDOT" val="(21,19)"/>
</p:tagLst>
</file>

<file path=ppt/tags/tag573.xml><?xml version="1.0" encoding="utf-8"?>
<p:tagLst xmlns:a="http://schemas.openxmlformats.org/drawingml/2006/main" xmlns:r="http://schemas.openxmlformats.org/officeDocument/2006/relationships" xmlns:p="http://schemas.openxmlformats.org/presentationml/2006/main">
  <p:tag name="VEVOX.QRDOT" val="(22,19)"/>
</p:tagLst>
</file>

<file path=ppt/tags/tag574.xml><?xml version="1.0" encoding="utf-8"?>
<p:tagLst xmlns:a="http://schemas.openxmlformats.org/drawingml/2006/main" xmlns:r="http://schemas.openxmlformats.org/officeDocument/2006/relationships" xmlns:p="http://schemas.openxmlformats.org/presentationml/2006/main">
  <p:tag name="VEVOX.QRDOT" val="(23,19)"/>
</p:tagLst>
</file>

<file path=ppt/tags/tag575.xml><?xml version="1.0" encoding="utf-8"?>
<p:tagLst xmlns:a="http://schemas.openxmlformats.org/drawingml/2006/main" xmlns:r="http://schemas.openxmlformats.org/officeDocument/2006/relationships" xmlns:p="http://schemas.openxmlformats.org/presentationml/2006/main">
  <p:tag name="VEVOX.QRDOT" val="(24,19)"/>
</p:tagLst>
</file>

<file path=ppt/tags/tag576.xml><?xml version="1.0" encoding="utf-8"?>
<p:tagLst xmlns:a="http://schemas.openxmlformats.org/drawingml/2006/main" xmlns:r="http://schemas.openxmlformats.org/officeDocument/2006/relationships" xmlns:p="http://schemas.openxmlformats.org/presentationml/2006/main">
  <p:tag name="VEVOX.QRDOT" val="(25,19)"/>
</p:tagLst>
</file>

<file path=ppt/tags/tag577.xml><?xml version="1.0" encoding="utf-8"?>
<p:tagLst xmlns:a="http://schemas.openxmlformats.org/drawingml/2006/main" xmlns:r="http://schemas.openxmlformats.org/officeDocument/2006/relationships" xmlns:p="http://schemas.openxmlformats.org/presentationml/2006/main">
  <p:tag name="VEVOX.QRDOT" val="(26,19)"/>
</p:tagLst>
</file>

<file path=ppt/tags/tag578.xml><?xml version="1.0" encoding="utf-8"?>
<p:tagLst xmlns:a="http://schemas.openxmlformats.org/drawingml/2006/main" xmlns:r="http://schemas.openxmlformats.org/officeDocument/2006/relationships" xmlns:p="http://schemas.openxmlformats.org/presentationml/2006/main">
  <p:tag name="VEVOX.QRDOT" val="(27,19)"/>
</p:tagLst>
</file>

<file path=ppt/tags/tag579.xml><?xml version="1.0" encoding="utf-8"?>
<p:tagLst xmlns:a="http://schemas.openxmlformats.org/drawingml/2006/main" xmlns:r="http://schemas.openxmlformats.org/officeDocument/2006/relationships" xmlns:p="http://schemas.openxmlformats.org/presentationml/2006/main">
  <p:tag name="VEVOX.QRDOT" val="(28,19)"/>
</p:tagLst>
</file>

<file path=ppt/tags/tag580.xml><?xml version="1.0" encoding="utf-8"?>
<p:tagLst xmlns:a="http://schemas.openxmlformats.org/drawingml/2006/main" xmlns:r="http://schemas.openxmlformats.org/officeDocument/2006/relationships" xmlns:p="http://schemas.openxmlformats.org/presentationml/2006/main">
  <p:tag name="VEVOX.QRDOT" val="(0,20)"/>
</p:tagLst>
</file>

<file path=ppt/tags/tag581.xml><?xml version="1.0" encoding="utf-8"?>
<p:tagLst xmlns:a="http://schemas.openxmlformats.org/drawingml/2006/main" xmlns:r="http://schemas.openxmlformats.org/officeDocument/2006/relationships" xmlns:p="http://schemas.openxmlformats.org/presentationml/2006/main">
  <p:tag name="VEVOX.QRDOT" val="(1,20)"/>
</p:tagLst>
</file>

<file path=ppt/tags/tag582.xml><?xml version="1.0" encoding="utf-8"?>
<p:tagLst xmlns:a="http://schemas.openxmlformats.org/drawingml/2006/main" xmlns:r="http://schemas.openxmlformats.org/officeDocument/2006/relationships" xmlns:p="http://schemas.openxmlformats.org/presentationml/2006/main">
  <p:tag name="VEVOX.QRDOT" val="(2,20)"/>
</p:tagLst>
</file>

<file path=ppt/tags/tag583.xml><?xml version="1.0" encoding="utf-8"?>
<p:tagLst xmlns:a="http://schemas.openxmlformats.org/drawingml/2006/main" xmlns:r="http://schemas.openxmlformats.org/officeDocument/2006/relationships" xmlns:p="http://schemas.openxmlformats.org/presentationml/2006/main">
  <p:tag name="VEVOX.QRDOT" val="(3,20)"/>
</p:tagLst>
</file>

<file path=ppt/tags/tag584.xml><?xml version="1.0" encoding="utf-8"?>
<p:tagLst xmlns:a="http://schemas.openxmlformats.org/drawingml/2006/main" xmlns:r="http://schemas.openxmlformats.org/officeDocument/2006/relationships" xmlns:p="http://schemas.openxmlformats.org/presentationml/2006/main">
  <p:tag name="VEVOX.QRDOT" val="(4,20)"/>
</p:tagLst>
</file>

<file path=ppt/tags/tag585.xml><?xml version="1.0" encoding="utf-8"?>
<p:tagLst xmlns:a="http://schemas.openxmlformats.org/drawingml/2006/main" xmlns:r="http://schemas.openxmlformats.org/officeDocument/2006/relationships" xmlns:p="http://schemas.openxmlformats.org/presentationml/2006/main">
  <p:tag name="VEVOX.QRDOT" val="(5,20)"/>
</p:tagLst>
</file>

<file path=ppt/tags/tag586.xml><?xml version="1.0" encoding="utf-8"?>
<p:tagLst xmlns:a="http://schemas.openxmlformats.org/drawingml/2006/main" xmlns:r="http://schemas.openxmlformats.org/officeDocument/2006/relationships" xmlns:p="http://schemas.openxmlformats.org/presentationml/2006/main">
  <p:tag name="VEVOX.QRDOT" val="(6,20)"/>
</p:tagLst>
</file>

<file path=ppt/tags/tag587.xml><?xml version="1.0" encoding="utf-8"?>
<p:tagLst xmlns:a="http://schemas.openxmlformats.org/drawingml/2006/main" xmlns:r="http://schemas.openxmlformats.org/officeDocument/2006/relationships" xmlns:p="http://schemas.openxmlformats.org/presentationml/2006/main">
  <p:tag name="VEVOX.QRDOT" val="(7,20)"/>
</p:tagLst>
</file>

<file path=ppt/tags/tag588.xml><?xml version="1.0" encoding="utf-8"?>
<p:tagLst xmlns:a="http://schemas.openxmlformats.org/drawingml/2006/main" xmlns:r="http://schemas.openxmlformats.org/officeDocument/2006/relationships" xmlns:p="http://schemas.openxmlformats.org/presentationml/2006/main">
  <p:tag name="VEVOX.QRDOT" val="(8,20)"/>
</p:tagLst>
</file>

<file path=ppt/tags/tag589.xml><?xml version="1.0" encoding="utf-8"?>
<p:tagLst xmlns:a="http://schemas.openxmlformats.org/drawingml/2006/main" xmlns:r="http://schemas.openxmlformats.org/officeDocument/2006/relationships" xmlns:p="http://schemas.openxmlformats.org/presentationml/2006/main">
  <p:tag name="VEVOX.QRDOT" val="(9,20)"/>
</p:tagLst>
</file>

<file path=ppt/tags/tag590.xml><?xml version="1.0" encoding="utf-8"?>
<p:tagLst xmlns:a="http://schemas.openxmlformats.org/drawingml/2006/main" xmlns:r="http://schemas.openxmlformats.org/officeDocument/2006/relationships" xmlns:p="http://schemas.openxmlformats.org/presentationml/2006/main">
  <p:tag name="VEVOX.QRDOT" val="(10,20)"/>
</p:tagLst>
</file>

<file path=ppt/tags/tag591.xml><?xml version="1.0" encoding="utf-8"?>
<p:tagLst xmlns:a="http://schemas.openxmlformats.org/drawingml/2006/main" xmlns:r="http://schemas.openxmlformats.org/officeDocument/2006/relationships" xmlns:p="http://schemas.openxmlformats.org/presentationml/2006/main">
  <p:tag name="VEVOX.QRDOT" val="(11,20)"/>
</p:tagLst>
</file>

<file path=ppt/tags/tag592.xml><?xml version="1.0" encoding="utf-8"?>
<p:tagLst xmlns:a="http://schemas.openxmlformats.org/drawingml/2006/main" xmlns:r="http://schemas.openxmlformats.org/officeDocument/2006/relationships" xmlns:p="http://schemas.openxmlformats.org/presentationml/2006/main">
  <p:tag name="VEVOX.QRDOT" val="(12,20)"/>
</p:tagLst>
</file>

<file path=ppt/tags/tag593.xml><?xml version="1.0" encoding="utf-8"?>
<p:tagLst xmlns:a="http://schemas.openxmlformats.org/drawingml/2006/main" xmlns:r="http://schemas.openxmlformats.org/officeDocument/2006/relationships" xmlns:p="http://schemas.openxmlformats.org/presentationml/2006/main">
  <p:tag name="VEVOX.QRDOT" val="(13,20)"/>
</p:tagLst>
</file>

<file path=ppt/tags/tag594.xml><?xml version="1.0" encoding="utf-8"?>
<p:tagLst xmlns:a="http://schemas.openxmlformats.org/drawingml/2006/main" xmlns:r="http://schemas.openxmlformats.org/officeDocument/2006/relationships" xmlns:p="http://schemas.openxmlformats.org/presentationml/2006/main">
  <p:tag name="VEVOX.QRDOT" val="(14,20)"/>
</p:tagLst>
</file>

<file path=ppt/tags/tag595.xml><?xml version="1.0" encoding="utf-8"?>
<p:tagLst xmlns:a="http://schemas.openxmlformats.org/drawingml/2006/main" xmlns:r="http://schemas.openxmlformats.org/officeDocument/2006/relationships" xmlns:p="http://schemas.openxmlformats.org/presentationml/2006/main">
  <p:tag name="VEVOX.QRDOT" val="(15,20)"/>
</p:tagLst>
</file>

<file path=ppt/tags/tag596.xml><?xml version="1.0" encoding="utf-8"?>
<p:tagLst xmlns:a="http://schemas.openxmlformats.org/drawingml/2006/main" xmlns:r="http://schemas.openxmlformats.org/officeDocument/2006/relationships" xmlns:p="http://schemas.openxmlformats.org/presentationml/2006/main">
  <p:tag name="VEVOX.QRDOT" val="(16,20)"/>
</p:tagLst>
</file>

<file path=ppt/tags/tag597.xml><?xml version="1.0" encoding="utf-8"?>
<p:tagLst xmlns:a="http://schemas.openxmlformats.org/drawingml/2006/main" xmlns:r="http://schemas.openxmlformats.org/officeDocument/2006/relationships" xmlns:p="http://schemas.openxmlformats.org/presentationml/2006/main">
  <p:tag name="VEVOX.QRDOT" val="(17,20)"/>
</p:tagLst>
</file>

<file path=ppt/tags/tag598.xml><?xml version="1.0" encoding="utf-8"?>
<p:tagLst xmlns:a="http://schemas.openxmlformats.org/drawingml/2006/main" xmlns:r="http://schemas.openxmlformats.org/officeDocument/2006/relationships" xmlns:p="http://schemas.openxmlformats.org/presentationml/2006/main">
  <p:tag name="VEVOX.QRDOT" val="(18,20)"/>
</p:tagLst>
</file>

<file path=ppt/tags/tag599.xml><?xml version="1.0" encoding="utf-8"?>
<p:tagLst xmlns:a="http://schemas.openxmlformats.org/drawingml/2006/main" xmlns:r="http://schemas.openxmlformats.org/officeDocument/2006/relationships" xmlns:p="http://schemas.openxmlformats.org/presentationml/2006/main">
  <p:tag name="VEVOX.QRDOT" val="(19,20)"/>
</p:tagLst>
</file>

<file path=ppt/tags/tag600.xml><?xml version="1.0" encoding="utf-8"?>
<p:tagLst xmlns:a="http://schemas.openxmlformats.org/drawingml/2006/main" xmlns:r="http://schemas.openxmlformats.org/officeDocument/2006/relationships" xmlns:p="http://schemas.openxmlformats.org/presentationml/2006/main">
  <p:tag name="VEVOX.QRDOT" val="(20,20)"/>
</p:tagLst>
</file>

<file path=ppt/tags/tag601.xml><?xml version="1.0" encoding="utf-8"?>
<p:tagLst xmlns:a="http://schemas.openxmlformats.org/drawingml/2006/main" xmlns:r="http://schemas.openxmlformats.org/officeDocument/2006/relationships" xmlns:p="http://schemas.openxmlformats.org/presentationml/2006/main">
  <p:tag name="VEVOX.QRDOT" val="(21,20)"/>
</p:tagLst>
</file>

<file path=ppt/tags/tag602.xml><?xml version="1.0" encoding="utf-8"?>
<p:tagLst xmlns:a="http://schemas.openxmlformats.org/drawingml/2006/main" xmlns:r="http://schemas.openxmlformats.org/officeDocument/2006/relationships" xmlns:p="http://schemas.openxmlformats.org/presentationml/2006/main">
  <p:tag name="VEVOX.QRDOT" val="(22,20)"/>
</p:tagLst>
</file>

<file path=ppt/tags/tag603.xml><?xml version="1.0" encoding="utf-8"?>
<p:tagLst xmlns:a="http://schemas.openxmlformats.org/drawingml/2006/main" xmlns:r="http://schemas.openxmlformats.org/officeDocument/2006/relationships" xmlns:p="http://schemas.openxmlformats.org/presentationml/2006/main">
  <p:tag name="VEVOX.QRDOT" val="(23,20)"/>
</p:tagLst>
</file>

<file path=ppt/tags/tag604.xml><?xml version="1.0" encoding="utf-8"?>
<p:tagLst xmlns:a="http://schemas.openxmlformats.org/drawingml/2006/main" xmlns:r="http://schemas.openxmlformats.org/officeDocument/2006/relationships" xmlns:p="http://schemas.openxmlformats.org/presentationml/2006/main">
  <p:tag name="VEVOX.QRDOT" val="(24,20)"/>
</p:tagLst>
</file>

<file path=ppt/tags/tag605.xml><?xml version="1.0" encoding="utf-8"?>
<p:tagLst xmlns:a="http://schemas.openxmlformats.org/drawingml/2006/main" xmlns:r="http://schemas.openxmlformats.org/officeDocument/2006/relationships" xmlns:p="http://schemas.openxmlformats.org/presentationml/2006/main">
  <p:tag name="VEVOX.QRDOT" val="(25,20)"/>
</p:tagLst>
</file>

<file path=ppt/tags/tag606.xml><?xml version="1.0" encoding="utf-8"?>
<p:tagLst xmlns:a="http://schemas.openxmlformats.org/drawingml/2006/main" xmlns:r="http://schemas.openxmlformats.org/officeDocument/2006/relationships" xmlns:p="http://schemas.openxmlformats.org/presentationml/2006/main">
  <p:tag name="VEVOX.QRDOT" val="(26,20)"/>
</p:tagLst>
</file>

<file path=ppt/tags/tag607.xml><?xml version="1.0" encoding="utf-8"?>
<p:tagLst xmlns:a="http://schemas.openxmlformats.org/drawingml/2006/main" xmlns:r="http://schemas.openxmlformats.org/officeDocument/2006/relationships" xmlns:p="http://schemas.openxmlformats.org/presentationml/2006/main">
  <p:tag name="VEVOX.QRDOT" val="(27,20)"/>
</p:tagLst>
</file>

<file path=ppt/tags/tag608.xml><?xml version="1.0" encoding="utf-8"?>
<p:tagLst xmlns:a="http://schemas.openxmlformats.org/drawingml/2006/main" xmlns:r="http://schemas.openxmlformats.org/officeDocument/2006/relationships" xmlns:p="http://schemas.openxmlformats.org/presentationml/2006/main">
  <p:tag name="VEVOX.QRDOT" val="(28,20)"/>
</p:tagLst>
</file>

<file path=ppt/tags/tag609.xml><?xml version="1.0" encoding="utf-8"?>
<p:tagLst xmlns:a="http://schemas.openxmlformats.org/drawingml/2006/main" xmlns:r="http://schemas.openxmlformats.org/officeDocument/2006/relationships" xmlns:p="http://schemas.openxmlformats.org/presentationml/2006/main">
  <p:tag name="VEVOX.QRDOT" val="(29,20)"/>
</p:tagLst>
</file>

<file path=ppt/tags/tag610.xml><?xml version="1.0" encoding="utf-8"?>
<p:tagLst xmlns:a="http://schemas.openxmlformats.org/drawingml/2006/main" xmlns:r="http://schemas.openxmlformats.org/officeDocument/2006/relationships" xmlns:p="http://schemas.openxmlformats.org/presentationml/2006/main">
  <p:tag name="VEVOX.QRDOT" val="(0,21)"/>
</p:tagLst>
</file>

<file path=ppt/tags/tag611.xml><?xml version="1.0" encoding="utf-8"?>
<p:tagLst xmlns:a="http://schemas.openxmlformats.org/drawingml/2006/main" xmlns:r="http://schemas.openxmlformats.org/officeDocument/2006/relationships" xmlns:p="http://schemas.openxmlformats.org/presentationml/2006/main">
  <p:tag name="VEVOX.QRDOT" val="(1,21)"/>
</p:tagLst>
</file>

<file path=ppt/tags/tag612.xml><?xml version="1.0" encoding="utf-8"?>
<p:tagLst xmlns:a="http://schemas.openxmlformats.org/drawingml/2006/main" xmlns:r="http://schemas.openxmlformats.org/officeDocument/2006/relationships" xmlns:p="http://schemas.openxmlformats.org/presentationml/2006/main">
  <p:tag name="VEVOX.QRDOT" val="(2,21)"/>
</p:tagLst>
</file>

<file path=ppt/tags/tag613.xml><?xml version="1.0" encoding="utf-8"?>
<p:tagLst xmlns:a="http://schemas.openxmlformats.org/drawingml/2006/main" xmlns:r="http://schemas.openxmlformats.org/officeDocument/2006/relationships" xmlns:p="http://schemas.openxmlformats.org/presentationml/2006/main">
  <p:tag name="VEVOX.QRDOT" val="(3,21)"/>
</p:tagLst>
</file>

<file path=ppt/tags/tag614.xml><?xml version="1.0" encoding="utf-8"?>
<p:tagLst xmlns:a="http://schemas.openxmlformats.org/drawingml/2006/main" xmlns:r="http://schemas.openxmlformats.org/officeDocument/2006/relationships" xmlns:p="http://schemas.openxmlformats.org/presentationml/2006/main">
  <p:tag name="VEVOX.QRDOT" val="(4,21)"/>
</p:tagLst>
</file>

<file path=ppt/tags/tag615.xml><?xml version="1.0" encoding="utf-8"?>
<p:tagLst xmlns:a="http://schemas.openxmlformats.org/drawingml/2006/main" xmlns:r="http://schemas.openxmlformats.org/officeDocument/2006/relationships" xmlns:p="http://schemas.openxmlformats.org/presentationml/2006/main">
  <p:tag name="VEVOX.QRDOT" val="(5,21)"/>
</p:tagLst>
</file>

<file path=ppt/tags/tag616.xml><?xml version="1.0" encoding="utf-8"?>
<p:tagLst xmlns:a="http://schemas.openxmlformats.org/drawingml/2006/main" xmlns:r="http://schemas.openxmlformats.org/officeDocument/2006/relationships" xmlns:p="http://schemas.openxmlformats.org/presentationml/2006/main">
  <p:tag name="VEVOX.QRDOT" val="(6,21)"/>
</p:tagLst>
</file>

<file path=ppt/tags/tag617.xml><?xml version="1.0" encoding="utf-8"?>
<p:tagLst xmlns:a="http://schemas.openxmlformats.org/drawingml/2006/main" xmlns:r="http://schemas.openxmlformats.org/officeDocument/2006/relationships" xmlns:p="http://schemas.openxmlformats.org/presentationml/2006/main">
  <p:tag name="VEVOX.QRDOT" val="(7,21)"/>
</p:tagLst>
</file>

<file path=ppt/tags/tag618.xml><?xml version="1.0" encoding="utf-8"?>
<p:tagLst xmlns:a="http://schemas.openxmlformats.org/drawingml/2006/main" xmlns:r="http://schemas.openxmlformats.org/officeDocument/2006/relationships" xmlns:p="http://schemas.openxmlformats.org/presentationml/2006/main">
  <p:tag name="VEVOX.QRDOT" val="(8,21)"/>
</p:tagLst>
</file>

<file path=ppt/tags/tag619.xml><?xml version="1.0" encoding="utf-8"?>
<p:tagLst xmlns:a="http://schemas.openxmlformats.org/drawingml/2006/main" xmlns:r="http://schemas.openxmlformats.org/officeDocument/2006/relationships" xmlns:p="http://schemas.openxmlformats.org/presentationml/2006/main">
  <p:tag name="VEVOX.QRDOT" val="(9,21)"/>
</p:tagLst>
</file>

<file path=ppt/tags/tag620.xml><?xml version="1.0" encoding="utf-8"?>
<p:tagLst xmlns:a="http://schemas.openxmlformats.org/drawingml/2006/main" xmlns:r="http://schemas.openxmlformats.org/officeDocument/2006/relationships" xmlns:p="http://schemas.openxmlformats.org/presentationml/2006/main">
  <p:tag name="VEVOX.QRDOT" val="(10,21)"/>
</p:tagLst>
</file>

<file path=ppt/tags/tag621.xml><?xml version="1.0" encoding="utf-8"?>
<p:tagLst xmlns:a="http://schemas.openxmlformats.org/drawingml/2006/main" xmlns:r="http://schemas.openxmlformats.org/officeDocument/2006/relationships" xmlns:p="http://schemas.openxmlformats.org/presentationml/2006/main">
  <p:tag name="VEVOX.QRDOT" val="(11,21)"/>
</p:tagLst>
</file>

<file path=ppt/tags/tag622.xml><?xml version="1.0" encoding="utf-8"?>
<p:tagLst xmlns:a="http://schemas.openxmlformats.org/drawingml/2006/main" xmlns:r="http://schemas.openxmlformats.org/officeDocument/2006/relationships" xmlns:p="http://schemas.openxmlformats.org/presentationml/2006/main">
  <p:tag name="VEVOX.QRDOT" val="(12,21)"/>
</p:tagLst>
</file>

<file path=ppt/tags/tag623.xml><?xml version="1.0" encoding="utf-8"?>
<p:tagLst xmlns:a="http://schemas.openxmlformats.org/drawingml/2006/main" xmlns:r="http://schemas.openxmlformats.org/officeDocument/2006/relationships" xmlns:p="http://schemas.openxmlformats.org/presentationml/2006/main">
  <p:tag name="VEVOX.QRDOT" val="(13,21)"/>
</p:tagLst>
</file>

<file path=ppt/tags/tag624.xml><?xml version="1.0" encoding="utf-8"?>
<p:tagLst xmlns:a="http://schemas.openxmlformats.org/drawingml/2006/main" xmlns:r="http://schemas.openxmlformats.org/officeDocument/2006/relationships" xmlns:p="http://schemas.openxmlformats.org/presentationml/2006/main">
  <p:tag name="VEVOX.QRDOT" val="(14,21)"/>
</p:tagLst>
</file>

<file path=ppt/tags/tag625.xml><?xml version="1.0" encoding="utf-8"?>
<p:tagLst xmlns:a="http://schemas.openxmlformats.org/drawingml/2006/main" xmlns:r="http://schemas.openxmlformats.org/officeDocument/2006/relationships" xmlns:p="http://schemas.openxmlformats.org/presentationml/2006/main">
  <p:tag name="VEVOX.QRDOT" val="(15,21)"/>
</p:tagLst>
</file>

<file path=ppt/tags/tag626.xml><?xml version="1.0" encoding="utf-8"?>
<p:tagLst xmlns:a="http://schemas.openxmlformats.org/drawingml/2006/main" xmlns:r="http://schemas.openxmlformats.org/officeDocument/2006/relationships" xmlns:p="http://schemas.openxmlformats.org/presentationml/2006/main">
  <p:tag name="VEVOX.QRDOT" val="(16,21)"/>
</p:tagLst>
</file>

<file path=ppt/tags/tag627.xml><?xml version="1.0" encoding="utf-8"?>
<p:tagLst xmlns:a="http://schemas.openxmlformats.org/drawingml/2006/main" xmlns:r="http://schemas.openxmlformats.org/officeDocument/2006/relationships" xmlns:p="http://schemas.openxmlformats.org/presentationml/2006/main">
  <p:tag name="VEVOX.QRDOT" val="(17,21)"/>
</p:tagLst>
</file>

<file path=ppt/tags/tag628.xml><?xml version="1.0" encoding="utf-8"?>
<p:tagLst xmlns:a="http://schemas.openxmlformats.org/drawingml/2006/main" xmlns:r="http://schemas.openxmlformats.org/officeDocument/2006/relationships" xmlns:p="http://schemas.openxmlformats.org/presentationml/2006/main">
  <p:tag name="VEVOX.QRDOT" val="(18,21)"/>
</p:tagLst>
</file>

<file path=ppt/tags/tag629.xml><?xml version="1.0" encoding="utf-8"?>
<p:tagLst xmlns:a="http://schemas.openxmlformats.org/drawingml/2006/main" xmlns:r="http://schemas.openxmlformats.org/officeDocument/2006/relationships" xmlns:p="http://schemas.openxmlformats.org/presentationml/2006/main">
  <p:tag name="VEVOX.QRDOT" val="(19,21)"/>
</p:tagLst>
</file>

<file path=ppt/tags/tag630.xml><?xml version="1.0" encoding="utf-8"?>
<p:tagLst xmlns:a="http://schemas.openxmlformats.org/drawingml/2006/main" xmlns:r="http://schemas.openxmlformats.org/officeDocument/2006/relationships" xmlns:p="http://schemas.openxmlformats.org/presentationml/2006/main">
  <p:tag name="VEVOX.QRDOT" val="(20,21)"/>
</p:tagLst>
</file>

<file path=ppt/tags/tag631.xml><?xml version="1.0" encoding="utf-8"?>
<p:tagLst xmlns:a="http://schemas.openxmlformats.org/drawingml/2006/main" xmlns:r="http://schemas.openxmlformats.org/officeDocument/2006/relationships" xmlns:p="http://schemas.openxmlformats.org/presentationml/2006/main">
  <p:tag name="VEVOX.QRDOT" val="(21,21)"/>
</p:tagLst>
</file>

<file path=ppt/tags/tag632.xml><?xml version="1.0" encoding="utf-8"?>
<p:tagLst xmlns:a="http://schemas.openxmlformats.org/drawingml/2006/main" xmlns:r="http://schemas.openxmlformats.org/officeDocument/2006/relationships" xmlns:p="http://schemas.openxmlformats.org/presentationml/2006/main">
  <p:tag name="VEVOX.QRDOT" val="(22,21)"/>
</p:tagLst>
</file>

<file path=ppt/tags/tag633.xml><?xml version="1.0" encoding="utf-8"?>
<p:tagLst xmlns:a="http://schemas.openxmlformats.org/drawingml/2006/main" xmlns:r="http://schemas.openxmlformats.org/officeDocument/2006/relationships" xmlns:p="http://schemas.openxmlformats.org/presentationml/2006/main">
  <p:tag name="VEVOX.QRDOT" val="(23,21)"/>
</p:tagLst>
</file>

<file path=ppt/tags/tag634.xml><?xml version="1.0" encoding="utf-8"?>
<p:tagLst xmlns:a="http://schemas.openxmlformats.org/drawingml/2006/main" xmlns:r="http://schemas.openxmlformats.org/officeDocument/2006/relationships" xmlns:p="http://schemas.openxmlformats.org/presentationml/2006/main">
  <p:tag name="VEVOX.QRDOT" val="(24,21)"/>
</p:tagLst>
</file>

<file path=ppt/tags/tag635.xml><?xml version="1.0" encoding="utf-8"?>
<p:tagLst xmlns:a="http://schemas.openxmlformats.org/drawingml/2006/main" xmlns:r="http://schemas.openxmlformats.org/officeDocument/2006/relationships" xmlns:p="http://schemas.openxmlformats.org/presentationml/2006/main">
  <p:tag name="VEVOX.QRDOT" val="(25,21)"/>
</p:tagLst>
</file>

<file path=ppt/tags/tag636.xml><?xml version="1.0" encoding="utf-8"?>
<p:tagLst xmlns:a="http://schemas.openxmlformats.org/drawingml/2006/main" xmlns:r="http://schemas.openxmlformats.org/officeDocument/2006/relationships" xmlns:p="http://schemas.openxmlformats.org/presentationml/2006/main">
  <p:tag name="VEVOX.QRDOT" val="(26,21)"/>
</p:tagLst>
</file>

<file path=ppt/tags/tag637.xml><?xml version="1.0" encoding="utf-8"?>
<p:tagLst xmlns:a="http://schemas.openxmlformats.org/drawingml/2006/main" xmlns:r="http://schemas.openxmlformats.org/officeDocument/2006/relationships" xmlns:p="http://schemas.openxmlformats.org/presentationml/2006/main">
  <p:tag name="VEVOX.QRDOT" val="(27,21)"/>
</p:tagLst>
</file>

<file path=ppt/tags/tag638.xml><?xml version="1.0" encoding="utf-8"?>
<p:tagLst xmlns:a="http://schemas.openxmlformats.org/drawingml/2006/main" xmlns:r="http://schemas.openxmlformats.org/officeDocument/2006/relationships" xmlns:p="http://schemas.openxmlformats.org/presentationml/2006/main">
  <p:tag name="VEVOX.QRDOT" val="(28,21)"/>
</p:tagLst>
</file>

<file path=ppt/tags/tag639.xml><?xml version="1.0" encoding="utf-8"?>
<p:tagLst xmlns:a="http://schemas.openxmlformats.org/drawingml/2006/main" xmlns:r="http://schemas.openxmlformats.org/officeDocument/2006/relationships" xmlns:p="http://schemas.openxmlformats.org/presentationml/2006/main">
  <p:tag name="VEVOX.QRDOT" val="(29,21)"/>
</p:tagLst>
</file>

<file path=ppt/tags/tag640.xml><?xml version="1.0" encoding="utf-8"?>
<p:tagLst xmlns:a="http://schemas.openxmlformats.org/drawingml/2006/main" xmlns:r="http://schemas.openxmlformats.org/officeDocument/2006/relationships" xmlns:p="http://schemas.openxmlformats.org/presentationml/2006/main">
  <p:tag name="VEVOX.QRDOT" val="(0,22)"/>
</p:tagLst>
</file>

<file path=ppt/tags/tag641.xml><?xml version="1.0" encoding="utf-8"?>
<p:tagLst xmlns:a="http://schemas.openxmlformats.org/drawingml/2006/main" xmlns:r="http://schemas.openxmlformats.org/officeDocument/2006/relationships" xmlns:p="http://schemas.openxmlformats.org/presentationml/2006/main">
  <p:tag name="VEVOX.QRDOT" val="(1,22)"/>
</p:tagLst>
</file>

<file path=ppt/tags/tag642.xml><?xml version="1.0" encoding="utf-8"?>
<p:tagLst xmlns:a="http://schemas.openxmlformats.org/drawingml/2006/main" xmlns:r="http://schemas.openxmlformats.org/officeDocument/2006/relationships" xmlns:p="http://schemas.openxmlformats.org/presentationml/2006/main">
  <p:tag name="VEVOX.QRDOT" val="(2,22)"/>
</p:tagLst>
</file>

<file path=ppt/tags/tag643.xml><?xml version="1.0" encoding="utf-8"?>
<p:tagLst xmlns:a="http://schemas.openxmlformats.org/drawingml/2006/main" xmlns:r="http://schemas.openxmlformats.org/officeDocument/2006/relationships" xmlns:p="http://schemas.openxmlformats.org/presentationml/2006/main">
  <p:tag name="VEVOX.QRDOT" val="(3,22)"/>
</p:tagLst>
</file>

<file path=ppt/tags/tag644.xml><?xml version="1.0" encoding="utf-8"?>
<p:tagLst xmlns:a="http://schemas.openxmlformats.org/drawingml/2006/main" xmlns:r="http://schemas.openxmlformats.org/officeDocument/2006/relationships" xmlns:p="http://schemas.openxmlformats.org/presentationml/2006/main">
  <p:tag name="VEVOX.QRDOT" val="(4,22)"/>
</p:tagLst>
</file>

<file path=ppt/tags/tag645.xml><?xml version="1.0" encoding="utf-8"?>
<p:tagLst xmlns:a="http://schemas.openxmlformats.org/drawingml/2006/main" xmlns:r="http://schemas.openxmlformats.org/officeDocument/2006/relationships" xmlns:p="http://schemas.openxmlformats.org/presentationml/2006/main">
  <p:tag name="VEVOX.QRDOT" val="(5,22)"/>
</p:tagLst>
</file>

<file path=ppt/tags/tag646.xml><?xml version="1.0" encoding="utf-8"?>
<p:tagLst xmlns:a="http://schemas.openxmlformats.org/drawingml/2006/main" xmlns:r="http://schemas.openxmlformats.org/officeDocument/2006/relationships" xmlns:p="http://schemas.openxmlformats.org/presentationml/2006/main">
  <p:tag name="VEVOX.QRDOT" val="(6,22)"/>
</p:tagLst>
</file>

<file path=ppt/tags/tag647.xml><?xml version="1.0" encoding="utf-8"?>
<p:tagLst xmlns:a="http://schemas.openxmlformats.org/drawingml/2006/main" xmlns:r="http://schemas.openxmlformats.org/officeDocument/2006/relationships" xmlns:p="http://schemas.openxmlformats.org/presentationml/2006/main">
  <p:tag name="VEVOX.QRDOT" val="(7,22)"/>
</p:tagLst>
</file>

<file path=ppt/tags/tag648.xml><?xml version="1.0" encoding="utf-8"?>
<p:tagLst xmlns:a="http://schemas.openxmlformats.org/drawingml/2006/main" xmlns:r="http://schemas.openxmlformats.org/officeDocument/2006/relationships" xmlns:p="http://schemas.openxmlformats.org/presentationml/2006/main">
  <p:tag name="VEVOX.QRDOT" val="(8,22)"/>
</p:tagLst>
</file>

<file path=ppt/tags/tag649.xml><?xml version="1.0" encoding="utf-8"?>
<p:tagLst xmlns:a="http://schemas.openxmlformats.org/drawingml/2006/main" xmlns:r="http://schemas.openxmlformats.org/officeDocument/2006/relationships" xmlns:p="http://schemas.openxmlformats.org/presentationml/2006/main">
  <p:tag name="VEVOX.QRDOT" val="(9,22)"/>
</p:tagLst>
</file>

<file path=ppt/tags/tag650.xml><?xml version="1.0" encoding="utf-8"?>
<p:tagLst xmlns:a="http://schemas.openxmlformats.org/drawingml/2006/main" xmlns:r="http://schemas.openxmlformats.org/officeDocument/2006/relationships" xmlns:p="http://schemas.openxmlformats.org/presentationml/2006/main">
  <p:tag name="VEVOX.QRDOT" val="(10,22)"/>
</p:tagLst>
</file>

<file path=ppt/tags/tag651.xml><?xml version="1.0" encoding="utf-8"?>
<p:tagLst xmlns:a="http://schemas.openxmlformats.org/drawingml/2006/main" xmlns:r="http://schemas.openxmlformats.org/officeDocument/2006/relationships" xmlns:p="http://schemas.openxmlformats.org/presentationml/2006/main">
  <p:tag name="VEVOX.QRDOT" val="(11,22)"/>
</p:tagLst>
</file>

<file path=ppt/tags/tag652.xml><?xml version="1.0" encoding="utf-8"?>
<p:tagLst xmlns:a="http://schemas.openxmlformats.org/drawingml/2006/main" xmlns:r="http://schemas.openxmlformats.org/officeDocument/2006/relationships" xmlns:p="http://schemas.openxmlformats.org/presentationml/2006/main">
  <p:tag name="VEVOX.QRDOT" val="(12,22)"/>
</p:tagLst>
</file>

<file path=ppt/tags/tag653.xml><?xml version="1.0" encoding="utf-8"?>
<p:tagLst xmlns:a="http://schemas.openxmlformats.org/drawingml/2006/main" xmlns:r="http://schemas.openxmlformats.org/officeDocument/2006/relationships" xmlns:p="http://schemas.openxmlformats.org/presentationml/2006/main">
  <p:tag name="VEVOX.QRDOT" val="(13,22)"/>
</p:tagLst>
</file>

<file path=ppt/tags/tag654.xml><?xml version="1.0" encoding="utf-8"?>
<p:tagLst xmlns:a="http://schemas.openxmlformats.org/drawingml/2006/main" xmlns:r="http://schemas.openxmlformats.org/officeDocument/2006/relationships" xmlns:p="http://schemas.openxmlformats.org/presentationml/2006/main">
  <p:tag name="VEVOX.QRDOT" val="(14,22)"/>
</p:tagLst>
</file>

<file path=ppt/tags/tag655.xml><?xml version="1.0" encoding="utf-8"?>
<p:tagLst xmlns:a="http://schemas.openxmlformats.org/drawingml/2006/main" xmlns:r="http://schemas.openxmlformats.org/officeDocument/2006/relationships" xmlns:p="http://schemas.openxmlformats.org/presentationml/2006/main">
  <p:tag name="VEVOX.QRDOT" val="(15,22)"/>
</p:tagLst>
</file>

<file path=ppt/tags/tag656.xml><?xml version="1.0" encoding="utf-8"?>
<p:tagLst xmlns:a="http://schemas.openxmlformats.org/drawingml/2006/main" xmlns:r="http://schemas.openxmlformats.org/officeDocument/2006/relationships" xmlns:p="http://schemas.openxmlformats.org/presentationml/2006/main">
  <p:tag name="VEVOX.QRDOT" val="(16,22)"/>
</p:tagLst>
</file>

<file path=ppt/tags/tag657.xml><?xml version="1.0" encoding="utf-8"?>
<p:tagLst xmlns:a="http://schemas.openxmlformats.org/drawingml/2006/main" xmlns:r="http://schemas.openxmlformats.org/officeDocument/2006/relationships" xmlns:p="http://schemas.openxmlformats.org/presentationml/2006/main">
  <p:tag name="VEVOX.QRDOT" val="(17,22)"/>
</p:tagLst>
</file>

<file path=ppt/tags/tag658.xml><?xml version="1.0" encoding="utf-8"?>
<p:tagLst xmlns:a="http://schemas.openxmlformats.org/drawingml/2006/main" xmlns:r="http://schemas.openxmlformats.org/officeDocument/2006/relationships" xmlns:p="http://schemas.openxmlformats.org/presentationml/2006/main">
  <p:tag name="VEVOX.QRDOT" val="(18,22)"/>
</p:tagLst>
</file>

<file path=ppt/tags/tag659.xml><?xml version="1.0" encoding="utf-8"?>
<p:tagLst xmlns:a="http://schemas.openxmlformats.org/drawingml/2006/main" xmlns:r="http://schemas.openxmlformats.org/officeDocument/2006/relationships" xmlns:p="http://schemas.openxmlformats.org/presentationml/2006/main">
  <p:tag name="VEVOX.QRDOT" val="(19,22)"/>
</p:tagLst>
</file>

<file path=ppt/tags/tag660.xml><?xml version="1.0" encoding="utf-8"?>
<p:tagLst xmlns:a="http://schemas.openxmlformats.org/drawingml/2006/main" xmlns:r="http://schemas.openxmlformats.org/officeDocument/2006/relationships" xmlns:p="http://schemas.openxmlformats.org/presentationml/2006/main">
  <p:tag name="VEVOX.QRDOT" val="(20,22)"/>
</p:tagLst>
</file>

<file path=ppt/tags/tag661.xml><?xml version="1.0" encoding="utf-8"?>
<p:tagLst xmlns:a="http://schemas.openxmlformats.org/drawingml/2006/main" xmlns:r="http://schemas.openxmlformats.org/officeDocument/2006/relationships" xmlns:p="http://schemas.openxmlformats.org/presentationml/2006/main">
  <p:tag name="VEVOX.QRDOT" val="(21,22)"/>
</p:tagLst>
</file>

<file path=ppt/tags/tag662.xml><?xml version="1.0" encoding="utf-8"?>
<p:tagLst xmlns:a="http://schemas.openxmlformats.org/drawingml/2006/main" xmlns:r="http://schemas.openxmlformats.org/officeDocument/2006/relationships" xmlns:p="http://schemas.openxmlformats.org/presentationml/2006/main">
  <p:tag name="VEVOX.QRDOT" val="(22,22)"/>
</p:tagLst>
</file>

<file path=ppt/tags/tag663.xml><?xml version="1.0" encoding="utf-8"?>
<p:tagLst xmlns:a="http://schemas.openxmlformats.org/drawingml/2006/main" xmlns:r="http://schemas.openxmlformats.org/officeDocument/2006/relationships" xmlns:p="http://schemas.openxmlformats.org/presentationml/2006/main">
  <p:tag name="VEVOX.QRDOT" val="(23,22)"/>
</p:tagLst>
</file>

<file path=ppt/tags/tag664.xml><?xml version="1.0" encoding="utf-8"?>
<p:tagLst xmlns:a="http://schemas.openxmlformats.org/drawingml/2006/main" xmlns:r="http://schemas.openxmlformats.org/officeDocument/2006/relationships" xmlns:p="http://schemas.openxmlformats.org/presentationml/2006/main">
  <p:tag name="VEVOX.QRDOT" val="(24,22)"/>
</p:tagLst>
</file>

<file path=ppt/tags/tag665.xml><?xml version="1.0" encoding="utf-8"?>
<p:tagLst xmlns:a="http://schemas.openxmlformats.org/drawingml/2006/main" xmlns:r="http://schemas.openxmlformats.org/officeDocument/2006/relationships" xmlns:p="http://schemas.openxmlformats.org/presentationml/2006/main">
  <p:tag name="VEVOX.QRDOT" val="(25,22)"/>
</p:tagLst>
</file>

<file path=ppt/tags/tag666.xml><?xml version="1.0" encoding="utf-8"?>
<p:tagLst xmlns:a="http://schemas.openxmlformats.org/drawingml/2006/main" xmlns:r="http://schemas.openxmlformats.org/officeDocument/2006/relationships" xmlns:p="http://schemas.openxmlformats.org/presentationml/2006/main">
  <p:tag name="VEVOX.QRDOT" val="(26,22)"/>
</p:tagLst>
</file>

<file path=ppt/tags/tag667.xml><?xml version="1.0" encoding="utf-8"?>
<p:tagLst xmlns:a="http://schemas.openxmlformats.org/drawingml/2006/main" xmlns:r="http://schemas.openxmlformats.org/officeDocument/2006/relationships" xmlns:p="http://schemas.openxmlformats.org/presentationml/2006/main">
  <p:tag name="VEVOX.QRDOT" val="(27,22)"/>
</p:tagLst>
</file>

<file path=ppt/tags/tag668.xml><?xml version="1.0" encoding="utf-8"?>
<p:tagLst xmlns:a="http://schemas.openxmlformats.org/drawingml/2006/main" xmlns:r="http://schemas.openxmlformats.org/officeDocument/2006/relationships" xmlns:p="http://schemas.openxmlformats.org/presentationml/2006/main">
  <p:tag name="VEVOX.QRDOT" val="(0,23)"/>
</p:tagLst>
</file>

<file path=ppt/tags/tag669.xml><?xml version="1.0" encoding="utf-8"?>
<p:tagLst xmlns:a="http://schemas.openxmlformats.org/drawingml/2006/main" xmlns:r="http://schemas.openxmlformats.org/officeDocument/2006/relationships" xmlns:p="http://schemas.openxmlformats.org/presentationml/2006/main">
  <p:tag name="VEVOX.QRDOT" val="(1,23)"/>
</p:tagLst>
</file>

<file path=ppt/tags/tag670.xml><?xml version="1.0" encoding="utf-8"?>
<p:tagLst xmlns:a="http://schemas.openxmlformats.org/drawingml/2006/main" xmlns:r="http://schemas.openxmlformats.org/officeDocument/2006/relationships" xmlns:p="http://schemas.openxmlformats.org/presentationml/2006/main">
  <p:tag name="VEVOX.QRDOT" val="(2,23)"/>
</p:tagLst>
</file>

<file path=ppt/tags/tag671.xml><?xml version="1.0" encoding="utf-8"?>
<p:tagLst xmlns:a="http://schemas.openxmlformats.org/drawingml/2006/main" xmlns:r="http://schemas.openxmlformats.org/officeDocument/2006/relationships" xmlns:p="http://schemas.openxmlformats.org/presentationml/2006/main">
  <p:tag name="VEVOX.QRDOT" val="(3,23)"/>
</p:tagLst>
</file>

<file path=ppt/tags/tag672.xml><?xml version="1.0" encoding="utf-8"?>
<p:tagLst xmlns:a="http://schemas.openxmlformats.org/drawingml/2006/main" xmlns:r="http://schemas.openxmlformats.org/officeDocument/2006/relationships" xmlns:p="http://schemas.openxmlformats.org/presentationml/2006/main">
  <p:tag name="VEVOX.QRDOT" val="(4,23)"/>
</p:tagLst>
</file>

<file path=ppt/tags/tag673.xml><?xml version="1.0" encoding="utf-8"?>
<p:tagLst xmlns:a="http://schemas.openxmlformats.org/drawingml/2006/main" xmlns:r="http://schemas.openxmlformats.org/officeDocument/2006/relationships" xmlns:p="http://schemas.openxmlformats.org/presentationml/2006/main">
  <p:tag name="VEVOX.QRDOT" val="(5,23)"/>
</p:tagLst>
</file>

<file path=ppt/tags/tag674.xml><?xml version="1.0" encoding="utf-8"?>
<p:tagLst xmlns:a="http://schemas.openxmlformats.org/drawingml/2006/main" xmlns:r="http://schemas.openxmlformats.org/officeDocument/2006/relationships" xmlns:p="http://schemas.openxmlformats.org/presentationml/2006/main">
  <p:tag name="VEVOX.QRDOT" val="(6,23)"/>
</p:tagLst>
</file>

<file path=ppt/tags/tag675.xml><?xml version="1.0" encoding="utf-8"?>
<p:tagLst xmlns:a="http://schemas.openxmlformats.org/drawingml/2006/main" xmlns:r="http://schemas.openxmlformats.org/officeDocument/2006/relationships" xmlns:p="http://schemas.openxmlformats.org/presentationml/2006/main">
  <p:tag name="VEVOX.QRDOT" val="(7,23)"/>
</p:tagLst>
</file>

<file path=ppt/tags/tag676.xml><?xml version="1.0" encoding="utf-8"?>
<p:tagLst xmlns:a="http://schemas.openxmlformats.org/drawingml/2006/main" xmlns:r="http://schemas.openxmlformats.org/officeDocument/2006/relationships" xmlns:p="http://schemas.openxmlformats.org/presentationml/2006/main">
  <p:tag name="VEVOX.QRDOT" val="(8,23)"/>
</p:tagLst>
</file>

<file path=ppt/tags/tag677.xml><?xml version="1.0" encoding="utf-8"?>
<p:tagLst xmlns:a="http://schemas.openxmlformats.org/drawingml/2006/main" xmlns:r="http://schemas.openxmlformats.org/officeDocument/2006/relationships" xmlns:p="http://schemas.openxmlformats.org/presentationml/2006/main">
  <p:tag name="VEVOX.QRDOT" val="(9,23)"/>
</p:tagLst>
</file>

<file path=ppt/tags/tag678.xml><?xml version="1.0" encoding="utf-8"?>
<p:tagLst xmlns:a="http://schemas.openxmlformats.org/drawingml/2006/main" xmlns:r="http://schemas.openxmlformats.org/officeDocument/2006/relationships" xmlns:p="http://schemas.openxmlformats.org/presentationml/2006/main">
  <p:tag name="VEVOX.QRDOT" val="(10,23)"/>
</p:tagLst>
</file>

<file path=ppt/tags/tag679.xml><?xml version="1.0" encoding="utf-8"?>
<p:tagLst xmlns:a="http://schemas.openxmlformats.org/drawingml/2006/main" xmlns:r="http://schemas.openxmlformats.org/officeDocument/2006/relationships" xmlns:p="http://schemas.openxmlformats.org/presentationml/2006/main">
  <p:tag name="VEVOX.QRDOT" val="(11,23)"/>
</p:tagLst>
</file>

<file path=ppt/tags/tag680.xml><?xml version="1.0" encoding="utf-8"?>
<p:tagLst xmlns:a="http://schemas.openxmlformats.org/drawingml/2006/main" xmlns:r="http://schemas.openxmlformats.org/officeDocument/2006/relationships" xmlns:p="http://schemas.openxmlformats.org/presentationml/2006/main">
  <p:tag name="VEVOX.QRDOT" val="(12,23)"/>
</p:tagLst>
</file>

<file path=ppt/tags/tag681.xml><?xml version="1.0" encoding="utf-8"?>
<p:tagLst xmlns:a="http://schemas.openxmlformats.org/drawingml/2006/main" xmlns:r="http://schemas.openxmlformats.org/officeDocument/2006/relationships" xmlns:p="http://schemas.openxmlformats.org/presentationml/2006/main">
  <p:tag name="VEVOX.QRDOT" val="(13,23)"/>
</p:tagLst>
</file>

<file path=ppt/tags/tag682.xml><?xml version="1.0" encoding="utf-8"?>
<p:tagLst xmlns:a="http://schemas.openxmlformats.org/drawingml/2006/main" xmlns:r="http://schemas.openxmlformats.org/officeDocument/2006/relationships" xmlns:p="http://schemas.openxmlformats.org/presentationml/2006/main">
  <p:tag name="VEVOX.QRDOT" val="(14,23)"/>
</p:tagLst>
</file>

<file path=ppt/tags/tag683.xml><?xml version="1.0" encoding="utf-8"?>
<p:tagLst xmlns:a="http://schemas.openxmlformats.org/drawingml/2006/main" xmlns:r="http://schemas.openxmlformats.org/officeDocument/2006/relationships" xmlns:p="http://schemas.openxmlformats.org/presentationml/2006/main">
  <p:tag name="VEVOX.QRDOT" val="(15,23)"/>
</p:tagLst>
</file>

<file path=ppt/tags/tag684.xml><?xml version="1.0" encoding="utf-8"?>
<p:tagLst xmlns:a="http://schemas.openxmlformats.org/drawingml/2006/main" xmlns:r="http://schemas.openxmlformats.org/officeDocument/2006/relationships" xmlns:p="http://schemas.openxmlformats.org/presentationml/2006/main">
  <p:tag name="VEVOX.QRDOT" val="(16,23)"/>
</p:tagLst>
</file>

<file path=ppt/tags/tag685.xml><?xml version="1.0" encoding="utf-8"?>
<p:tagLst xmlns:a="http://schemas.openxmlformats.org/drawingml/2006/main" xmlns:r="http://schemas.openxmlformats.org/officeDocument/2006/relationships" xmlns:p="http://schemas.openxmlformats.org/presentationml/2006/main">
  <p:tag name="VEVOX.QRDOT" val="(17,23)"/>
</p:tagLst>
</file>

<file path=ppt/tags/tag686.xml><?xml version="1.0" encoding="utf-8"?>
<p:tagLst xmlns:a="http://schemas.openxmlformats.org/drawingml/2006/main" xmlns:r="http://schemas.openxmlformats.org/officeDocument/2006/relationships" xmlns:p="http://schemas.openxmlformats.org/presentationml/2006/main">
  <p:tag name="VEVOX.QRDOT" val="(18,23)"/>
</p:tagLst>
</file>

<file path=ppt/tags/tag687.xml><?xml version="1.0" encoding="utf-8"?>
<p:tagLst xmlns:a="http://schemas.openxmlformats.org/drawingml/2006/main" xmlns:r="http://schemas.openxmlformats.org/officeDocument/2006/relationships" xmlns:p="http://schemas.openxmlformats.org/presentationml/2006/main">
  <p:tag name="VEVOX.QRDOT" val="(19,23)"/>
</p:tagLst>
</file>

<file path=ppt/tags/tag688.xml><?xml version="1.0" encoding="utf-8"?>
<p:tagLst xmlns:a="http://schemas.openxmlformats.org/drawingml/2006/main" xmlns:r="http://schemas.openxmlformats.org/officeDocument/2006/relationships" xmlns:p="http://schemas.openxmlformats.org/presentationml/2006/main">
  <p:tag name="VEVOX.QRDOT" val="(20,23)"/>
</p:tagLst>
</file>

<file path=ppt/tags/tag689.xml><?xml version="1.0" encoding="utf-8"?>
<p:tagLst xmlns:a="http://schemas.openxmlformats.org/drawingml/2006/main" xmlns:r="http://schemas.openxmlformats.org/officeDocument/2006/relationships" xmlns:p="http://schemas.openxmlformats.org/presentationml/2006/main">
  <p:tag name="VEVOX.QRDOT" val="(21,23)"/>
</p:tagLst>
</file>

<file path=ppt/tags/tag690.xml><?xml version="1.0" encoding="utf-8"?>
<p:tagLst xmlns:a="http://schemas.openxmlformats.org/drawingml/2006/main" xmlns:r="http://schemas.openxmlformats.org/officeDocument/2006/relationships" xmlns:p="http://schemas.openxmlformats.org/presentationml/2006/main">
  <p:tag name="VEVOX.QRDOT" val="(22,23)"/>
</p:tagLst>
</file>

<file path=ppt/tags/tag691.xml><?xml version="1.0" encoding="utf-8"?>
<p:tagLst xmlns:a="http://schemas.openxmlformats.org/drawingml/2006/main" xmlns:r="http://schemas.openxmlformats.org/officeDocument/2006/relationships" xmlns:p="http://schemas.openxmlformats.org/presentationml/2006/main">
  <p:tag name="VEVOX.QRDOT" val="(23,23)"/>
</p:tagLst>
</file>

<file path=ppt/tags/tag692.xml><?xml version="1.0" encoding="utf-8"?>
<p:tagLst xmlns:a="http://schemas.openxmlformats.org/drawingml/2006/main" xmlns:r="http://schemas.openxmlformats.org/officeDocument/2006/relationships" xmlns:p="http://schemas.openxmlformats.org/presentationml/2006/main">
  <p:tag name="VEVOX.QRDOT" val="(24,23)"/>
</p:tagLst>
</file>

<file path=ppt/tags/tag693.xml><?xml version="1.0" encoding="utf-8"?>
<p:tagLst xmlns:a="http://schemas.openxmlformats.org/drawingml/2006/main" xmlns:r="http://schemas.openxmlformats.org/officeDocument/2006/relationships" xmlns:p="http://schemas.openxmlformats.org/presentationml/2006/main">
  <p:tag name="VEVOX.QRDOT" val="(25,23)"/>
</p:tagLst>
</file>

<file path=ppt/tags/tag694.xml><?xml version="1.0" encoding="utf-8"?>
<p:tagLst xmlns:a="http://schemas.openxmlformats.org/drawingml/2006/main" xmlns:r="http://schemas.openxmlformats.org/officeDocument/2006/relationships" xmlns:p="http://schemas.openxmlformats.org/presentationml/2006/main">
  <p:tag name="VEVOX.QRDOT" val="(26,23)"/>
</p:tagLst>
</file>

<file path=ppt/tags/tag695.xml><?xml version="1.0" encoding="utf-8"?>
<p:tagLst xmlns:a="http://schemas.openxmlformats.org/drawingml/2006/main" xmlns:r="http://schemas.openxmlformats.org/officeDocument/2006/relationships" xmlns:p="http://schemas.openxmlformats.org/presentationml/2006/main">
  <p:tag name="VEVOX.QRDOT" val="(27,23)"/>
</p:tagLst>
</file>

<file path=ppt/tags/tag696.xml><?xml version="1.0" encoding="utf-8"?>
<p:tagLst xmlns:a="http://schemas.openxmlformats.org/drawingml/2006/main" xmlns:r="http://schemas.openxmlformats.org/officeDocument/2006/relationships" xmlns:p="http://schemas.openxmlformats.org/presentationml/2006/main">
  <p:tag name="VEVOX.QRDOT" val="(28,23)"/>
</p:tagLst>
</file>

<file path=ppt/tags/tag697.xml><?xml version="1.0" encoding="utf-8"?>
<p:tagLst xmlns:a="http://schemas.openxmlformats.org/drawingml/2006/main" xmlns:r="http://schemas.openxmlformats.org/officeDocument/2006/relationships" xmlns:p="http://schemas.openxmlformats.org/presentationml/2006/main">
  <p:tag name="VEVOX.QRDOT" val="(29,23)"/>
</p:tagLst>
</file>

<file path=ppt/tags/tag698.xml><?xml version="1.0" encoding="utf-8"?>
<p:tagLst xmlns:a="http://schemas.openxmlformats.org/drawingml/2006/main" xmlns:r="http://schemas.openxmlformats.org/officeDocument/2006/relationships" xmlns:p="http://schemas.openxmlformats.org/presentationml/2006/main">
  <p:tag name="VEVOX.QRDOT" val="(0,24)"/>
</p:tagLst>
</file>

<file path=ppt/tags/tag699.xml><?xml version="1.0" encoding="utf-8"?>
<p:tagLst xmlns:a="http://schemas.openxmlformats.org/drawingml/2006/main" xmlns:r="http://schemas.openxmlformats.org/officeDocument/2006/relationships" xmlns:p="http://schemas.openxmlformats.org/presentationml/2006/main">
  <p:tag name="VEVOX.QRDOT" val="(1,24)"/>
</p:tagLst>
</file>

<file path=ppt/tags/tag700.xml><?xml version="1.0" encoding="utf-8"?>
<p:tagLst xmlns:a="http://schemas.openxmlformats.org/drawingml/2006/main" xmlns:r="http://schemas.openxmlformats.org/officeDocument/2006/relationships" xmlns:p="http://schemas.openxmlformats.org/presentationml/2006/main">
  <p:tag name="VEVOX.QRDOT" val="(2,24)"/>
</p:tagLst>
</file>

<file path=ppt/tags/tag701.xml><?xml version="1.0" encoding="utf-8"?>
<p:tagLst xmlns:a="http://schemas.openxmlformats.org/drawingml/2006/main" xmlns:r="http://schemas.openxmlformats.org/officeDocument/2006/relationships" xmlns:p="http://schemas.openxmlformats.org/presentationml/2006/main">
  <p:tag name="VEVOX.QRDOT" val="(3,24)"/>
</p:tagLst>
</file>

<file path=ppt/tags/tag702.xml><?xml version="1.0" encoding="utf-8"?>
<p:tagLst xmlns:a="http://schemas.openxmlformats.org/drawingml/2006/main" xmlns:r="http://schemas.openxmlformats.org/officeDocument/2006/relationships" xmlns:p="http://schemas.openxmlformats.org/presentationml/2006/main">
  <p:tag name="VEVOX.QRDOT" val="(4,24)"/>
</p:tagLst>
</file>

<file path=ppt/tags/tag703.xml><?xml version="1.0" encoding="utf-8"?>
<p:tagLst xmlns:a="http://schemas.openxmlformats.org/drawingml/2006/main" xmlns:r="http://schemas.openxmlformats.org/officeDocument/2006/relationships" xmlns:p="http://schemas.openxmlformats.org/presentationml/2006/main">
  <p:tag name="VEVOX.QRDOT" val="(5,24)"/>
</p:tagLst>
</file>

<file path=ppt/tags/tag704.xml><?xml version="1.0" encoding="utf-8"?>
<p:tagLst xmlns:a="http://schemas.openxmlformats.org/drawingml/2006/main" xmlns:r="http://schemas.openxmlformats.org/officeDocument/2006/relationships" xmlns:p="http://schemas.openxmlformats.org/presentationml/2006/main">
  <p:tag name="VEVOX.QRDOT" val="(6,24)"/>
</p:tagLst>
</file>

<file path=ppt/tags/tag705.xml><?xml version="1.0" encoding="utf-8"?>
<p:tagLst xmlns:a="http://schemas.openxmlformats.org/drawingml/2006/main" xmlns:r="http://schemas.openxmlformats.org/officeDocument/2006/relationships" xmlns:p="http://schemas.openxmlformats.org/presentationml/2006/main">
  <p:tag name="VEVOX.QRDOT" val="(7,24)"/>
</p:tagLst>
</file>

<file path=ppt/tags/tag706.xml><?xml version="1.0" encoding="utf-8"?>
<p:tagLst xmlns:a="http://schemas.openxmlformats.org/drawingml/2006/main" xmlns:r="http://schemas.openxmlformats.org/officeDocument/2006/relationships" xmlns:p="http://schemas.openxmlformats.org/presentationml/2006/main">
  <p:tag name="VEVOX.QRDOT" val="(8,24)"/>
</p:tagLst>
</file>

<file path=ppt/tags/tag707.xml><?xml version="1.0" encoding="utf-8"?>
<p:tagLst xmlns:a="http://schemas.openxmlformats.org/drawingml/2006/main" xmlns:r="http://schemas.openxmlformats.org/officeDocument/2006/relationships" xmlns:p="http://schemas.openxmlformats.org/presentationml/2006/main">
  <p:tag name="VEVOX.QRDOT" val="(9,24)"/>
</p:tagLst>
</file>

<file path=ppt/tags/tag708.xml><?xml version="1.0" encoding="utf-8"?>
<p:tagLst xmlns:a="http://schemas.openxmlformats.org/drawingml/2006/main" xmlns:r="http://schemas.openxmlformats.org/officeDocument/2006/relationships" xmlns:p="http://schemas.openxmlformats.org/presentationml/2006/main">
  <p:tag name="VEVOX.QRDOT" val="(10,24)"/>
</p:tagLst>
</file>

<file path=ppt/tags/tag709.xml><?xml version="1.0" encoding="utf-8"?>
<p:tagLst xmlns:a="http://schemas.openxmlformats.org/drawingml/2006/main" xmlns:r="http://schemas.openxmlformats.org/officeDocument/2006/relationships" xmlns:p="http://schemas.openxmlformats.org/presentationml/2006/main">
  <p:tag name="VEVOX.QRDOT" val="(11,24)"/>
</p:tagLst>
</file>

<file path=ppt/tags/tag710.xml><?xml version="1.0" encoding="utf-8"?>
<p:tagLst xmlns:a="http://schemas.openxmlformats.org/drawingml/2006/main" xmlns:r="http://schemas.openxmlformats.org/officeDocument/2006/relationships" xmlns:p="http://schemas.openxmlformats.org/presentationml/2006/main">
  <p:tag name="VEVOX.QRDOT" val="(12,24)"/>
</p:tagLst>
</file>

<file path=ppt/tags/tag711.xml><?xml version="1.0" encoding="utf-8"?>
<p:tagLst xmlns:a="http://schemas.openxmlformats.org/drawingml/2006/main" xmlns:r="http://schemas.openxmlformats.org/officeDocument/2006/relationships" xmlns:p="http://schemas.openxmlformats.org/presentationml/2006/main">
  <p:tag name="VEVOX.QRDOT" val="(13,24)"/>
</p:tagLst>
</file>

<file path=ppt/tags/tag712.xml><?xml version="1.0" encoding="utf-8"?>
<p:tagLst xmlns:a="http://schemas.openxmlformats.org/drawingml/2006/main" xmlns:r="http://schemas.openxmlformats.org/officeDocument/2006/relationships" xmlns:p="http://schemas.openxmlformats.org/presentationml/2006/main">
  <p:tag name="VEVOX.QRDOT" val="(14,24)"/>
</p:tagLst>
</file>

<file path=ppt/tags/tag713.xml><?xml version="1.0" encoding="utf-8"?>
<p:tagLst xmlns:a="http://schemas.openxmlformats.org/drawingml/2006/main" xmlns:r="http://schemas.openxmlformats.org/officeDocument/2006/relationships" xmlns:p="http://schemas.openxmlformats.org/presentationml/2006/main">
  <p:tag name="VEVOX.QRDOT" val="(15,24)"/>
</p:tagLst>
</file>

<file path=ppt/tags/tag714.xml><?xml version="1.0" encoding="utf-8"?>
<p:tagLst xmlns:a="http://schemas.openxmlformats.org/drawingml/2006/main" xmlns:r="http://schemas.openxmlformats.org/officeDocument/2006/relationships" xmlns:p="http://schemas.openxmlformats.org/presentationml/2006/main">
  <p:tag name="VEVOX.QRDOT" val="(16,24)"/>
</p:tagLst>
</file>

<file path=ppt/tags/tag715.xml><?xml version="1.0" encoding="utf-8"?>
<p:tagLst xmlns:a="http://schemas.openxmlformats.org/drawingml/2006/main" xmlns:r="http://schemas.openxmlformats.org/officeDocument/2006/relationships" xmlns:p="http://schemas.openxmlformats.org/presentationml/2006/main">
  <p:tag name="VEVOX.QRDOT" val="(17,24)"/>
</p:tagLst>
</file>

<file path=ppt/tags/tag716.xml><?xml version="1.0" encoding="utf-8"?>
<p:tagLst xmlns:a="http://schemas.openxmlformats.org/drawingml/2006/main" xmlns:r="http://schemas.openxmlformats.org/officeDocument/2006/relationships" xmlns:p="http://schemas.openxmlformats.org/presentationml/2006/main">
  <p:tag name="VEVOX.QRDOT" val="(18,24)"/>
</p:tagLst>
</file>

<file path=ppt/tags/tag717.xml><?xml version="1.0" encoding="utf-8"?>
<p:tagLst xmlns:a="http://schemas.openxmlformats.org/drawingml/2006/main" xmlns:r="http://schemas.openxmlformats.org/officeDocument/2006/relationships" xmlns:p="http://schemas.openxmlformats.org/presentationml/2006/main">
  <p:tag name="VEVOX.QRDOT" val="(19,24)"/>
</p:tagLst>
</file>

<file path=ppt/tags/tag718.xml><?xml version="1.0" encoding="utf-8"?>
<p:tagLst xmlns:a="http://schemas.openxmlformats.org/drawingml/2006/main" xmlns:r="http://schemas.openxmlformats.org/officeDocument/2006/relationships" xmlns:p="http://schemas.openxmlformats.org/presentationml/2006/main">
  <p:tag name="VEVOX.QRDOT" val="(20,24)"/>
</p:tagLst>
</file>

<file path=ppt/tags/tag719.xml><?xml version="1.0" encoding="utf-8"?>
<p:tagLst xmlns:a="http://schemas.openxmlformats.org/drawingml/2006/main" xmlns:r="http://schemas.openxmlformats.org/officeDocument/2006/relationships" xmlns:p="http://schemas.openxmlformats.org/presentationml/2006/main">
  <p:tag name="VEVOX.QRDOT" val="(21,24)"/>
</p:tagLst>
</file>

<file path=ppt/tags/tag720.xml><?xml version="1.0" encoding="utf-8"?>
<p:tagLst xmlns:a="http://schemas.openxmlformats.org/drawingml/2006/main" xmlns:r="http://schemas.openxmlformats.org/officeDocument/2006/relationships" xmlns:p="http://schemas.openxmlformats.org/presentationml/2006/main">
  <p:tag name="VEVOX.QRDOT" val="(22,24)"/>
</p:tagLst>
</file>

<file path=ppt/tags/tag721.xml><?xml version="1.0" encoding="utf-8"?>
<p:tagLst xmlns:a="http://schemas.openxmlformats.org/drawingml/2006/main" xmlns:r="http://schemas.openxmlformats.org/officeDocument/2006/relationships" xmlns:p="http://schemas.openxmlformats.org/presentationml/2006/main">
  <p:tag name="VEVOX.QRDOT" val="(23,24)"/>
</p:tagLst>
</file>

<file path=ppt/tags/tag722.xml><?xml version="1.0" encoding="utf-8"?>
<p:tagLst xmlns:a="http://schemas.openxmlformats.org/drawingml/2006/main" xmlns:r="http://schemas.openxmlformats.org/officeDocument/2006/relationships" xmlns:p="http://schemas.openxmlformats.org/presentationml/2006/main">
  <p:tag name="VEVOX.QRDOT" val="(24,24)"/>
</p:tagLst>
</file>

<file path=ppt/tags/tag723.xml><?xml version="1.0" encoding="utf-8"?>
<p:tagLst xmlns:a="http://schemas.openxmlformats.org/drawingml/2006/main" xmlns:r="http://schemas.openxmlformats.org/officeDocument/2006/relationships" xmlns:p="http://schemas.openxmlformats.org/presentationml/2006/main">
  <p:tag name="VEVOX.QRDOT" val="(25,24)"/>
</p:tagLst>
</file>

<file path=ppt/tags/tag724.xml><?xml version="1.0" encoding="utf-8"?>
<p:tagLst xmlns:a="http://schemas.openxmlformats.org/drawingml/2006/main" xmlns:r="http://schemas.openxmlformats.org/officeDocument/2006/relationships" xmlns:p="http://schemas.openxmlformats.org/presentationml/2006/main">
  <p:tag name="VEVOX.QRDOT" val="(26,24)"/>
</p:tagLst>
</file>

<file path=ppt/tags/tag725.xml><?xml version="1.0" encoding="utf-8"?>
<p:tagLst xmlns:a="http://schemas.openxmlformats.org/drawingml/2006/main" xmlns:r="http://schemas.openxmlformats.org/officeDocument/2006/relationships" xmlns:p="http://schemas.openxmlformats.org/presentationml/2006/main">
  <p:tag name="VEVOX.QRDOT" val="(27,24)"/>
</p:tagLst>
</file>

<file path=ppt/tags/tag726.xml><?xml version="1.0" encoding="utf-8"?>
<p:tagLst xmlns:a="http://schemas.openxmlformats.org/drawingml/2006/main" xmlns:r="http://schemas.openxmlformats.org/officeDocument/2006/relationships" xmlns:p="http://schemas.openxmlformats.org/presentationml/2006/main">
  <p:tag name="VEVOX.QRDOT" val="(0,25)"/>
</p:tagLst>
</file>

<file path=ppt/tags/tag727.xml><?xml version="1.0" encoding="utf-8"?>
<p:tagLst xmlns:a="http://schemas.openxmlformats.org/drawingml/2006/main" xmlns:r="http://schemas.openxmlformats.org/officeDocument/2006/relationships" xmlns:p="http://schemas.openxmlformats.org/presentationml/2006/main">
  <p:tag name="VEVOX.QRDOT" val="(1,25)"/>
</p:tagLst>
</file>

<file path=ppt/tags/tag728.xml><?xml version="1.0" encoding="utf-8"?>
<p:tagLst xmlns:a="http://schemas.openxmlformats.org/drawingml/2006/main" xmlns:r="http://schemas.openxmlformats.org/officeDocument/2006/relationships" xmlns:p="http://schemas.openxmlformats.org/presentationml/2006/main">
  <p:tag name="VEVOX.QRDOT" val="(2,25)"/>
</p:tagLst>
</file>

<file path=ppt/tags/tag729.xml><?xml version="1.0" encoding="utf-8"?>
<p:tagLst xmlns:a="http://schemas.openxmlformats.org/drawingml/2006/main" xmlns:r="http://schemas.openxmlformats.org/officeDocument/2006/relationships" xmlns:p="http://schemas.openxmlformats.org/presentationml/2006/main">
  <p:tag name="VEVOX.QRDOT" val="(3,25)"/>
</p:tagLst>
</file>

<file path=ppt/tags/tag730.xml><?xml version="1.0" encoding="utf-8"?>
<p:tagLst xmlns:a="http://schemas.openxmlformats.org/drawingml/2006/main" xmlns:r="http://schemas.openxmlformats.org/officeDocument/2006/relationships" xmlns:p="http://schemas.openxmlformats.org/presentationml/2006/main">
  <p:tag name="VEVOX.QRDOT" val="(4,25)"/>
</p:tagLst>
</file>

<file path=ppt/tags/tag731.xml><?xml version="1.0" encoding="utf-8"?>
<p:tagLst xmlns:a="http://schemas.openxmlformats.org/drawingml/2006/main" xmlns:r="http://schemas.openxmlformats.org/officeDocument/2006/relationships" xmlns:p="http://schemas.openxmlformats.org/presentationml/2006/main">
  <p:tag name="VEVOX.QRDOT" val="(5,25)"/>
</p:tagLst>
</file>

<file path=ppt/tags/tag732.xml><?xml version="1.0" encoding="utf-8"?>
<p:tagLst xmlns:a="http://schemas.openxmlformats.org/drawingml/2006/main" xmlns:r="http://schemas.openxmlformats.org/officeDocument/2006/relationships" xmlns:p="http://schemas.openxmlformats.org/presentationml/2006/main">
  <p:tag name="VEVOX.QRDOT" val="(6,25)"/>
</p:tagLst>
</file>

<file path=ppt/tags/tag733.xml><?xml version="1.0" encoding="utf-8"?>
<p:tagLst xmlns:a="http://schemas.openxmlformats.org/drawingml/2006/main" xmlns:r="http://schemas.openxmlformats.org/officeDocument/2006/relationships" xmlns:p="http://schemas.openxmlformats.org/presentationml/2006/main">
  <p:tag name="VEVOX.QRDOT" val="(7,25)"/>
</p:tagLst>
</file>

<file path=ppt/tags/tag734.xml><?xml version="1.0" encoding="utf-8"?>
<p:tagLst xmlns:a="http://schemas.openxmlformats.org/drawingml/2006/main" xmlns:r="http://schemas.openxmlformats.org/officeDocument/2006/relationships" xmlns:p="http://schemas.openxmlformats.org/presentationml/2006/main">
  <p:tag name="VEVOX.QRDOT" val="(8,25)"/>
</p:tagLst>
</file>

<file path=ppt/tags/tag735.xml><?xml version="1.0" encoding="utf-8"?>
<p:tagLst xmlns:a="http://schemas.openxmlformats.org/drawingml/2006/main" xmlns:r="http://schemas.openxmlformats.org/officeDocument/2006/relationships" xmlns:p="http://schemas.openxmlformats.org/presentationml/2006/main">
  <p:tag name="VEVOX.QRDOT" val="(9,25)"/>
</p:tagLst>
</file>

<file path=ppt/tags/tag736.xml><?xml version="1.0" encoding="utf-8"?>
<p:tagLst xmlns:a="http://schemas.openxmlformats.org/drawingml/2006/main" xmlns:r="http://schemas.openxmlformats.org/officeDocument/2006/relationships" xmlns:p="http://schemas.openxmlformats.org/presentationml/2006/main">
  <p:tag name="VEVOX.QRDOT" val="(10,25)"/>
</p:tagLst>
</file>

<file path=ppt/tags/tag737.xml><?xml version="1.0" encoding="utf-8"?>
<p:tagLst xmlns:a="http://schemas.openxmlformats.org/drawingml/2006/main" xmlns:r="http://schemas.openxmlformats.org/officeDocument/2006/relationships" xmlns:p="http://schemas.openxmlformats.org/presentationml/2006/main">
  <p:tag name="VEVOX.QRDOT" val="(11,25)"/>
</p:tagLst>
</file>

<file path=ppt/tags/tag738.xml><?xml version="1.0" encoding="utf-8"?>
<p:tagLst xmlns:a="http://schemas.openxmlformats.org/drawingml/2006/main" xmlns:r="http://schemas.openxmlformats.org/officeDocument/2006/relationships" xmlns:p="http://schemas.openxmlformats.org/presentationml/2006/main">
  <p:tag name="VEVOX.QRDOT" val="(12,25)"/>
</p:tagLst>
</file>

<file path=ppt/tags/tag739.xml><?xml version="1.0" encoding="utf-8"?>
<p:tagLst xmlns:a="http://schemas.openxmlformats.org/drawingml/2006/main" xmlns:r="http://schemas.openxmlformats.org/officeDocument/2006/relationships" xmlns:p="http://schemas.openxmlformats.org/presentationml/2006/main">
  <p:tag name="VEVOX.QRDOT" val="(13,25)"/>
</p:tagLst>
</file>

<file path=ppt/tags/tag740.xml><?xml version="1.0" encoding="utf-8"?>
<p:tagLst xmlns:a="http://schemas.openxmlformats.org/drawingml/2006/main" xmlns:r="http://schemas.openxmlformats.org/officeDocument/2006/relationships" xmlns:p="http://schemas.openxmlformats.org/presentationml/2006/main">
  <p:tag name="VEVOX.QRDOT" val="(14,25)"/>
</p:tagLst>
</file>

<file path=ppt/tags/tag741.xml><?xml version="1.0" encoding="utf-8"?>
<p:tagLst xmlns:a="http://schemas.openxmlformats.org/drawingml/2006/main" xmlns:r="http://schemas.openxmlformats.org/officeDocument/2006/relationships" xmlns:p="http://schemas.openxmlformats.org/presentationml/2006/main">
  <p:tag name="VEVOX.QRDOT" val="(15,25)"/>
</p:tagLst>
</file>

<file path=ppt/tags/tag742.xml><?xml version="1.0" encoding="utf-8"?>
<p:tagLst xmlns:a="http://schemas.openxmlformats.org/drawingml/2006/main" xmlns:r="http://schemas.openxmlformats.org/officeDocument/2006/relationships" xmlns:p="http://schemas.openxmlformats.org/presentationml/2006/main">
  <p:tag name="VEVOX.QRDOT" val="(16,25)"/>
</p:tagLst>
</file>

<file path=ppt/tags/tag743.xml><?xml version="1.0" encoding="utf-8"?>
<p:tagLst xmlns:a="http://schemas.openxmlformats.org/drawingml/2006/main" xmlns:r="http://schemas.openxmlformats.org/officeDocument/2006/relationships" xmlns:p="http://schemas.openxmlformats.org/presentationml/2006/main">
  <p:tag name="VEVOX.QRDOT" val="(17,25)"/>
</p:tagLst>
</file>

<file path=ppt/tags/tag744.xml><?xml version="1.0" encoding="utf-8"?>
<p:tagLst xmlns:a="http://schemas.openxmlformats.org/drawingml/2006/main" xmlns:r="http://schemas.openxmlformats.org/officeDocument/2006/relationships" xmlns:p="http://schemas.openxmlformats.org/presentationml/2006/main">
  <p:tag name="VEVOX.QRDOT" val="(18,25)"/>
</p:tagLst>
</file>

<file path=ppt/tags/tag745.xml><?xml version="1.0" encoding="utf-8"?>
<p:tagLst xmlns:a="http://schemas.openxmlformats.org/drawingml/2006/main" xmlns:r="http://schemas.openxmlformats.org/officeDocument/2006/relationships" xmlns:p="http://schemas.openxmlformats.org/presentationml/2006/main">
  <p:tag name="VEVOX.QRDOT" val="(19,25)"/>
</p:tagLst>
</file>

<file path=ppt/tags/tag746.xml><?xml version="1.0" encoding="utf-8"?>
<p:tagLst xmlns:a="http://schemas.openxmlformats.org/drawingml/2006/main" xmlns:r="http://schemas.openxmlformats.org/officeDocument/2006/relationships" xmlns:p="http://schemas.openxmlformats.org/presentationml/2006/main">
  <p:tag name="VEVOX.QRDOT" val="(20,25)"/>
</p:tagLst>
</file>

<file path=ppt/tags/tag747.xml><?xml version="1.0" encoding="utf-8"?>
<p:tagLst xmlns:a="http://schemas.openxmlformats.org/drawingml/2006/main" xmlns:r="http://schemas.openxmlformats.org/officeDocument/2006/relationships" xmlns:p="http://schemas.openxmlformats.org/presentationml/2006/main">
  <p:tag name="VEVOX.QRDOT" val="(21,25)"/>
</p:tagLst>
</file>

<file path=ppt/tags/tag748.xml><?xml version="1.0" encoding="utf-8"?>
<p:tagLst xmlns:a="http://schemas.openxmlformats.org/drawingml/2006/main" xmlns:r="http://schemas.openxmlformats.org/officeDocument/2006/relationships" xmlns:p="http://schemas.openxmlformats.org/presentationml/2006/main">
  <p:tag name="VEVOX.QRDOT" val="(22,25)"/>
</p:tagLst>
</file>

<file path=ppt/tags/tag749.xml><?xml version="1.0" encoding="utf-8"?>
<p:tagLst xmlns:a="http://schemas.openxmlformats.org/drawingml/2006/main" xmlns:r="http://schemas.openxmlformats.org/officeDocument/2006/relationships" xmlns:p="http://schemas.openxmlformats.org/presentationml/2006/main">
  <p:tag name="VEVOX.QRDOT" val="(23,25)"/>
</p:tagLst>
</file>

<file path=ppt/tags/tag750.xml><?xml version="1.0" encoding="utf-8"?>
<p:tagLst xmlns:a="http://schemas.openxmlformats.org/drawingml/2006/main" xmlns:r="http://schemas.openxmlformats.org/officeDocument/2006/relationships" xmlns:p="http://schemas.openxmlformats.org/presentationml/2006/main">
  <p:tag name="VEVOX.QRDOT" val="(24,25)"/>
</p:tagLst>
</file>

<file path=ppt/tags/tag751.xml><?xml version="1.0" encoding="utf-8"?>
<p:tagLst xmlns:a="http://schemas.openxmlformats.org/drawingml/2006/main" xmlns:r="http://schemas.openxmlformats.org/officeDocument/2006/relationships" xmlns:p="http://schemas.openxmlformats.org/presentationml/2006/main">
  <p:tag name="VEVOX.QRDOT" val="(25,25)"/>
</p:tagLst>
</file>

<file path=ppt/tags/tag752.xml><?xml version="1.0" encoding="utf-8"?>
<p:tagLst xmlns:a="http://schemas.openxmlformats.org/drawingml/2006/main" xmlns:r="http://schemas.openxmlformats.org/officeDocument/2006/relationships" xmlns:p="http://schemas.openxmlformats.org/presentationml/2006/main">
  <p:tag name="VEVOX.QRDOT" val="(26,25)"/>
</p:tagLst>
</file>

<file path=ppt/tags/tag753.xml><?xml version="1.0" encoding="utf-8"?>
<p:tagLst xmlns:a="http://schemas.openxmlformats.org/drawingml/2006/main" xmlns:r="http://schemas.openxmlformats.org/officeDocument/2006/relationships" xmlns:p="http://schemas.openxmlformats.org/presentationml/2006/main">
  <p:tag name="VEVOX.QRDOT" val="(27,25)"/>
</p:tagLst>
</file>

<file path=ppt/tags/tag754.xml><?xml version="1.0" encoding="utf-8"?>
<p:tagLst xmlns:a="http://schemas.openxmlformats.org/drawingml/2006/main" xmlns:r="http://schemas.openxmlformats.org/officeDocument/2006/relationships" xmlns:p="http://schemas.openxmlformats.org/presentationml/2006/main">
  <p:tag name="VEVOX.QRDOT" val="(0,26)"/>
</p:tagLst>
</file>

<file path=ppt/tags/tag755.xml><?xml version="1.0" encoding="utf-8"?>
<p:tagLst xmlns:a="http://schemas.openxmlformats.org/drawingml/2006/main" xmlns:r="http://schemas.openxmlformats.org/officeDocument/2006/relationships" xmlns:p="http://schemas.openxmlformats.org/presentationml/2006/main">
  <p:tag name="VEVOX.QRDOT" val="(1,26)"/>
</p:tagLst>
</file>

<file path=ppt/tags/tag756.xml><?xml version="1.0" encoding="utf-8"?>
<p:tagLst xmlns:a="http://schemas.openxmlformats.org/drawingml/2006/main" xmlns:r="http://schemas.openxmlformats.org/officeDocument/2006/relationships" xmlns:p="http://schemas.openxmlformats.org/presentationml/2006/main">
  <p:tag name="VEVOX.QRDOT" val="(2,26)"/>
</p:tagLst>
</file>

<file path=ppt/tags/tag757.xml><?xml version="1.0" encoding="utf-8"?>
<p:tagLst xmlns:a="http://schemas.openxmlformats.org/drawingml/2006/main" xmlns:r="http://schemas.openxmlformats.org/officeDocument/2006/relationships" xmlns:p="http://schemas.openxmlformats.org/presentationml/2006/main">
  <p:tag name="VEVOX.QRDOT" val="(3,26)"/>
</p:tagLst>
</file>

<file path=ppt/tags/tag758.xml><?xml version="1.0" encoding="utf-8"?>
<p:tagLst xmlns:a="http://schemas.openxmlformats.org/drawingml/2006/main" xmlns:r="http://schemas.openxmlformats.org/officeDocument/2006/relationships" xmlns:p="http://schemas.openxmlformats.org/presentationml/2006/main">
  <p:tag name="VEVOX.QRDOT" val="(4,26)"/>
</p:tagLst>
</file>

<file path=ppt/tags/tag759.xml><?xml version="1.0" encoding="utf-8"?>
<p:tagLst xmlns:a="http://schemas.openxmlformats.org/drawingml/2006/main" xmlns:r="http://schemas.openxmlformats.org/officeDocument/2006/relationships" xmlns:p="http://schemas.openxmlformats.org/presentationml/2006/main">
  <p:tag name="VEVOX.QRDOT" val="(5,26)"/>
</p:tagLst>
</file>

<file path=ppt/tags/tag760.xml><?xml version="1.0" encoding="utf-8"?>
<p:tagLst xmlns:a="http://schemas.openxmlformats.org/drawingml/2006/main" xmlns:r="http://schemas.openxmlformats.org/officeDocument/2006/relationships" xmlns:p="http://schemas.openxmlformats.org/presentationml/2006/main">
  <p:tag name="VEVOX.QRDOT" val="(6,26)"/>
</p:tagLst>
</file>

<file path=ppt/tags/tag761.xml><?xml version="1.0" encoding="utf-8"?>
<p:tagLst xmlns:a="http://schemas.openxmlformats.org/drawingml/2006/main" xmlns:r="http://schemas.openxmlformats.org/officeDocument/2006/relationships" xmlns:p="http://schemas.openxmlformats.org/presentationml/2006/main">
  <p:tag name="VEVOX.QRDOT" val="(7,26)"/>
</p:tagLst>
</file>

<file path=ppt/tags/tag762.xml><?xml version="1.0" encoding="utf-8"?>
<p:tagLst xmlns:a="http://schemas.openxmlformats.org/drawingml/2006/main" xmlns:r="http://schemas.openxmlformats.org/officeDocument/2006/relationships" xmlns:p="http://schemas.openxmlformats.org/presentationml/2006/main">
  <p:tag name="VEVOX.QRDOT" val="(8,26)"/>
</p:tagLst>
</file>

<file path=ppt/tags/tag763.xml><?xml version="1.0" encoding="utf-8"?>
<p:tagLst xmlns:a="http://schemas.openxmlformats.org/drawingml/2006/main" xmlns:r="http://schemas.openxmlformats.org/officeDocument/2006/relationships" xmlns:p="http://schemas.openxmlformats.org/presentationml/2006/main">
  <p:tag name="VEVOX.QRDOT" val="(9,26)"/>
</p:tagLst>
</file>

<file path=ppt/tags/tag764.xml><?xml version="1.0" encoding="utf-8"?>
<p:tagLst xmlns:a="http://schemas.openxmlformats.org/drawingml/2006/main" xmlns:r="http://schemas.openxmlformats.org/officeDocument/2006/relationships" xmlns:p="http://schemas.openxmlformats.org/presentationml/2006/main">
  <p:tag name="VEVOX.QRDOT" val="(10,26)"/>
</p:tagLst>
</file>

<file path=ppt/tags/tag765.xml><?xml version="1.0" encoding="utf-8"?>
<p:tagLst xmlns:a="http://schemas.openxmlformats.org/drawingml/2006/main" xmlns:r="http://schemas.openxmlformats.org/officeDocument/2006/relationships" xmlns:p="http://schemas.openxmlformats.org/presentationml/2006/main">
  <p:tag name="VEVOX.QRDOT" val="(11,26)"/>
</p:tagLst>
</file>

<file path=ppt/tags/tag766.xml><?xml version="1.0" encoding="utf-8"?>
<p:tagLst xmlns:a="http://schemas.openxmlformats.org/drawingml/2006/main" xmlns:r="http://schemas.openxmlformats.org/officeDocument/2006/relationships" xmlns:p="http://schemas.openxmlformats.org/presentationml/2006/main">
  <p:tag name="VEVOX.QRDOT" val="(12,26)"/>
</p:tagLst>
</file>

<file path=ppt/tags/tag767.xml><?xml version="1.0" encoding="utf-8"?>
<p:tagLst xmlns:a="http://schemas.openxmlformats.org/drawingml/2006/main" xmlns:r="http://schemas.openxmlformats.org/officeDocument/2006/relationships" xmlns:p="http://schemas.openxmlformats.org/presentationml/2006/main">
  <p:tag name="VEVOX.QRDOT" val="(13,26)"/>
</p:tagLst>
</file>

<file path=ppt/tags/tag768.xml><?xml version="1.0" encoding="utf-8"?>
<p:tagLst xmlns:a="http://schemas.openxmlformats.org/drawingml/2006/main" xmlns:r="http://schemas.openxmlformats.org/officeDocument/2006/relationships" xmlns:p="http://schemas.openxmlformats.org/presentationml/2006/main">
  <p:tag name="VEVOX.QRDOT" val="(14,26)"/>
</p:tagLst>
</file>

<file path=ppt/tags/tag769.xml><?xml version="1.0" encoding="utf-8"?>
<p:tagLst xmlns:a="http://schemas.openxmlformats.org/drawingml/2006/main" xmlns:r="http://schemas.openxmlformats.org/officeDocument/2006/relationships" xmlns:p="http://schemas.openxmlformats.org/presentationml/2006/main">
  <p:tag name="VEVOX.QRDOT" val="(15,26)"/>
</p:tagLst>
</file>

<file path=ppt/tags/tag770.xml><?xml version="1.0" encoding="utf-8"?>
<p:tagLst xmlns:a="http://schemas.openxmlformats.org/drawingml/2006/main" xmlns:r="http://schemas.openxmlformats.org/officeDocument/2006/relationships" xmlns:p="http://schemas.openxmlformats.org/presentationml/2006/main">
  <p:tag name="VEVOX.QRDOT" val="(16,26)"/>
</p:tagLst>
</file>

<file path=ppt/tags/tag771.xml><?xml version="1.0" encoding="utf-8"?>
<p:tagLst xmlns:a="http://schemas.openxmlformats.org/drawingml/2006/main" xmlns:r="http://schemas.openxmlformats.org/officeDocument/2006/relationships" xmlns:p="http://schemas.openxmlformats.org/presentationml/2006/main">
  <p:tag name="VEVOX.QRDOT" val="(17,26)"/>
</p:tagLst>
</file>

<file path=ppt/tags/tag772.xml><?xml version="1.0" encoding="utf-8"?>
<p:tagLst xmlns:a="http://schemas.openxmlformats.org/drawingml/2006/main" xmlns:r="http://schemas.openxmlformats.org/officeDocument/2006/relationships" xmlns:p="http://schemas.openxmlformats.org/presentationml/2006/main">
  <p:tag name="VEVOX.QRDOT" val="(18,26)"/>
</p:tagLst>
</file>

<file path=ppt/tags/tag773.xml><?xml version="1.0" encoding="utf-8"?>
<p:tagLst xmlns:a="http://schemas.openxmlformats.org/drawingml/2006/main" xmlns:r="http://schemas.openxmlformats.org/officeDocument/2006/relationships" xmlns:p="http://schemas.openxmlformats.org/presentationml/2006/main">
  <p:tag name="VEVOX.QRDOT" val="(19,26)"/>
</p:tagLst>
</file>

<file path=ppt/tags/tag774.xml><?xml version="1.0" encoding="utf-8"?>
<p:tagLst xmlns:a="http://schemas.openxmlformats.org/drawingml/2006/main" xmlns:r="http://schemas.openxmlformats.org/officeDocument/2006/relationships" xmlns:p="http://schemas.openxmlformats.org/presentationml/2006/main">
  <p:tag name="VEVOX.QRDOT" val="(20,26)"/>
</p:tagLst>
</file>

<file path=ppt/tags/tag775.xml><?xml version="1.0" encoding="utf-8"?>
<p:tagLst xmlns:a="http://schemas.openxmlformats.org/drawingml/2006/main" xmlns:r="http://schemas.openxmlformats.org/officeDocument/2006/relationships" xmlns:p="http://schemas.openxmlformats.org/presentationml/2006/main">
  <p:tag name="VEVOX.QRDOT" val="(21,26)"/>
</p:tagLst>
</file>

<file path=ppt/tags/tag776.xml><?xml version="1.0" encoding="utf-8"?>
<p:tagLst xmlns:a="http://schemas.openxmlformats.org/drawingml/2006/main" xmlns:r="http://schemas.openxmlformats.org/officeDocument/2006/relationships" xmlns:p="http://schemas.openxmlformats.org/presentationml/2006/main">
  <p:tag name="VEVOX.QRDOT" val="(22,26)"/>
</p:tagLst>
</file>

<file path=ppt/tags/tag777.xml><?xml version="1.0" encoding="utf-8"?>
<p:tagLst xmlns:a="http://schemas.openxmlformats.org/drawingml/2006/main" xmlns:r="http://schemas.openxmlformats.org/officeDocument/2006/relationships" xmlns:p="http://schemas.openxmlformats.org/presentationml/2006/main">
  <p:tag name="VEVOX.QRDOT" val="(23,26)"/>
</p:tagLst>
</file>

<file path=ppt/tags/tag778.xml><?xml version="1.0" encoding="utf-8"?>
<p:tagLst xmlns:a="http://schemas.openxmlformats.org/drawingml/2006/main" xmlns:r="http://schemas.openxmlformats.org/officeDocument/2006/relationships" xmlns:p="http://schemas.openxmlformats.org/presentationml/2006/main">
  <p:tag name="VEVOX.QRDOT" val="(24,26)"/>
</p:tagLst>
</file>

<file path=ppt/tags/tag779.xml><?xml version="1.0" encoding="utf-8"?>
<p:tagLst xmlns:a="http://schemas.openxmlformats.org/drawingml/2006/main" xmlns:r="http://schemas.openxmlformats.org/officeDocument/2006/relationships" xmlns:p="http://schemas.openxmlformats.org/presentationml/2006/main">
  <p:tag name="VEVOX.QRDOT" val="(25,26)"/>
</p:tagLst>
</file>

<file path=ppt/tags/tag780.xml><?xml version="1.0" encoding="utf-8"?>
<p:tagLst xmlns:a="http://schemas.openxmlformats.org/drawingml/2006/main" xmlns:r="http://schemas.openxmlformats.org/officeDocument/2006/relationships" xmlns:p="http://schemas.openxmlformats.org/presentationml/2006/main">
  <p:tag name="VEVOX.QRDOT" val="(26,26)"/>
</p:tagLst>
</file>

<file path=ppt/tags/tag781.xml><?xml version="1.0" encoding="utf-8"?>
<p:tagLst xmlns:a="http://schemas.openxmlformats.org/drawingml/2006/main" xmlns:r="http://schemas.openxmlformats.org/officeDocument/2006/relationships" xmlns:p="http://schemas.openxmlformats.org/presentationml/2006/main">
  <p:tag name="VEVOX.QRDOT" val="(27,26)"/>
</p:tagLst>
</file>

<file path=ppt/tags/tag782.xml><?xml version="1.0" encoding="utf-8"?>
<p:tagLst xmlns:a="http://schemas.openxmlformats.org/drawingml/2006/main" xmlns:r="http://schemas.openxmlformats.org/officeDocument/2006/relationships" xmlns:p="http://schemas.openxmlformats.org/presentationml/2006/main">
  <p:tag name="VEVOX.QRDOT" val="(28,26)"/>
</p:tagLst>
</file>

<file path=ppt/tags/tag783.xml><?xml version="1.0" encoding="utf-8"?>
<p:tagLst xmlns:a="http://schemas.openxmlformats.org/drawingml/2006/main" xmlns:r="http://schemas.openxmlformats.org/officeDocument/2006/relationships" xmlns:p="http://schemas.openxmlformats.org/presentationml/2006/main">
  <p:tag name="VEVOX.QRDOT" val="(0,27)"/>
</p:tagLst>
</file>

<file path=ppt/tags/tag784.xml><?xml version="1.0" encoding="utf-8"?>
<p:tagLst xmlns:a="http://schemas.openxmlformats.org/drawingml/2006/main" xmlns:r="http://schemas.openxmlformats.org/officeDocument/2006/relationships" xmlns:p="http://schemas.openxmlformats.org/presentationml/2006/main">
  <p:tag name="VEVOX.QRDOT" val="(1,27)"/>
</p:tagLst>
</file>

<file path=ppt/tags/tag785.xml><?xml version="1.0" encoding="utf-8"?>
<p:tagLst xmlns:a="http://schemas.openxmlformats.org/drawingml/2006/main" xmlns:r="http://schemas.openxmlformats.org/officeDocument/2006/relationships" xmlns:p="http://schemas.openxmlformats.org/presentationml/2006/main">
  <p:tag name="VEVOX.QRDOT" val="(2,27)"/>
</p:tagLst>
</file>

<file path=ppt/tags/tag786.xml><?xml version="1.0" encoding="utf-8"?>
<p:tagLst xmlns:a="http://schemas.openxmlformats.org/drawingml/2006/main" xmlns:r="http://schemas.openxmlformats.org/officeDocument/2006/relationships" xmlns:p="http://schemas.openxmlformats.org/presentationml/2006/main">
  <p:tag name="VEVOX.QRDOT" val="(3,27)"/>
</p:tagLst>
</file>

<file path=ppt/tags/tag787.xml><?xml version="1.0" encoding="utf-8"?>
<p:tagLst xmlns:a="http://schemas.openxmlformats.org/drawingml/2006/main" xmlns:r="http://schemas.openxmlformats.org/officeDocument/2006/relationships" xmlns:p="http://schemas.openxmlformats.org/presentationml/2006/main">
  <p:tag name="VEVOX.QRDOT" val="(4,27)"/>
</p:tagLst>
</file>

<file path=ppt/tags/tag788.xml><?xml version="1.0" encoding="utf-8"?>
<p:tagLst xmlns:a="http://schemas.openxmlformats.org/drawingml/2006/main" xmlns:r="http://schemas.openxmlformats.org/officeDocument/2006/relationships" xmlns:p="http://schemas.openxmlformats.org/presentationml/2006/main">
  <p:tag name="VEVOX.QRDOT" val="(5,27)"/>
</p:tagLst>
</file>

<file path=ppt/tags/tag789.xml><?xml version="1.0" encoding="utf-8"?>
<p:tagLst xmlns:a="http://schemas.openxmlformats.org/drawingml/2006/main" xmlns:r="http://schemas.openxmlformats.org/officeDocument/2006/relationships" xmlns:p="http://schemas.openxmlformats.org/presentationml/2006/main">
  <p:tag name="VEVOX.QRDOT" val="(6,27)"/>
</p:tagLst>
</file>

<file path=ppt/tags/tag790.xml><?xml version="1.0" encoding="utf-8"?>
<p:tagLst xmlns:a="http://schemas.openxmlformats.org/drawingml/2006/main" xmlns:r="http://schemas.openxmlformats.org/officeDocument/2006/relationships" xmlns:p="http://schemas.openxmlformats.org/presentationml/2006/main">
  <p:tag name="VEVOX.QRDOT" val="(7,27)"/>
</p:tagLst>
</file>

<file path=ppt/tags/tag791.xml><?xml version="1.0" encoding="utf-8"?>
<p:tagLst xmlns:a="http://schemas.openxmlformats.org/drawingml/2006/main" xmlns:r="http://schemas.openxmlformats.org/officeDocument/2006/relationships" xmlns:p="http://schemas.openxmlformats.org/presentationml/2006/main">
  <p:tag name="VEVOX.QRDOT" val="(8,27)"/>
</p:tagLst>
</file>

<file path=ppt/tags/tag792.xml><?xml version="1.0" encoding="utf-8"?>
<p:tagLst xmlns:a="http://schemas.openxmlformats.org/drawingml/2006/main" xmlns:r="http://schemas.openxmlformats.org/officeDocument/2006/relationships" xmlns:p="http://schemas.openxmlformats.org/presentationml/2006/main">
  <p:tag name="VEVOX.QRDOT" val="(9,27)"/>
</p:tagLst>
</file>

<file path=ppt/tags/tag793.xml><?xml version="1.0" encoding="utf-8"?>
<p:tagLst xmlns:a="http://schemas.openxmlformats.org/drawingml/2006/main" xmlns:r="http://schemas.openxmlformats.org/officeDocument/2006/relationships" xmlns:p="http://schemas.openxmlformats.org/presentationml/2006/main">
  <p:tag name="VEVOX.QRDOT" val="(10,27)"/>
</p:tagLst>
</file>

<file path=ppt/tags/tag794.xml><?xml version="1.0" encoding="utf-8"?>
<p:tagLst xmlns:a="http://schemas.openxmlformats.org/drawingml/2006/main" xmlns:r="http://schemas.openxmlformats.org/officeDocument/2006/relationships" xmlns:p="http://schemas.openxmlformats.org/presentationml/2006/main">
  <p:tag name="VEVOX.QRDOT" val="(11,27)"/>
</p:tagLst>
</file>

<file path=ppt/tags/tag795.xml><?xml version="1.0" encoding="utf-8"?>
<p:tagLst xmlns:a="http://schemas.openxmlformats.org/drawingml/2006/main" xmlns:r="http://schemas.openxmlformats.org/officeDocument/2006/relationships" xmlns:p="http://schemas.openxmlformats.org/presentationml/2006/main">
  <p:tag name="VEVOX.QRDOT" val="(12,27)"/>
</p:tagLst>
</file>

<file path=ppt/tags/tag796.xml><?xml version="1.0" encoding="utf-8"?>
<p:tagLst xmlns:a="http://schemas.openxmlformats.org/drawingml/2006/main" xmlns:r="http://schemas.openxmlformats.org/officeDocument/2006/relationships" xmlns:p="http://schemas.openxmlformats.org/presentationml/2006/main">
  <p:tag name="VEVOX.QRDOT" val="(13,27)"/>
</p:tagLst>
</file>

<file path=ppt/tags/tag797.xml><?xml version="1.0" encoding="utf-8"?>
<p:tagLst xmlns:a="http://schemas.openxmlformats.org/drawingml/2006/main" xmlns:r="http://schemas.openxmlformats.org/officeDocument/2006/relationships" xmlns:p="http://schemas.openxmlformats.org/presentationml/2006/main">
  <p:tag name="VEVOX.QRDOT" val="(14,27)"/>
</p:tagLst>
</file>

<file path=ppt/tags/tag798.xml><?xml version="1.0" encoding="utf-8"?>
<p:tagLst xmlns:a="http://schemas.openxmlformats.org/drawingml/2006/main" xmlns:r="http://schemas.openxmlformats.org/officeDocument/2006/relationships" xmlns:p="http://schemas.openxmlformats.org/presentationml/2006/main">
  <p:tag name="VEVOX.QRDOT" val="(15,27)"/>
</p:tagLst>
</file>

<file path=ppt/tags/tag799.xml><?xml version="1.0" encoding="utf-8"?>
<p:tagLst xmlns:a="http://schemas.openxmlformats.org/drawingml/2006/main" xmlns:r="http://schemas.openxmlformats.org/officeDocument/2006/relationships" xmlns:p="http://schemas.openxmlformats.org/presentationml/2006/main">
  <p:tag name="VEVOX.QRDOT" val="(16,27)"/>
</p:tagLst>
</file>

<file path=ppt/tags/tag800.xml><?xml version="1.0" encoding="utf-8"?>
<p:tagLst xmlns:a="http://schemas.openxmlformats.org/drawingml/2006/main" xmlns:r="http://schemas.openxmlformats.org/officeDocument/2006/relationships" xmlns:p="http://schemas.openxmlformats.org/presentationml/2006/main">
  <p:tag name="VEVOX.QRDOT" val="(17,27)"/>
</p:tagLst>
</file>

<file path=ppt/tags/tag801.xml><?xml version="1.0" encoding="utf-8"?>
<p:tagLst xmlns:a="http://schemas.openxmlformats.org/drawingml/2006/main" xmlns:r="http://schemas.openxmlformats.org/officeDocument/2006/relationships" xmlns:p="http://schemas.openxmlformats.org/presentationml/2006/main">
  <p:tag name="VEVOX.QRDOT" val="(18,27)"/>
</p:tagLst>
</file>

<file path=ppt/tags/tag802.xml><?xml version="1.0" encoding="utf-8"?>
<p:tagLst xmlns:a="http://schemas.openxmlformats.org/drawingml/2006/main" xmlns:r="http://schemas.openxmlformats.org/officeDocument/2006/relationships" xmlns:p="http://schemas.openxmlformats.org/presentationml/2006/main">
  <p:tag name="VEVOX.QRDOT" val="(19,27)"/>
</p:tagLst>
</file>

<file path=ppt/tags/tag803.xml><?xml version="1.0" encoding="utf-8"?>
<p:tagLst xmlns:a="http://schemas.openxmlformats.org/drawingml/2006/main" xmlns:r="http://schemas.openxmlformats.org/officeDocument/2006/relationships" xmlns:p="http://schemas.openxmlformats.org/presentationml/2006/main">
  <p:tag name="VEVOX.QRDOT" val="(20,27)"/>
</p:tagLst>
</file>

<file path=ppt/tags/tag804.xml><?xml version="1.0" encoding="utf-8"?>
<p:tagLst xmlns:a="http://schemas.openxmlformats.org/drawingml/2006/main" xmlns:r="http://schemas.openxmlformats.org/officeDocument/2006/relationships" xmlns:p="http://schemas.openxmlformats.org/presentationml/2006/main">
  <p:tag name="VEVOX.QRDOT" val="(21,27)"/>
</p:tagLst>
</file>

<file path=ppt/tags/tag805.xml><?xml version="1.0" encoding="utf-8"?>
<p:tagLst xmlns:a="http://schemas.openxmlformats.org/drawingml/2006/main" xmlns:r="http://schemas.openxmlformats.org/officeDocument/2006/relationships" xmlns:p="http://schemas.openxmlformats.org/presentationml/2006/main">
  <p:tag name="VEVOX.QRDOT" val="(22,27)"/>
</p:tagLst>
</file>

<file path=ppt/tags/tag806.xml><?xml version="1.0" encoding="utf-8"?>
<p:tagLst xmlns:a="http://schemas.openxmlformats.org/drawingml/2006/main" xmlns:r="http://schemas.openxmlformats.org/officeDocument/2006/relationships" xmlns:p="http://schemas.openxmlformats.org/presentationml/2006/main">
  <p:tag name="VEVOX.QRDOT" val="(23,27)"/>
</p:tagLst>
</file>

<file path=ppt/tags/tag807.xml><?xml version="1.0" encoding="utf-8"?>
<p:tagLst xmlns:a="http://schemas.openxmlformats.org/drawingml/2006/main" xmlns:r="http://schemas.openxmlformats.org/officeDocument/2006/relationships" xmlns:p="http://schemas.openxmlformats.org/presentationml/2006/main">
  <p:tag name="VEVOX.QRDOT" val="(24,27)"/>
</p:tagLst>
</file>

<file path=ppt/tags/tag808.xml><?xml version="1.0" encoding="utf-8"?>
<p:tagLst xmlns:a="http://schemas.openxmlformats.org/drawingml/2006/main" xmlns:r="http://schemas.openxmlformats.org/officeDocument/2006/relationships" xmlns:p="http://schemas.openxmlformats.org/presentationml/2006/main">
  <p:tag name="VEVOX.QRDOT" val="(25,27)"/>
</p:tagLst>
</file>

<file path=ppt/tags/tag809.xml><?xml version="1.0" encoding="utf-8"?>
<p:tagLst xmlns:a="http://schemas.openxmlformats.org/drawingml/2006/main" xmlns:r="http://schemas.openxmlformats.org/officeDocument/2006/relationships" xmlns:p="http://schemas.openxmlformats.org/presentationml/2006/main">
  <p:tag name="VEVOX.QRDOT" val="(26,27)"/>
</p:tagLst>
</file>

<file path=ppt/tags/tag810.xml><?xml version="1.0" encoding="utf-8"?>
<p:tagLst xmlns:a="http://schemas.openxmlformats.org/drawingml/2006/main" xmlns:r="http://schemas.openxmlformats.org/officeDocument/2006/relationships" xmlns:p="http://schemas.openxmlformats.org/presentationml/2006/main">
  <p:tag name="VEVOX.QRDOT" val="(27,27)"/>
</p:tagLst>
</file>

<file path=ppt/tags/tag811.xml><?xml version="1.0" encoding="utf-8"?>
<p:tagLst xmlns:a="http://schemas.openxmlformats.org/drawingml/2006/main" xmlns:r="http://schemas.openxmlformats.org/officeDocument/2006/relationships" xmlns:p="http://schemas.openxmlformats.org/presentationml/2006/main">
  <p:tag name="VEVOX.QRDOT" val="(28,27)"/>
</p:tagLst>
</file>

<file path=ppt/tags/tag812.xml><?xml version="1.0" encoding="utf-8"?>
<p:tagLst xmlns:a="http://schemas.openxmlformats.org/drawingml/2006/main" xmlns:r="http://schemas.openxmlformats.org/officeDocument/2006/relationships" xmlns:p="http://schemas.openxmlformats.org/presentationml/2006/main">
  <p:tag name="VEVOX.QRDOT" val="(0,28)"/>
</p:tagLst>
</file>

<file path=ppt/tags/tag813.xml><?xml version="1.0" encoding="utf-8"?>
<p:tagLst xmlns:a="http://schemas.openxmlformats.org/drawingml/2006/main" xmlns:r="http://schemas.openxmlformats.org/officeDocument/2006/relationships" xmlns:p="http://schemas.openxmlformats.org/presentationml/2006/main">
  <p:tag name="VEVOX.QRDOT" val="(1,28)"/>
</p:tagLst>
</file>

<file path=ppt/tags/tag814.xml><?xml version="1.0" encoding="utf-8"?>
<p:tagLst xmlns:a="http://schemas.openxmlformats.org/drawingml/2006/main" xmlns:r="http://schemas.openxmlformats.org/officeDocument/2006/relationships" xmlns:p="http://schemas.openxmlformats.org/presentationml/2006/main">
  <p:tag name="VEVOX.QRDOT" val="(2,28)"/>
</p:tagLst>
</file>

<file path=ppt/tags/tag815.xml><?xml version="1.0" encoding="utf-8"?>
<p:tagLst xmlns:a="http://schemas.openxmlformats.org/drawingml/2006/main" xmlns:r="http://schemas.openxmlformats.org/officeDocument/2006/relationships" xmlns:p="http://schemas.openxmlformats.org/presentationml/2006/main">
  <p:tag name="VEVOX.QRDOT" val="(3,28)"/>
</p:tagLst>
</file>

<file path=ppt/tags/tag816.xml><?xml version="1.0" encoding="utf-8"?>
<p:tagLst xmlns:a="http://schemas.openxmlformats.org/drawingml/2006/main" xmlns:r="http://schemas.openxmlformats.org/officeDocument/2006/relationships" xmlns:p="http://schemas.openxmlformats.org/presentationml/2006/main">
  <p:tag name="VEVOX.QRDOT" val="(4,28)"/>
</p:tagLst>
</file>

<file path=ppt/tags/tag817.xml><?xml version="1.0" encoding="utf-8"?>
<p:tagLst xmlns:a="http://schemas.openxmlformats.org/drawingml/2006/main" xmlns:r="http://schemas.openxmlformats.org/officeDocument/2006/relationships" xmlns:p="http://schemas.openxmlformats.org/presentationml/2006/main">
  <p:tag name="VEVOX.QRDOT" val="(5,28)"/>
</p:tagLst>
</file>

<file path=ppt/tags/tag818.xml><?xml version="1.0" encoding="utf-8"?>
<p:tagLst xmlns:a="http://schemas.openxmlformats.org/drawingml/2006/main" xmlns:r="http://schemas.openxmlformats.org/officeDocument/2006/relationships" xmlns:p="http://schemas.openxmlformats.org/presentationml/2006/main">
  <p:tag name="VEVOX.QRDOT" val="(6,28)"/>
</p:tagLst>
</file>

<file path=ppt/tags/tag819.xml><?xml version="1.0" encoding="utf-8"?>
<p:tagLst xmlns:a="http://schemas.openxmlformats.org/drawingml/2006/main" xmlns:r="http://schemas.openxmlformats.org/officeDocument/2006/relationships" xmlns:p="http://schemas.openxmlformats.org/presentationml/2006/main">
  <p:tag name="VEVOX.QRDOT" val="(7,28)"/>
</p:tagLst>
</file>

<file path=ppt/tags/tag820.xml><?xml version="1.0" encoding="utf-8"?>
<p:tagLst xmlns:a="http://schemas.openxmlformats.org/drawingml/2006/main" xmlns:r="http://schemas.openxmlformats.org/officeDocument/2006/relationships" xmlns:p="http://schemas.openxmlformats.org/presentationml/2006/main">
  <p:tag name="VEVOX.QRDOT" val="(8,28)"/>
</p:tagLst>
</file>

<file path=ppt/tags/tag821.xml><?xml version="1.0" encoding="utf-8"?>
<p:tagLst xmlns:a="http://schemas.openxmlformats.org/drawingml/2006/main" xmlns:r="http://schemas.openxmlformats.org/officeDocument/2006/relationships" xmlns:p="http://schemas.openxmlformats.org/presentationml/2006/main">
  <p:tag name="VEVOX.QRDOT" val="(9,28)"/>
</p:tagLst>
</file>

<file path=ppt/tags/tag822.xml><?xml version="1.0" encoding="utf-8"?>
<p:tagLst xmlns:a="http://schemas.openxmlformats.org/drawingml/2006/main" xmlns:r="http://schemas.openxmlformats.org/officeDocument/2006/relationships" xmlns:p="http://schemas.openxmlformats.org/presentationml/2006/main">
  <p:tag name="VEVOX.QRDOT" val="(10,28)"/>
</p:tagLst>
</file>

<file path=ppt/tags/tag823.xml><?xml version="1.0" encoding="utf-8"?>
<p:tagLst xmlns:a="http://schemas.openxmlformats.org/drawingml/2006/main" xmlns:r="http://schemas.openxmlformats.org/officeDocument/2006/relationships" xmlns:p="http://schemas.openxmlformats.org/presentationml/2006/main">
  <p:tag name="VEVOX.QRDOT" val="(11,28)"/>
</p:tagLst>
</file>

<file path=ppt/tags/tag824.xml><?xml version="1.0" encoding="utf-8"?>
<p:tagLst xmlns:a="http://schemas.openxmlformats.org/drawingml/2006/main" xmlns:r="http://schemas.openxmlformats.org/officeDocument/2006/relationships" xmlns:p="http://schemas.openxmlformats.org/presentationml/2006/main">
  <p:tag name="VEVOX.QRDOT" val="(12,28)"/>
</p:tagLst>
</file>

<file path=ppt/tags/tag825.xml><?xml version="1.0" encoding="utf-8"?>
<p:tagLst xmlns:a="http://schemas.openxmlformats.org/drawingml/2006/main" xmlns:r="http://schemas.openxmlformats.org/officeDocument/2006/relationships" xmlns:p="http://schemas.openxmlformats.org/presentationml/2006/main">
  <p:tag name="VEVOX.QRDOT" val="(13,28)"/>
</p:tagLst>
</file>

<file path=ppt/tags/tag826.xml><?xml version="1.0" encoding="utf-8"?>
<p:tagLst xmlns:a="http://schemas.openxmlformats.org/drawingml/2006/main" xmlns:r="http://schemas.openxmlformats.org/officeDocument/2006/relationships" xmlns:p="http://schemas.openxmlformats.org/presentationml/2006/main">
  <p:tag name="VEVOX.QRDOT" val="(14,28)"/>
</p:tagLst>
</file>

<file path=ppt/tags/tag827.xml><?xml version="1.0" encoding="utf-8"?>
<p:tagLst xmlns:a="http://schemas.openxmlformats.org/drawingml/2006/main" xmlns:r="http://schemas.openxmlformats.org/officeDocument/2006/relationships" xmlns:p="http://schemas.openxmlformats.org/presentationml/2006/main">
  <p:tag name="VEVOX.QRDOT" val="(15,28)"/>
</p:tagLst>
</file>

<file path=ppt/tags/tag828.xml><?xml version="1.0" encoding="utf-8"?>
<p:tagLst xmlns:a="http://schemas.openxmlformats.org/drawingml/2006/main" xmlns:r="http://schemas.openxmlformats.org/officeDocument/2006/relationships" xmlns:p="http://schemas.openxmlformats.org/presentationml/2006/main">
  <p:tag name="VEVOX.QRDOT" val="(16,28)"/>
</p:tagLst>
</file>

<file path=ppt/tags/tag829.xml><?xml version="1.0" encoding="utf-8"?>
<p:tagLst xmlns:a="http://schemas.openxmlformats.org/drawingml/2006/main" xmlns:r="http://schemas.openxmlformats.org/officeDocument/2006/relationships" xmlns:p="http://schemas.openxmlformats.org/presentationml/2006/main">
  <p:tag name="VEVOX.QRDOT" val="(17,28)"/>
</p:tagLst>
</file>

<file path=ppt/tags/tag830.xml><?xml version="1.0" encoding="utf-8"?>
<p:tagLst xmlns:a="http://schemas.openxmlformats.org/drawingml/2006/main" xmlns:r="http://schemas.openxmlformats.org/officeDocument/2006/relationships" xmlns:p="http://schemas.openxmlformats.org/presentationml/2006/main">
  <p:tag name="VEVOX.QRDOT" val="(18,28)"/>
</p:tagLst>
</file>

<file path=ppt/tags/tag831.xml><?xml version="1.0" encoding="utf-8"?>
<p:tagLst xmlns:a="http://schemas.openxmlformats.org/drawingml/2006/main" xmlns:r="http://schemas.openxmlformats.org/officeDocument/2006/relationships" xmlns:p="http://schemas.openxmlformats.org/presentationml/2006/main">
  <p:tag name="VEVOX.QRDOT" val="(19,28)"/>
</p:tagLst>
</file>

<file path=ppt/tags/tag832.xml><?xml version="1.0" encoding="utf-8"?>
<p:tagLst xmlns:a="http://schemas.openxmlformats.org/drawingml/2006/main" xmlns:r="http://schemas.openxmlformats.org/officeDocument/2006/relationships" xmlns:p="http://schemas.openxmlformats.org/presentationml/2006/main">
  <p:tag name="VEVOX.QRDOT" val="(20,28)"/>
</p:tagLst>
</file>

<file path=ppt/tags/tag833.xml><?xml version="1.0" encoding="utf-8"?>
<p:tagLst xmlns:a="http://schemas.openxmlformats.org/drawingml/2006/main" xmlns:r="http://schemas.openxmlformats.org/officeDocument/2006/relationships" xmlns:p="http://schemas.openxmlformats.org/presentationml/2006/main">
  <p:tag name="VEVOX.QRDOT" val="(21,28)"/>
</p:tagLst>
</file>

<file path=ppt/tags/tag834.xml><?xml version="1.0" encoding="utf-8"?>
<p:tagLst xmlns:a="http://schemas.openxmlformats.org/drawingml/2006/main" xmlns:r="http://schemas.openxmlformats.org/officeDocument/2006/relationships" xmlns:p="http://schemas.openxmlformats.org/presentationml/2006/main">
  <p:tag name="VEVOX.QRDOT" val="(22,28)"/>
</p:tagLst>
</file>

<file path=ppt/tags/tag835.xml><?xml version="1.0" encoding="utf-8"?>
<p:tagLst xmlns:a="http://schemas.openxmlformats.org/drawingml/2006/main" xmlns:r="http://schemas.openxmlformats.org/officeDocument/2006/relationships" xmlns:p="http://schemas.openxmlformats.org/presentationml/2006/main">
  <p:tag name="VEVOX.QRDOT" val="(23,28)"/>
</p:tagLst>
</file>

<file path=ppt/tags/tag836.xml><?xml version="1.0" encoding="utf-8"?>
<p:tagLst xmlns:a="http://schemas.openxmlformats.org/drawingml/2006/main" xmlns:r="http://schemas.openxmlformats.org/officeDocument/2006/relationships" xmlns:p="http://schemas.openxmlformats.org/presentationml/2006/main">
  <p:tag name="VEVOX.QRDOT" val="(24,28)"/>
</p:tagLst>
</file>

<file path=ppt/tags/tag837.xml><?xml version="1.0" encoding="utf-8"?>
<p:tagLst xmlns:a="http://schemas.openxmlformats.org/drawingml/2006/main" xmlns:r="http://schemas.openxmlformats.org/officeDocument/2006/relationships" xmlns:p="http://schemas.openxmlformats.org/presentationml/2006/main">
  <p:tag name="VEVOX.QRDOT" val="(25,28)"/>
</p:tagLst>
</file>

<file path=ppt/tags/tag838.xml><?xml version="1.0" encoding="utf-8"?>
<p:tagLst xmlns:a="http://schemas.openxmlformats.org/drawingml/2006/main" xmlns:r="http://schemas.openxmlformats.org/officeDocument/2006/relationships" xmlns:p="http://schemas.openxmlformats.org/presentationml/2006/main">
  <p:tag name="VEVOX.QRDOT" val="(26,28)"/>
</p:tagLst>
</file>

<file path=ppt/tags/tag839.xml><?xml version="1.0" encoding="utf-8"?>
<p:tagLst xmlns:a="http://schemas.openxmlformats.org/drawingml/2006/main" xmlns:r="http://schemas.openxmlformats.org/officeDocument/2006/relationships" xmlns:p="http://schemas.openxmlformats.org/presentationml/2006/main">
  <p:tag name="VEVOX.QRDOT" val="(27,28)"/>
</p:tagLst>
</file>

<file path=ppt/tags/tag840.xml><?xml version="1.0" encoding="utf-8"?>
<p:tagLst xmlns:a="http://schemas.openxmlformats.org/drawingml/2006/main" xmlns:r="http://schemas.openxmlformats.org/officeDocument/2006/relationships" xmlns:p="http://schemas.openxmlformats.org/presentationml/2006/main">
  <p:tag name="VEVOX.POLL" val="{&quot;id&quot;:&quot;3784426&quot;,&quot;questionSettings&quot;:{},&quot;alias&quot;:&quot;&quot;,&quot;text&quot;:&quot;Where do you store your files for uni work?&quot;,&quot;@type&quot;:&quot;MultipleChoiceQuestion&quot;,&quot;choices&quot;:[{&quot;id&quot;:&quot;14242218&quot;,&quot;alias&quot;:null,&quot;text&quot;:&quot;Cloud storage (googledrive/dropbox/onedrive)&quot;,&quot;excludeFromResults&quot;:false,&quot;image&quot;:null,&quot;imageAltText&quot;:null,&quot;isCorrectAnswer&quot;:false},{&quot;id&quot;:&quot;14242219&quot;,&quot;alias&quot;:null,&quot;text&quot;:&quot;Everything lives and dies in the downloads folder&quot;,&quot;excludeFromResults&quot;:false,&quot;image&quot;:null,&quot;imageAltText&quot;:null,&quot;isCorrectAnswer&quot;:false},{&quot;id&quot;:&quot;14242220&quot;,&quot;alias&quot;:null,&quot;text&quot;:&quot;Keep my files together in folders&quot;,&quot;excludeFromResults&quot;:false,&quot;image&quot;:null,&quot;imageAltText&quot;:null,&quot;isCorrectAnswer&quot;:false},{&quot;id&quot;:&quot;14242221&quot;,&quot;alias&quot;:null,&quot;text&quot;:&quot;No idea&quot;,&quot;excludeFromResults&quot;:false,&quot;image&quot;:null,&quot;imageAltText&quot;:null,&quot;isCorrectAnswer&quot;:false},{&quot;id&quot;:&quot;21316026&quot;,&quot;alias&quot;:null,&quot;text&quot;:&quot;On my phone&quot;,&quot;excludeFromResults&quot;:false,&quot;image&quot;:null,&quot;imageAltText&quot;:null,&quot;isCorrectAnswer&quot;:false},{&quot;id&quot;:&quot;21316027&quot;,&quot;alias&quot;:null,&quot;text&quot;:&quot;USB stick&quot;,&quot;excludeFromResults&quot;:false,&quot;image&quot;:null,&quot;imageAltText&quot;:null,&quot;isCorrectAnswer&quot;:false}],&quot;resultFormat&quot;:&quot;%&quot;,&quot;minNumberSelections&quot;:1,&quot;maxNumberSelections&quot;:6,&quot;image&quot;:null,&quot;imageAltText&quot;:&quot;&quot;,&quot;uiType&quot;:&quot;default&quot;,&quot;resultDisplayType&quot;:&quot;default&quot;}"/>
  <p:tag name="VEVOX.ORIGIN.SESSION.ID" val="550402"/>
  <p:tag name="VEVOX.ORIGIN.QUESTION.ID" val="3784426"/>
  <p:tag name="VEVOX.QUESTIONSLIDEID" val="570#1185938448/954028394"/>
  <p:tag name="VEVOX.SLIDEFORMAT.VERSION" val="1.020"/>
</p:tagLst>
</file>

<file path=ppt/tags/tag841.xml><?xml version="1.0" encoding="utf-8"?>
<p:tagLst xmlns:a="http://schemas.openxmlformats.org/drawingml/2006/main" xmlns:r="http://schemas.openxmlformats.org/officeDocument/2006/relationships" xmlns:p="http://schemas.openxmlformats.org/presentationml/2006/main">
  <p:tag name="VEVOX.QUESTION" val="Where do you store your files for uni work?"/>
</p:tagLst>
</file>

<file path=ppt/tags/tag842.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843.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844.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845.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846.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847.xml><?xml version="1.0" encoding="utf-8"?>
<p:tagLst xmlns:a="http://schemas.openxmlformats.org/drawingml/2006/main" xmlns:r="http://schemas.openxmlformats.org/officeDocument/2006/relationships" xmlns:p="http://schemas.openxmlformats.org/presentationml/2006/main">
  <p:tag name="VEVOX.COUNTDOWNTIMER.DISPLAY" val="{&quot;left&quot;:893,&quot;top&quot;:473,&quot;width&quot;:60,&quot;height&quot;:60}"/>
</p:tagLst>
</file>

<file path=ppt/tags/tag848.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849.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850.xml><?xml version="1.0" encoding="utf-8"?>
<p:tagLst xmlns:a="http://schemas.openxmlformats.org/drawingml/2006/main" xmlns:r="http://schemas.openxmlformats.org/officeDocument/2006/relationships" xmlns:p="http://schemas.openxmlformats.org/presentationml/2006/main">
  <p:tag name="VEVOX.TITLE" val="TITLE1"/>
</p:tagLst>
</file>

<file path=ppt/tags/tag851.xml><?xml version="1.0" encoding="utf-8"?>
<p:tagLst xmlns:a="http://schemas.openxmlformats.org/drawingml/2006/main" xmlns:r="http://schemas.openxmlformats.org/officeDocument/2006/relationships" xmlns:p="http://schemas.openxmlformats.org/presentationml/2006/main">
  <p:tag name="VEVOX.DATALABEL" val="DATALABEL1"/>
</p:tagLst>
</file>

<file path=ppt/tags/tag852.xml><?xml version="1.0" encoding="utf-8"?>
<p:tagLst xmlns:a="http://schemas.openxmlformats.org/drawingml/2006/main" xmlns:r="http://schemas.openxmlformats.org/officeDocument/2006/relationships" xmlns:p="http://schemas.openxmlformats.org/presentationml/2006/main">
  <p:tag name="VEVOX.BORDER" val="BORDER1"/>
</p:tagLst>
</file>

<file path=ppt/tags/tag853.xml><?xml version="1.0" encoding="utf-8"?>
<p:tagLst xmlns:a="http://schemas.openxmlformats.org/drawingml/2006/main" xmlns:r="http://schemas.openxmlformats.org/officeDocument/2006/relationships" xmlns:p="http://schemas.openxmlformats.org/presentationml/2006/main">
  <p:tag name="VEVOX.BAR" val="BAR1"/>
</p:tagLst>
</file>

<file path=ppt/tags/tag854.xml><?xml version="1.0" encoding="utf-8"?>
<p:tagLst xmlns:a="http://schemas.openxmlformats.org/drawingml/2006/main" xmlns:r="http://schemas.openxmlformats.org/officeDocument/2006/relationships" xmlns:p="http://schemas.openxmlformats.org/presentationml/2006/main">
  <p:tag name="VEVOX.TITLE" val="TITLE2"/>
</p:tagLst>
</file>

<file path=ppt/tags/tag855.xml><?xml version="1.0" encoding="utf-8"?>
<p:tagLst xmlns:a="http://schemas.openxmlformats.org/drawingml/2006/main" xmlns:r="http://schemas.openxmlformats.org/officeDocument/2006/relationships" xmlns:p="http://schemas.openxmlformats.org/presentationml/2006/main">
  <p:tag name="VEVOX.DATALABEL" val="DATALABEL2"/>
</p:tagLst>
</file>

<file path=ppt/tags/tag856.xml><?xml version="1.0" encoding="utf-8"?>
<p:tagLst xmlns:a="http://schemas.openxmlformats.org/drawingml/2006/main" xmlns:r="http://schemas.openxmlformats.org/officeDocument/2006/relationships" xmlns:p="http://schemas.openxmlformats.org/presentationml/2006/main">
  <p:tag name="VEVOX.BORDER" val="BORDER2"/>
</p:tagLst>
</file>

<file path=ppt/tags/tag857.xml><?xml version="1.0" encoding="utf-8"?>
<p:tagLst xmlns:a="http://schemas.openxmlformats.org/drawingml/2006/main" xmlns:r="http://schemas.openxmlformats.org/officeDocument/2006/relationships" xmlns:p="http://schemas.openxmlformats.org/presentationml/2006/main">
  <p:tag name="VEVOX.BAR" val="BAR2"/>
</p:tagLst>
</file>

<file path=ppt/tags/tag858.xml><?xml version="1.0" encoding="utf-8"?>
<p:tagLst xmlns:a="http://schemas.openxmlformats.org/drawingml/2006/main" xmlns:r="http://schemas.openxmlformats.org/officeDocument/2006/relationships" xmlns:p="http://schemas.openxmlformats.org/presentationml/2006/main">
  <p:tag name="VEVOX.TITLE" val="TITLE3"/>
</p:tagLst>
</file>

<file path=ppt/tags/tag859.xml><?xml version="1.0" encoding="utf-8"?>
<p:tagLst xmlns:a="http://schemas.openxmlformats.org/drawingml/2006/main" xmlns:r="http://schemas.openxmlformats.org/officeDocument/2006/relationships" xmlns:p="http://schemas.openxmlformats.org/presentationml/2006/main">
  <p:tag name="VEVOX.DATALABEL" val="DATALABEL3"/>
</p:tagLst>
</file>

<file path=ppt/tags/tag860.xml><?xml version="1.0" encoding="utf-8"?>
<p:tagLst xmlns:a="http://schemas.openxmlformats.org/drawingml/2006/main" xmlns:r="http://schemas.openxmlformats.org/officeDocument/2006/relationships" xmlns:p="http://schemas.openxmlformats.org/presentationml/2006/main">
  <p:tag name="VEVOX.BORDER" val="BORDER3"/>
</p:tagLst>
</file>

<file path=ppt/tags/tag861.xml><?xml version="1.0" encoding="utf-8"?>
<p:tagLst xmlns:a="http://schemas.openxmlformats.org/drawingml/2006/main" xmlns:r="http://schemas.openxmlformats.org/officeDocument/2006/relationships" xmlns:p="http://schemas.openxmlformats.org/presentationml/2006/main">
  <p:tag name="VEVOX.BAR" val="BAR3"/>
</p:tagLst>
</file>

<file path=ppt/tags/tag862.xml><?xml version="1.0" encoding="utf-8"?>
<p:tagLst xmlns:a="http://schemas.openxmlformats.org/drawingml/2006/main" xmlns:r="http://schemas.openxmlformats.org/officeDocument/2006/relationships" xmlns:p="http://schemas.openxmlformats.org/presentationml/2006/main">
  <p:tag name="VEVOX.TITLE" val="TITLE4"/>
</p:tagLst>
</file>

<file path=ppt/tags/tag863.xml><?xml version="1.0" encoding="utf-8"?>
<p:tagLst xmlns:a="http://schemas.openxmlformats.org/drawingml/2006/main" xmlns:r="http://schemas.openxmlformats.org/officeDocument/2006/relationships" xmlns:p="http://schemas.openxmlformats.org/presentationml/2006/main">
  <p:tag name="VEVOX.DATALABEL" val="DATALABEL4"/>
</p:tagLst>
</file>

<file path=ppt/tags/tag864.xml><?xml version="1.0" encoding="utf-8"?>
<p:tagLst xmlns:a="http://schemas.openxmlformats.org/drawingml/2006/main" xmlns:r="http://schemas.openxmlformats.org/officeDocument/2006/relationships" xmlns:p="http://schemas.openxmlformats.org/presentationml/2006/main">
  <p:tag name="VEVOX.BORDER" val="BORDER4"/>
</p:tagLst>
</file>

<file path=ppt/tags/tag865.xml><?xml version="1.0" encoding="utf-8"?>
<p:tagLst xmlns:a="http://schemas.openxmlformats.org/drawingml/2006/main" xmlns:r="http://schemas.openxmlformats.org/officeDocument/2006/relationships" xmlns:p="http://schemas.openxmlformats.org/presentationml/2006/main">
  <p:tag name="VEVOX.BAR" val="BAR4"/>
</p:tagLst>
</file>

<file path=ppt/tags/tag866.xml><?xml version="1.0" encoding="utf-8"?>
<p:tagLst xmlns:a="http://schemas.openxmlformats.org/drawingml/2006/main" xmlns:r="http://schemas.openxmlformats.org/officeDocument/2006/relationships" xmlns:p="http://schemas.openxmlformats.org/presentationml/2006/main">
  <p:tag name="VEVOX.TITLE" val="TITLE5"/>
</p:tagLst>
</file>

<file path=ppt/tags/tag867.xml><?xml version="1.0" encoding="utf-8"?>
<p:tagLst xmlns:a="http://schemas.openxmlformats.org/drawingml/2006/main" xmlns:r="http://schemas.openxmlformats.org/officeDocument/2006/relationships" xmlns:p="http://schemas.openxmlformats.org/presentationml/2006/main">
  <p:tag name="VEVOX.DATALABEL" val="DATALABEL5"/>
</p:tagLst>
</file>

<file path=ppt/tags/tag868.xml><?xml version="1.0" encoding="utf-8"?>
<p:tagLst xmlns:a="http://schemas.openxmlformats.org/drawingml/2006/main" xmlns:r="http://schemas.openxmlformats.org/officeDocument/2006/relationships" xmlns:p="http://schemas.openxmlformats.org/presentationml/2006/main">
  <p:tag name="VEVOX.BORDER" val="BORDER5"/>
</p:tagLst>
</file>

<file path=ppt/tags/tag869.xml><?xml version="1.0" encoding="utf-8"?>
<p:tagLst xmlns:a="http://schemas.openxmlformats.org/drawingml/2006/main" xmlns:r="http://schemas.openxmlformats.org/officeDocument/2006/relationships" xmlns:p="http://schemas.openxmlformats.org/presentationml/2006/main">
  <p:tag name="VEVOX.BAR" val="BAR5"/>
</p:tagLst>
</file>

<file path=ppt/tags/tag870.xml><?xml version="1.0" encoding="utf-8"?>
<p:tagLst xmlns:a="http://schemas.openxmlformats.org/drawingml/2006/main" xmlns:r="http://schemas.openxmlformats.org/officeDocument/2006/relationships" xmlns:p="http://schemas.openxmlformats.org/presentationml/2006/main">
  <p:tag name="VEVOX.TITLE" val="TITLE6"/>
</p:tagLst>
</file>

<file path=ppt/tags/tag871.xml><?xml version="1.0" encoding="utf-8"?>
<p:tagLst xmlns:a="http://schemas.openxmlformats.org/drawingml/2006/main" xmlns:r="http://schemas.openxmlformats.org/officeDocument/2006/relationships" xmlns:p="http://schemas.openxmlformats.org/presentationml/2006/main">
  <p:tag name="VEVOX.DATALABEL" val="DATALABEL6"/>
</p:tagLst>
</file>

<file path=ppt/tags/tag872.xml><?xml version="1.0" encoding="utf-8"?>
<p:tagLst xmlns:a="http://schemas.openxmlformats.org/drawingml/2006/main" xmlns:r="http://schemas.openxmlformats.org/officeDocument/2006/relationships" xmlns:p="http://schemas.openxmlformats.org/presentationml/2006/main">
  <p:tag name="VEVOX.BORDER" val="BORDER6"/>
</p:tagLst>
</file>

<file path=ppt/tags/tag873.xml><?xml version="1.0" encoding="utf-8"?>
<p:tagLst xmlns:a="http://schemas.openxmlformats.org/drawingml/2006/main" xmlns:r="http://schemas.openxmlformats.org/officeDocument/2006/relationships" xmlns:p="http://schemas.openxmlformats.org/presentationml/2006/main">
  <p:tag name="VEVOX.BAR" val="BAR6"/>
</p:tagLst>
</file>

<file path=ppt/tags/tag874.xml><?xml version="1.0" encoding="utf-8"?>
<p:tagLst xmlns:a="http://schemas.openxmlformats.org/drawingml/2006/main" xmlns:r="http://schemas.openxmlformats.org/officeDocument/2006/relationships" xmlns:p="http://schemas.openxmlformats.org/presentationml/2006/main">
  <p:tag name="VEVOX.RESULT" val="{&quot;id&quot;:&quot;3784426&quot;,&quot;questionSettings&quot;:{},&quot;alias&quot;:&quot;&quot;,&quot;text&quot;:&quot;Where do you store your files for uni work?&quot;,&quot;@type&quot;:&quot;MultipleChoiceQuestion&quot;,&quot;choices&quot;:[{&quot;id&quot;:&quot;14242218&quot;,&quot;alias&quot;:null,&quot;text&quot;:&quot;Cloud storage (googledrive/dropbox/onedrive)&quot;,&quot;excludeFromResults&quot;:false,&quot;image&quot;:null,&quot;imageAltText&quot;:null,&quot;isCorrectAnswer&quot;:false},{&quot;id&quot;:&quot;14242219&quot;,&quot;alias&quot;:null,&quot;text&quot;:&quot;Everything lives and dies in the downloads folder&quot;,&quot;excludeFromResults&quot;:false,&quot;image&quot;:null,&quot;imageAltText&quot;:null,&quot;isCorrectAnswer&quot;:false},{&quot;id&quot;:&quot;14242220&quot;,&quot;alias&quot;:null,&quot;text&quot;:&quot;Keep my files together in folders&quot;,&quot;excludeFromResults&quot;:false,&quot;image&quot;:null,&quot;imageAltText&quot;:null,&quot;isCorrectAnswer&quot;:false},{&quot;id&quot;:&quot;14242221&quot;,&quot;alias&quot;:null,&quot;text&quot;:&quot;No idea&quot;,&quot;excludeFromResults&quot;:false,&quot;image&quot;:null,&quot;imageAltText&quot;:null,&quot;isCorrectAnswer&quot;:false},{&quot;id&quot;:&quot;21316026&quot;,&quot;alias&quot;:null,&quot;text&quot;:&quot;On my phone&quot;,&quot;excludeFromResults&quot;:false,&quot;image&quot;:null,&quot;imageAltText&quot;:null,&quot;isCorrectAnswer&quot;:false},{&quot;id&quot;:&quot;21316027&quot;,&quot;alias&quot;:null,&quot;text&quot;:&quot;USB stick&quot;,&quot;excludeFromResults&quot;:false,&quot;image&quot;:null,&quot;imageAltText&quot;:null,&quot;isCorrectAnswer&quot;:false}],&quot;resultFormat&quot;:&quot;%&quot;,&quot;minNumberSelections&quot;:1,&quot;maxNumberSelections&quot;:6,&quot;image&quot;:null,&quot;imageAltText&quot;:&quot;&quot;,&quot;uiType&quot;:&quot;default&quot;,&quot;resultDisplayType&quot;:&quot;default&quot;}"/>
  <p:tag name="VEVOX.QUESTIONSLIDEID" val="570#1185938448/954028394"/>
  <p:tag name="VEVOX.SLIDEFORMAT.VERSION" val="1.020"/>
</p:tagLst>
</file>

<file path=ppt/tags/tag875.xml><?xml version="1.0" encoding="utf-8"?>
<p:tagLst xmlns:a="http://schemas.openxmlformats.org/drawingml/2006/main" xmlns:r="http://schemas.openxmlformats.org/officeDocument/2006/relationships" xmlns:p="http://schemas.openxmlformats.org/presentationml/2006/main">
  <p:tag name="VEVOX.QUESTION" val="Where do you store your files for uni work?"/>
</p:tagLst>
</file>

<file path=ppt/tags/tag876.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877.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878.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879.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880.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881.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882.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883.xml><?xml version="1.0" encoding="utf-8"?>
<p:tagLst xmlns:a="http://schemas.openxmlformats.org/drawingml/2006/main" xmlns:r="http://schemas.openxmlformats.org/officeDocument/2006/relationships" xmlns:p="http://schemas.openxmlformats.org/presentationml/2006/main">
  <p:tag name="VEVOX.TITLE" val="TITLE1"/>
</p:tagLst>
</file>

<file path=ppt/tags/tag884.xml><?xml version="1.0" encoding="utf-8"?>
<p:tagLst xmlns:a="http://schemas.openxmlformats.org/drawingml/2006/main" xmlns:r="http://schemas.openxmlformats.org/officeDocument/2006/relationships" xmlns:p="http://schemas.openxmlformats.org/presentationml/2006/main">
  <p:tag name="VEVOX.DATALABEL" val="DATALABEL1"/>
</p:tagLst>
</file>

<file path=ppt/tags/tag885.xml><?xml version="1.0" encoding="utf-8"?>
<p:tagLst xmlns:a="http://schemas.openxmlformats.org/drawingml/2006/main" xmlns:r="http://schemas.openxmlformats.org/officeDocument/2006/relationships" xmlns:p="http://schemas.openxmlformats.org/presentationml/2006/main">
  <p:tag name="VEVOX.BORDER" val="BORDER1"/>
</p:tagLst>
</file>

<file path=ppt/tags/tag886.xml><?xml version="1.0" encoding="utf-8"?>
<p:tagLst xmlns:a="http://schemas.openxmlformats.org/drawingml/2006/main" xmlns:r="http://schemas.openxmlformats.org/officeDocument/2006/relationships" xmlns:p="http://schemas.openxmlformats.org/presentationml/2006/main">
  <p:tag name="VEVOX.BAR" val="BAR1"/>
</p:tagLst>
</file>

<file path=ppt/tags/tag887.xml><?xml version="1.0" encoding="utf-8"?>
<p:tagLst xmlns:a="http://schemas.openxmlformats.org/drawingml/2006/main" xmlns:r="http://schemas.openxmlformats.org/officeDocument/2006/relationships" xmlns:p="http://schemas.openxmlformats.org/presentationml/2006/main">
  <p:tag name="VEVOX.TITLE" val="TITLE2"/>
</p:tagLst>
</file>

<file path=ppt/tags/tag888.xml><?xml version="1.0" encoding="utf-8"?>
<p:tagLst xmlns:a="http://schemas.openxmlformats.org/drawingml/2006/main" xmlns:r="http://schemas.openxmlformats.org/officeDocument/2006/relationships" xmlns:p="http://schemas.openxmlformats.org/presentationml/2006/main">
  <p:tag name="VEVOX.DATALABEL" val="DATALABEL2"/>
</p:tagLst>
</file>

<file path=ppt/tags/tag889.xml><?xml version="1.0" encoding="utf-8"?>
<p:tagLst xmlns:a="http://schemas.openxmlformats.org/drawingml/2006/main" xmlns:r="http://schemas.openxmlformats.org/officeDocument/2006/relationships" xmlns:p="http://schemas.openxmlformats.org/presentationml/2006/main">
  <p:tag name="VEVOX.BORDER" val="BORDER2"/>
</p:tagLst>
</file>

<file path=ppt/tags/tag890.xml><?xml version="1.0" encoding="utf-8"?>
<p:tagLst xmlns:a="http://schemas.openxmlformats.org/drawingml/2006/main" xmlns:r="http://schemas.openxmlformats.org/officeDocument/2006/relationships" xmlns:p="http://schemas.openxmlformats.org/presentationml/2006/main">
  <p:tag name="VEVOX.BAR" val="BAR2"/>
</p:tagLst>
</file>

<file path=ppt/tags/tag891.xml><?xml version="1.0" encoding="utf-8"?>
<p:tagLst xmlns:a="http://schemas.openxmlformats.org/drawingml/2006/main" xmlns:r="http://schemas.openxmlformats.org/officeDocument/2006/relationships" xmlns:p="http://schemas.openxmlformats.org/presentationml/2006/main">
  <p:tag name="VEVOX.TITLE" val="TITLE3"/>
</p:tagLst>
</file>

<file path=ppt/tags/tag892.xml><?xml version="1.0" encoding="utf-8"?>
<p:tagLst xmlns:a="http://schemas.openxmlformats.org/drawingml/2006/main" xmlns:r="http://schemas.openxmlformats.org/officeDocument/2006/relationships" xmlns:p="http://schemas.openxmlformats.org/presentationml/2006/main">
  <p:tag name="VEVOX.DATALABEL" val="DATALABEL3"/>
</p:tagLst>
</file>

<file path=ppt/tags/tag893.xml><?xml version="1.0" encoding="utf-8"?>
<p:tagLst xmlns:a="http://schemas.openxmlformats.org/drawingml/2006/main" xmlns:r="http://schemas.openxmlformats.org/officeDocument/2006/relationships" xmlns:p="http://schemas.openxmlformats.org/presentationml/2006/main">
  <p:tag name="VEVOX.BORDER" val="BORDER3"/>
</p:tagLst>
</file>

<file path=ppt/tags/tag894.xml><?xml version="1.0" encoding="utf-8"?>
<p:tagLst xmlns:a="http://schemas.openxmlformats.org/drawingml/2006/main" xmlns:r="http://schemas.openxmlformats.org/officeDocument/2006/relationships" xmlns:p="http://schemas.openxmlformats.org/presentationml/2006/main">
  <p:tag name="VEVOX.BAR" val="BAR3"/>
</p:tagLst>
</file>

<file path=ppt/tags/tag895.xml><?xml version="1.0" encoding="utf-8"?>
<p:tagLst xmlns:a="http://schemas.openxmlformats.org/drawingml/2006/main" xmlns:r="http://schemas.openxmlformats.org/officeDocument/2006/relationships" xmlns:p="http://schemas.openxmlformats.org/presentationml/2006/main">
  <p:tag name="VEVOX.TITLE" val="TITLE4"/>
</p:tagLst>
</file>

<file path=ppt/tags/tag896.xml><?xml version="1.0" encoding="utf-8"?>
<p:tagLst xmlns:a="http://schemas.openxmlformats.org/drawingml/2006/main" xmlns:r="http://schemas.openxmlformats.org/officeDocument/2006/relationships" xmlns:p="http://schemas.openxmlformats.org/presentationml/2006/main">
  <p:tag name="VEVOX.DATALABEL" val="DATALABEL4"/>
</p:tagLst>
</file>

<file path=ppt/tags/tag897.xml><?xml version="1.0" encoding="utf-8"?>
<p:tagLst xmlns:a="http://schemas.openxmlformats.org/drawingml/2006/main" xmlns:r="http://schemas.openxmlformats.org/officeDocument/2006/relationships" xmlns:p="http://schemas.openxmlformats.org/presentationml/2006/main">
  <p:tag name="VEVOX.BORDER" val="BORDER4"/>
</p:tagLst>
</file>

<file path=ppt/tags/tag898.xml><?xml version="1.0" encoding="utf-8"?>
<p:tagLst xmlns:a="http://schemas.openxmlformats.org/drawingml/2006/main" xmlns:r="http://schemas.openxmlformats.org/officeDocument/2006/relationships" xmlns:p="http://schemas.openxmlformats.org/presentationml/2006/main">
  <p:tag name="VEVOX.BAR" val="BAR4"/>
</p:tagLst>
</file>

<file path=ppt/tags/tag899.xml><?xml version="1.0" encoding="utf-8"?>
<p:tagLst xmlns:a="http://schemas.openxmlformats.org/drawingml/2006/main" xmlns:r="http://schemas.openxmlformats.org/officeDocument/2006/relationships" xmlns:p="http://schemas.openxmlformats.org/presentationml/2006/main">
  <p:tag name="VEVOX.TITLE" val="TITLE5"/>
</p:tagLst>
</file>

<file path=ppt/tags/tag900.xml><?xml version="1.0" encoding="utf-8"?>
<p:tagLst xmlns:a="http://schemas.openxmlformats.org/drawingml/2006/main" xmlns:r="http://schemas.openxmlformats.org/officeDocument/2006/relationships" xmlns:p="http://schemas.openxmlformats.org/presentationml/2006/main">
  <p:tag name="VEVOX.DATALABEL" val="DATALABEL5"/>
</p:tagLst>
</file>

<file path=ppt/tags/tag901.xml><?xml version="1.0" encoding="utf-8"?>
<p:tagLst xmlns:a="http://schemas.openxmlformats.org/drawingml/2006/main" xmlns:r="http://schemas.openxmlformats.org/officeDocument/2006/relationships" xmlns:p="http://schemas.openxmlformats.org/presentationml/2006/main">
  <p:tag name="VEVOX.BORDER" val="BORDER5"/>
</p:tagLst>
</file>

<file path=ppt/tags/tag902.xml><?xml version="1.0" encoding="utf-8"?>
<p:tagLst xmlns:a="http://schemas.openxmlformats.org/drawingml/2006/main" xmlns:r="http://schemas.openxmlformats.org/officeDocument/2006/relationships" xmlns:p="http://schemas.openxmlformats.org/presentationml/2006/main">
  <p:tag name="VEVOX.BAR" val="BAR5"/>
</p:tagLst>
</file>

<file path=ppt/tags/tag903.xml><?xml version="1.0" encoding="utf-8"?>
<p:tagLst xmlns:a="http://schemas.openxmlformats.org/drawingml/2006/main" xmlns:r="http://schemas.openxmlformats.org/officeDocument/2006/relationships" xmlns:p="http://schemas.openxmlformats.org/presentationml/2006/main">
  <p:tag name="VEVOX.TITLE" val="TITLE6"/>
</p:tagLst>
</file>

<file path=ppt/tags/tag904.xml><?xml version="1.0" encoding="utf-8"?>
<p:tagLst xmlns:a="http://schemas.openxmlformats.org/drawingml/2006/main" xmlns:r="http://schemas.openxmlformats.org/officeDocument/2006/relationships" xmlns:p="http://schemas.openxmlformats.org/presentationml/2006/main">
  <p:tag name="VEVOX.DATALABEL" val="DATALABEL6"/>
</p:tagLst>
</file>

<file path=ppt/tags/tag905.xml><?xml version="1.0" encoding="utf-8"?>
<p:tagLst xmlns:a="http://schemas.openxmlformats.org/drawingml/2006/main" xmlns:r="http://schemas.openxmlformats.org/officeDocument/2006/relationships" xmlns:p="http://schemas.openxmlformats.org/presentationml/2006/main">
  <p:tag name="VEVOX.BORDER" val="BORDER6"/>
</p:tagLst>
</file>

<file path=ppt/tags/tag906.xml><?xml version="1.0" encoding="utf-8"?>
<p:tagLst xmlns:a="http://schemas.openxmlformats.org/drawingml/2006/main" xmlns:r="http://schemas.openxmlformats.org/officeDocument/2006/relationships" xmlns:p="http://schemas.openxmlformats.org/presentationml/2006/main">
  <p:tag name="VEVOX.BAR" val="BAR6"/>
</p:tagLst>
</file>

<file path=ppt/tags/tag907.xml><?xml version="1.0" encoding="utf-8"?>
<p:tagLst xmlns:a="http://schemas.openxmlformats.org/drawingml/2006/main" xmlns:r="http://schemas.openxmlformats.org/officeDocument/2006/relationships" xmlns:p="http://schemas.openxmlformats.org/presentationml/2006/main">
  <p:tag name="VEVOX.RESULT.PLACEHOLDER" val="{&quot;left&quot;:0,&quot;top&quot;:432,&quot;width&quot;:960,&quot;height&quot;:96}"/>
</p:tagLst>
</file>

<file path=ppt/tags/tag908.xml><?xml version="1.0" encoding="utf-8"?>
<p:tagLst xmlns:a="http://schemas.openxmlformats.org/drawingml/2006/main" xmlns:r="http://schemas.openxmlformats.org/officeDocument/2006/relationships" xmlns:p="http://schemas.openxmlformats.org/presentationml/2006/main">
  <p:tag name="VEVOX.POLL" val="{&quot;@type&quot;:&quot;ScatterPlotQuestion&quot;,&quot;questionSettings&quot;:{},&quot;alias&quot;:null,&quot;lowerCaseAlias&quot;:&quot;&quot;,&quot;id&quot;:&quot;3784168&quot;,&quot;text&quot;:&quot;Please place each politician where you think they belong on the following two 0-10 scales&quot;,&quot;xText&quot;:&quot;Rightwing&quot;,&quot;yText&quot;:&quot;Populist&quot;,&quot;minX&quot;:0,&quot;maxX&quot;:10,&quot;minY&quot;:0,&quot;maxY&quot;:10,&quot;items&quot;:[{&quot;id&quot;:&quot;24277&quot;,&quot;alias&quot;:null,&quot;sequence&quot;:0,&quot;text&quot;:&quot;Zohran Mamdani&quot;},{&quot;id&quot;:&quot;24278&quot;,&quot;alias&quot;:null,&quot;sequence&quot;:1,&quot;text&quot;:&quot;Donald Trump&quot;},{&quot;id&quot;:&quot;24279&quot;,&quot;alias&quot;:null,&quot;sequence&quot;:2,&quot;text&quot;:&quot;Zack Polanski&quot;},{&quot;id&quot;:&quot;24280&quot;,&quot;alias&quot;:null,&quot;sequence&quot;:3,&quot;text&quot;:&quot;Nigel Farage&quot;}],&quot;image&quot;:null,&quot;imageAltText&quot;:&quot;&quot;}"/>
  <p:tag name="VEVOX.ORIGIN.SESSION.ID" val="550402"/>
  <p:tag name="VEVOX.ORIGIN.QUESTION.ID" val="3784168"/>
  <p:tag name="VEVOX.QUESTIONSLIDEID" val="548#1635377456/890963409"/>
  <p:tag name="VEVOX.SLIDEFORMAT.VERSION" val="1.020"/>
</p:tagLst>
</file>

<file path=ppt/tags/tag909.xml><?xml version="1.0" encoding="utf-8"?>
<p:tagLst xmlns:a="http://schemas.openxmlformats.org/drawingml/2006/main" xmlns:r="http://schemas.openxmlformats.org/officeDocument/2006/relationships" xmlns:p="http://schemas.openxmlformats.org/presentationml/2006/main">
  <p:tag name="VEVOX.QUESTION" val="Please place each politician where you think they belong on the following two 0-10 scales"/>
</p:tagLst>
</file>

<file path=ppt/tags/tag910.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911.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912.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913.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914.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915.xml><?xml version="1.0" encoding="utf-8"?>
<p:tagLst xmlns:a="http://schemas.openxmlformats.org/drawingml/2006/main" xmlns:r="http://schemas.openxmlformats.org/officeDocument/2006/relationships" xmlns:p="http://schemas.openxmlformats.org/presentationml/2006/main">
  <p:tag name="VEVOX.COUNTDOWNTIMER.DISPLAY" val="{&quot;left&quot;:893,&quot;top&quot;:473,&quot;width&quot;:60,&quot;height&quot;:60}"/>
</p:tagLst>
</file>

<file path=ppt/tags/tag916.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917.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918.xml><?xml version="1.0" encoding="utf-8"?>
<p:tagLst xmlns:a="http://schemas.openxmlformats.org/drawingml/2006/main" xmlns:r="http://schemas.openxmlformats.org/officeDocument/2006/relationships" xmlns:p="http://schemas.openxmlformats.org/presentationml/2006/main">
  <p:tag name="VEVOX.MAPPINGS.COLOR" val="Zohran Mamdani"/>
</p:tagLst>
</file>

<file path=ppt/tags/tag919.xml><?xml version="1.0" encoding="utf-8"?>
<p:tagLst xmlns:a="http://schemas.openxmlformats.org/drawingml/2006/main" xmlns:r="http://schemas.openxmlformats.org/officeDocument/2006/relationships" xmlns:p="http://schemas.openxmlformats.org/presentationml/2006/main">
  <p:tag name="VEVOX.MAPPINGS.COLOR" val="TITLE_0"/>
</p:tagLst>
</file>

<file path=ppt/tags/tag920.xml><?xml version="1.0" encoding="utf-8"?>
<p:tagLst xmlns:a="http://schemas.openxmlformats.org/drawingml/2006/main" xmlns:r="http://schemas.openxmlformats.org/officeDocument/2006/relationships" xmlns:p="http://schemas.openxmlformats.org/presentationml/2006/main">
  <p:tag name="VEVOX.MAPPINGS.COLOR" val="Donald Trump"/>
</p:tagLst>
</file>

<file path=ppt/tags/tag921.xml><?xml version="1.0" encoding="utf-8"?>
<p:tagLst xmlns:a="http://schemas.openxmlformats.org/drawingml/2006/main" xmlns:r="http://schemas.openxmlformats.org/officeDocument/2006/relationships" xmlns:p="http://schemas.openxmlformats.org/presentationml/2006/main">
  <p:tag name="VEVOX.MAPPINGS.COLOR" val="TITLE_1"/>
</p:tagLst>
</file>

<file path=ppt/tags/tag922.xml><?xml version="1.0" encoding="utf-8"?>
<p:tagLst xmlns:a="http://schemas.openxmlformats.org/drawingml/2006/main" xmlns:r="http://schemas.openxmlformats.org/officeDocument/2006/relationships" xmlns:p="http://schemas.openxmlformats.org/presentationml/2006/main">
  <p:tag name="VEVOX.MAPPINGS.COLOR" val="Zack Polanski"/>
</p:tagLst>
</file>

<file path=ppt/tags/tag923.xml><?xml version="1.0" encoding="utf-8"?>
<p:tagLst xmlns:a="http://schemas.openxmlformats.org/drawingml/2006/main" xmlns:r="http://schemas.openxmlformats.org/officeDocument/2006/relationships" xmlns:p="http://schemas.openxmlformats.org/presentationml/2006/main">
  <p:tag name="VEVOX.MAPPINGS.COLOR" val="TITLE_2"/>
</p:tagLst>
</file>

<file path=ppt/tags/tag924.xml><?xml version="1.0" encoding="utf-8"?>
<p:tagLst xmlns:a="http://schemas.openxmlformats.org/drawingml/2006/main" xmlns:r="http://schemas.openxmlformats.org/officeDocument/2006/relationships" xmlns:p="http://schemas.openxmlformats.org/presentationml/2006/main">
  <p:tag name="VEVOX.MAPPINGS.COLOR" val="Nigel Farage"/>
</p:tagLst>
</file>

<file path=ppt/tags/tag925.xml><?xml version="1.0" encoding="utf-8"?>
<p:tagLst xmlns:a="http://schemas.openxmlformats.org/drawingml/2006/main" xmlns:r="http://schemas.openxmlformats.org/officeDocument/2006/relationships" xmlns:p="http://schemas.openxmlformats.org/presentationml/2006/main">
  <p:tag name="VEVOX.MAPPINGS.COLOR" val="TITLE_3"/>
</p:tagLst>
</file>

<file path=ppt/tags/tag926.xml><?xml version="1.0" encoding="utf-8"?>
<p:tagLst xmlns:a="http://schemas.openxmlformats.org/drawingml/2006/main" xmlns:r="http://schemas.openxmlformats.org/officeDocument/2006/relationships" xmlns:p="http://schemas.openxmlformats.org/presentationml/2006/main">
  <p:tag name="VEVOX.GUIDE.X" val="x"/>
</p:tagLst>
</file>

<file path=ppt/tags/tag927.xml><?xml version="1.0" encoding="utf-8"?>
<p:tagLst xmlns:a="http://schemas.openxmlformats.org/drawingml/2006/main" xmlns:r="http://schemas.openxmlformats.org/officeDocument/2006/relationships" xmlns:p="http://schemas.openxmlformats.org/presentationml/2006/main">
  <p:tag name="VEVOX.GUIDE.Y" val="y"/>
</p:tagLst>
</file>

<file path=ppt/tags/tag928.xml><?xml version="1.0" encoding="utf-8"?>
<p:tagLst xmlns:a="http://schemas.openxmlformats.org/drawingml/2006/main" xmlns:r="http://schemas.openxmlformats.org/officeDocument/2006/relationships" xmlns:p="http://schemas.openxmlformats.org/presentationml/2006/main">
  <p:tag name="VEVOX.XYP.AVG.INDICATOR" val="XYP.AVG.INDICATOR0"/>
  <p:tag name="VEVOX.XYP.AVG.INDICATOR.ID" val="0"/>
</p:tagLst>
</file>

<file path=ppt/tags/tag929.xml><?xml version="1.0" encoding="utf-8"?>
<p:tagLst xmlns:a="http://schemas.openxmlformats.org/drawingml/2006/main" xmlns:r="http://schemas.openxmlformats.org/officeDocument/2006/relationships" xmlns:p="http://schemas.openxmlformats.org/presentationml/2006/main">
  <p:tag name="VEVOX.XYP.AVG.INDICATOR" val="TITLE_0"/>
  <p:tag name="VEVOX.XYP.AVG.INDICATOR.LABEL.ID" val="0"/>
</p:tagLst>
</file>

<file path=ppt/tags/tag930.xml><?xml version="1.0" encoding="utf-8"?>
<p:tagLst xmlns:a="http://schemas.openxmlformats.org/drawingml/2006/main" xmlns:r="http://schemas.openxmlformats.org/officeDocument/2006/relationships" xmlns:p="http://schemas.openxmlformats.org/presentationml/2006/main">
  <p:tag name="VEVOX.XYP.AVG.INDICATOR" val="XYP.AVG.INDICATOR1"/>
  <p:tag name="VEVOX.XYP.AVG.INDICATOR.ID" val="1"/>
</p:tagLst>
</file>

<file path=ppt/tags/tag931.xml><?xml version="1.0" encoding="utf-8"?>
<p:tagLst xmlns:a="http://schemas.openxmlformats.org/drawingml/2006/main" xmlns:r="http://schemas.openxmlformats.org/officeDocument/2006/relationships" xmlns:p="http://schemas.openxmlformats.org/presentationml/2006/main">
  <p:tag name="VEVOX.XYP.AVG.INDICATOR" val="TITLE_1"/>
  <p:tag name="VEVOX.XYP.AVG.INDICATOR.LABEL.ID" val="1"/>
</p:tagLst>
</file>

<file path=ppt/tags/tag932.xml><?xml version="1.0" encoding="utf-8"?>
<p:tagLst xmlns:a="http://schemas.openxmlformats.org/drawingml/2006/main" xmlns:r="http://schemas.openxmlformats.org/officeDocument/2006/relationships" xmlns:p="http://schemas.openxmlformats.org/presentationml/2006/main">
  <p:tag name="VEVOX.XYP.AVG.INDICATOR" val="XYP.AVG.INDICATOR2"/>
  <p:tag name="VEVOX.XYP.AVG.INDICATOR.ID" val="2"/>
</p:tagLst>
</file>

<file path=ppt/tags/tag933.xml><?xml version="1.0" encoding="utf-8"?>
<p:tagLst xmlns:a="http://schemas.openxmlformats.org/drawingml/2006/main" xmlns:r="http://schemas.openxmlformats.org/officeDocument/2006/relationships" xmlns:p="http://schemas.openxmlformats.org/presentationml/2006/main">
  <p:tag name="VEVOX.XYP.AVG.INDICATOR" val="TITLE_2"/>
  <p:tag name="VEVOX.XYP.AVG.INDICATOR.LABEL.ID" val="2"/>
</p:tagLst>
</file>

<file path=ppt/tags/tag934.xml><?xml version="1.0" encoding="utf-8"?>
<p:tagLst xmlns:a="http://schemas.openxmlformats.org/drawingml/2006/main" xmlns:r="http://schemas.openxmlformats.org/officeDocument/2006/relationships" xmlns:p="http://schemas.openxmlformats.org/presentationml/2006/main">
  <p:tag name="VEVOX.XYP.AVG.INDICATOR" val="XYP.AVG.INDICATOR3"/>
  <p:tag name="VEVOX.XYP.AVG.INDICATOR.ID" val="3"/>
</p:tagLst>
</file>

<file path=ppt/tags/tag935.xml><?xml version="1.0" encoding="utf-8"?>
<p:tagLst xmlns:a="http://schemas.openxmlformats.org/drawingml/2006/main" xmlns:r="http://schemas.openxmlformats.org/officeDocument/2006/relationships" xmlns:p="http://schemas.openxmlformats.org/presentationml/2006/main">
  <p:tag name="VEVOX.XYP.AVG.INDICATOR" val="TITLE_3"/>
  <p:tag name="VEVOX.XYP.AVG.INDICATOR.LABEL.ID" val="3"/>
</p:tagLst>
</file>

<file path=ppt/tags/tag936.xml><?xml version="1.0" encoding="utf-8"?>
<p:tagLst xmlns:a="http://schemas.openxmlformats.org/drawingml/2006/main" xmlns:r="http://schemas.openxmlformats.org/officeDocument/2006/relationships" xmlns:p="http://schemas.openxmlformats.org/presentationml/2006/main">
  <p:tag name="VEVOX.XYP.TEXT.Y" val="X"/>
</p:tagLst>
</file>

<file path=ppt/tags/tag937.xml><?xml version="1.0" encoding="utf-8"?>
<p:tagLst xmlns:a="http://schemas.openxmlformats.org/drawingml/2006/main" xmlns:r="http://schemas.openxmlformats.org/officeDocument/2006/relationships" xmlns:p="http://schemas.openxmlformats.org/presentationml/2006/main">
  <p:tag name="VEVOX.XYP.TEXT.X" val="X"/>
</p:tagLst>
</file>

<file path=ppt/tags/tag938.xml><?xml version="1.0" encoding="utf-8"?>
<p:tagLst xmlns:a="http://schemas.openxmlformats.org/drawingml/2006/main" xmlns:r="http://schemas.openxmlformats.org/officeDocument/2006/relationships" xmlns:p="http://schemas.openxmlformats.org/presentationml/2006/main">
  <p:tag name="VEVOX.XYP.MAX.X" val="X"/>
</p:tagLst>
</file>

<file path=ppt/tags/tag939.xml><?xml version="1.0" encoding="utf-8"?>
<p:tagLst xmlns:a="http://schemas.openxmlformats.org/drawingml/2006/main" xmlns:r="http://schemas.openxmlformats.org/officeDocument/2006/relationships" xmlns:p="http://schemas.openxmlformats.org/presentationml/2006/main">
  <p:tag name="VEVOX.XYP.MAX.Y" val="X"/>
</p:tagLst>
</file>

<file path=ppt/tags/tag940.xml><?xml version="1.0" encoding="utf-8"?>
<p:tagLst xmlns:a="http://schemas.openxmlformats.org/drawingml/2006/main" xmlns:r="http://schemas.openxmlformats.org/officeDocument/2006/relationships" xmlns:p="http://schemas.openxmlformats.org/presentationml/2006/main">
  <p:tag name="VEVOX.RESULT" val="{&quot;@type&quot;:&quot;ScatterPlotQuestion&quot;,&quot;questionSettings&quot;:{},&quot;alias&quot;:null,&quot;lowerCaseAlias&quot;:&quot;&quot;,&quot;id&quot;:&quot;3784168&quot;,&quot;text&quot;:&quot;Please place each politician where you think they belong on the following two 0-10 scales&quot;,&quot;xText&quot;:&quot;Rightwing&quot;,&quot;yText&quot;:&quot;Populist&quot;,&quot;minX&quot;:0,&quot;maxX&quot;:10,&quot;minY&quot;:0,&quot;maxY&quot;:10,&quot;items&quot;:[{&quot;id&quot;:&quot;24277&quot;,&quot;alias&quot;:null,&quot;sequence&quot;:0,&quot;text&quot;:&quot;Zohran Mamdani&quot;},{&quot;id&quot;:&quot;24278&quot;,&quot;alias&quot;:null,&quot;sequence&quot;:1,&quot;text&quot;:&quot;Donald Trump&quot;},{&quot;id&quot;:&quot;24279&quot;,&quot;alias&quot;:null,&quot;sequence&quot;:2,&quot;text&quot;:&quot;Zack Polanski&quot;},{&quot;id&quot;:&quot;24280&quot;,&quot;alias&quot;:null,&quot;sequence&quot;:3,&quot;text&quot;:&quot;Nigel Farage&quot;}],&quot;image&quot;:null,&quot;imageAltText&quot;:&quot;&quot;}"/>
  <p:tag name="VEVOX.QUESTIONSLIDEID" val="548#1635377456/890963409"/>
  <p:tag name="VEVOX.SLIDEFORMAT.VERSION" val="1.020"/>
</p:tagLst>
</file>

<file path=ppt/tags/tag941.xml><?xml version="1.0" encoding="utf-8"?>
<p:tagLst xmlns:a="http://schemas.openxmlformats.org/drawingml/2006/main" xmlns:r="http://schemas.openxmlformats.org/officeDocument/2006/relationships" xmlns:p="http://schemas.openxmlformats.org/presentationml/2006/main">
  <p:tag name="VEVOX.QUESTION" val="Please place each politician where you think they belong on the following two 0-10 scales"/>
</p:tagLst>
</file>

<file path=ppt/tags/tag942.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943.xml><?xml version="1.0" encoding="utf-8"?>
<p:tagLst xmlns:a="http://schemas.openxmlformats.org/drawingml/2006/main" xmlns:r="http://schemas.openxmlformats.org/officeDocument/2006/relationships" xmlns:p="http://schemas.openxmlformats.org/presentationml/2006/main">
  <p:tag name="VEVOX.PARTICIPANTS" val="{&quot;left&quot;:5,&quot;top&quot;:5,&quot;width&quot;:160,&quot;height&quot;:30}"/>
</p:tagLst>
</file>

<file path=ppt/tags/tag944.xml><?xml version="1.0" encoding="utf-8"?>
<p:tagLst xmlns:a="http://schemas.openxmlformats.org/drawingml/2006/main" xmlns:r="http://schemas.openxmlformats.org/officeDocument/2006/relationships" xmlns:p="http://schemas.openxmlformats.org/presentationml/2006/main">
  <p:tag name="VEVOX.POLLSTATUSTEXT" val="{&quot;left&quot;:795,&quot;top&quot;:5,&quot;width&quot;:160,&quot;height&quot;:30}"/>
</p:tagLst>
</file>

<file path=ppt/tags/tag945.xml><?xml version="1.0" encoding="utf-8"?>
<p:tagLst xmlns:a="http://schemas.openxmlformats.org/drawingml/2006/main" xmlns:r="http://schemas.openxmlformats.org/officeDocument/2006/relationships" xmlns:p="http://schemas.openxmlformats.org/presentationml/2006/main">
  <p:tag name="VEVOX.PARTICIPANTSDOODLE.SHOULDERS" val="{&quot;left&quot;:13,&quot;top&quot;:20,&quot;width&quot;:14,&quot;height&quot;:10}"/>
</p:tagLst>
</file>

<file path=ppt/tags/tag946.xml><?xml version="1.0" encoding="utf-8"?>
<p:tagLst xmlns:a="http://schemas.openxmlformats.org/drawingml/2006/main" xmlns:r="http://schemas.openxmlformats.org/officeDocument/2006/relationships" xmlns:p="http://schemas.openxmlformats.org/presentationml/2006/main">
  <p:tag name="VEVOX.PARTICIPANTSDOODLE.HEAD" val="{&quot;left&quot;:15,&quot;top&quot;:10,&quot;width&quot;:10,&quot;height&quot;:10}"/>
</p:tagLst>
</file>

<file path=ppt/tags/tag947.xml><?xml version="1.0" encoding="utf-8"?>
<p:tagLst xmlns:a="http://schemas.openxmlformats.org/drawingml/2006/main" xmlns:r="http://schemas.openxmlformats.org/officeDocument/2006/relationships" xmlns:p="http://schemas.openxmlformats.org/presentationml/2006/main">
  <p:tag name="VEVOX.JOIN.URL" val="{&quot;left&quot;:270,&quot;top&quot;:7,&quot;width&quot;:190,&quot;height&quot;:30}"/>
</p:tagLst>
</file>

<file path=ppt/tags/tag948.xml><?xml version="1.0" encoding="utf-8"?>
<p:tagLst xmlns:a="http://schemas.openxmlformats.org/drawingml/2006/main" xmlns:r="http://schemas.openxmlformats.org/officeDocument/2006/relationships" xmlns:p="http://schemas.openxmlformats.org/presentationml/2006/main">
  <p:tag name="VEVOX.ACCESSCODE.DISPLAY" val="{&quot;left&quot;:500,&quot;top&quot;:8,&quot;width&quot;:190,&quot;height&quot;:30}"/>
</p:tagLst>
</file>

<file path=ppt/tags/tag949.xml><?xml version="1.0" encoding="utf-8"?>
<p:tagLst xmlns:a="http://schemas.openxmlformats.org/drawingml/2006/main" xmlns:r="http://schemas.openxmlformats.org/officeDocument/2006/relationships" xmlns:p="http://schemas.openxmlformats.org/presentationml/2006/main">
  <p:tag name="VEVOX.MAPPINGS.COLOR" val="Zohran Mamdani"/>
</p:tagLst>
</file>

<file path=ppt/tags/tag950.xml><?xml version="1.0" encoding="utf-8"?>
<p:tagLst xmlns:a="http://schemas.openxmlformats.org/drawingml/2006/main" xmlns:r="http://schemas.openxmlformats.org/officeDocument/2006/relationships" xmlns:p="http://schemas.openxmlformats.org/presentationml/2006/main">
  <p:tag name="VEVOX.MAPPINGS.COLOR" val="TITLE_0"/>
</p:tagLst>
</file>

<file path=ppt/tags/tag951.xml><?xml version="1.0" encoding="utf-8"?>
<p:tagLst xmlns:a="http://schemas.openxmlformats.org/drawingml/2006/main" xmlns:r="http://schemas.openxmlformats.org/officeDocument/2006/relationships" xmlns:p="http://schemas.openxmlformats.org/presentationml/2006/main">
  <p:tag name="VEVOX.MAPPINGS.COLOR" val="Donald Trump"/>
</p:tagLst>
</file>

<file path=ppt/tags/tag952.xml><?xml version="1.0" encoding="utf-8"?>
<p:tagLst xmlns:a="http://schemas.openxmlformats.org/drawingml/2006/main" xmlns:r="http://schemas.openxmlformats.org/officeDocument/2006/relationships" xmlns:p="http://schemas.openxmlformats.org/presentationml/2006/main">
  <p:tag name="VEVOX.MAPPINGS.COLOR" val="TITLE_1"/>
</p:tagLst>
</file>

<file path=ppt/tags/tag953.xml><?xml version="1.0" encoding="utf-8"?>
<p:tagLst xmlns:a="http://schemas.openxmlformats.org/drawingml/2006/main" xmlns:r="http://schemas.openxmlformats.org/officeDocument/2006/relationships" xmlns:p="http://schemas.openxmlformats.org/presentationml/2006/main">
  <p:tag name="VEVOX.MAPPINGS.COLOR" val="Zack Polanski"/>
</p:tagLst>
</file>

<file path=ppt/tags/tag954.xml><?xml version="1.0" encoding="utf-8"?>
<p:tagLst xmlns:a="http://schemas.openxmlformats.org/drawingml/2006/main" xmlns:r="http://schemas.openxmlformats.org/officeDocument/2006/relationships" xmlns:p="http://schemas.openxmlformats.org/presentationml/2006/main">
  <p:tag name="VEVOX.MAPPINGS.COLOR" val="TITLE_2"/>
</p:tagLst>
</file>

<file path=ppt/tags/tag955.xml><?xml version="1.0" encoding="utf-8"?>
<p:tagLst xmlns:a="http://schemas.openxmlformats.org/drawingml/2006/main" xmlns:r="http://schemas.openxmlformats.org/officeDocument/2006/relationships" xmlns:p="http://schemas.openxmlformats.org/presentationml/2006/main">
  <p:tag name="VEVOX.MAPPINGS.COLOR" val="Nigel Farage"/>
</p:tagLst>
</file>

<file path=ppt/tags/tag956.xml><?xml version="1.0" encoding="utf-8"?>
<p:tagLst xmlns:a="http://schemas.openxmlformats.org/drawingml/2006/main" xmlns:r="http://schemas.openxmlformats.org/officeDocument/2006/relationships" xmlns:p="http://schemas.openxmlformats.org/presentationml/2006/main">
  <p:tag name="VEVOX.MAPPINGS.COLOR" val="TITLE_3"/>
</p:tagLst>
</file>

<file path=ppt/tags/tag957.xml><?xml version="1.0" encoding="utf-8"?>
<p:tagLst xmlns:a="http://schemas.openxmlformats.org/drawingml/2006/main" xmlns:r="http://schemas.openxmlformats.org/officeDocument/2006/relationships" xmlns:p="http://schemas.openxmlformats.org/presentationml/2006/main">
  <p:tag name="VEVOX.GUIDE.X" val="x"/>
</p:tagLst>
</file>

<file path=ppt/tags/tag958.xml><?xml version="1.0" encoding="utf-8"?>
<p:tagLst xmlns:a="http://schemas.openxmlformats.org/drawingml/2006/main" xmlns:r="http://schemas.openxmlformats.org/officeDocument/2006/relationships" xmlns:p="http://schemas.openxmlformats.org/presentationml/2006/main">
  <p:tag name="VEVOX.GUIDE.Y" val="y"/>
</p:tagLst>
</file>

<file path=ppt/tags/tag959.xml><?xml version="1.0" encoding="utf-8"?>
<p:tagLst xmlns:a="http://schemas.openxmlformats.org/drawingml/2006/main" xmlns:r="http://schemas.openxmlformats.org/officeDocument/2006/relationships" xmlns:p="http://schemas.openxmlformats.org/presentationml/2006/main">
  <p:tag name="VEVOX.XYP.AVG.INDICATOR" val="XYP.AVG.INDICATOR0"/>
  <p:tag name="VEVOX.XYP.AVG.INDICATOR.ID" val="0"/>
</p:tagLst>
</file>

<file path=ppt/tags/tag960.xml><?xml version="1.0" encoding="utf-8"?>
<p:tagLst xmlns:a="http://schemas.openxmlformats.org/drawingml/2006/main" xmlns:r="http://schemas.openxmlformats.org/officeDocument/2006/relationships" xmlns:p="http://schemas.openxmlformats.org/presentationml/2006/main">
  <p:tag name="VEVOX.XYP.AVG.INDICATOR" val="TITLE_0"/>
  <p:tag name="VEVOX.XYP.AVG.INDICATOR.LABEL.ID" val="0"/>
</p:tagLst>
</file>

<file path=ppt/tags/tag961.xml><?xml version="1.0" encoding="utf-8"?>
<p:tagLst xmlns:a="http://schemas.openxmlformats.org/drawingml/2006/main" xmlns:r="http://schemas.openxmlformats.org/officeDocument/2006/relationships" xmlns:p="http://schemas.openxmlformats.org/presentationml/2006/main">
  <p:tag name="VEVOX.XYP.AVG.INDICATOR" val="XYP.AVG.INDICATOR1"/>
  <p:tag name="VEVOX.XYP.AVG.INDICATOR.ID" val="1"/>
</p:tagLst>
</file>

<file path=ppt/tags/tag962.xml><?xml version="1.0" encoding="utf-8"?>
<p:tagLst xmlns:a="http://schemas.openxmlformats.org/drawingml/2006/main" xmlns:r="http://schemas.openxmlformats.org/officeDocument/2006/relationships" xmlns:p="http://schemas.openxmlformats.org/presentationml/2006/main">
  <p:tag name="VEVOX.XYP.AVG.INDICATOR" val="TITLE_1"/>
  <p:tag name="VEVOX.XYP.AVG.INDICATOR.LABEL.ID" val="1"/>
</p:tagLst>
</file>

<file path=ppt/tags/tag963.xml><?xml version="1.0" encoding="utf-8"?>
<p:tagLst xmlns:a="http://schemas.openxmlformats.org/drawingml/2006/main" xmlns:r="http://schemas.openxmlformats.org/officeDocument/2006/relationships" xmlns:p="http://schemas.openxmlformats.org/presentationml/2006/main">
  <p:tag name="VEVOX.XYP.AVG.INDICATOR" val="XYP.AVG.INDICATOR2"/>
  <p:tag name="VEVOX.XYP.AVG.INDICATOR.ID" val="2"/>
</p:tagLst>
</file>

<file path=ppt/tags/tag964.xml><?xml version="1.0" encoding="utf-8"?>
<p:tagLst xmlns:a="http://schemas.openxmlformats.org/drawingml/2006/main" xmlns:r="http://schemas.openxmlformats.org/officeDocument/2006/relationships" xmlns:p="http://schemas.openxmlformats.org/presentationml/2006/main">
  <p:tag name="VEVOX.XYP.AVG.INDICATOR" val="TITLE_2"/>
  <p:tag name="VEVOX.XYP.AVG.INDICATOR.LABEL.ID" val="2"/>
</p:tagLst>
</file>

<file path=ppt/tags/tag965.xml><?xml version="1.0" encoding="utf-8"?>
<p:tagLst xmlns:a="http://schemas.openxmlformats.org/drawingml/2006/main" xmlns:r="http://schemas.openxmlformats.org/officeDocument/2006/relationships" xmlns:p="http://schemas.openxmlformats.org/presentationml/2006/main">
  <p:tag name="VEVOX.XYP.AVG.INDICATOR" val="XYP.AVG.INDICATOR3"/>
  <p:tag name="VEVOX.XYP.AVG.INDICATOR.ID" val="3"/>
</p:tagLst>
</file>

<file path=ppt/tags/tag966.xml><?xml version="1.0" encoding="utf-8"?>
<p:tagLst xmlns:a="http://schemas.openxmlformats.org/drawingml/2006/main" xmlns:r="http://schemas.openxmlformats.org/officeDocument/2006/relationships" xmlns:p="http://schemas.openxmlformats.org/presentationml/2006/main">
  <p:tag name="VEVOX.XYP.AVG.INDICATOR" val="TITLE_3"/>
  <p:tag name="VEVOX.XYP.AVG.INDICATOR.LABEL.ID" val="3"/>
</p:tagLst>
</file>

<file path=ppt/tags/tag967.xml><?xml version="1.0" encoding="utf-8"?>
<p:tagLst xmlns:a="http://schemas.openxmlformats.org/drawingml/2006/main" xmlns:r="http://schemas.openxmlformats.org/officeDocument/2006/relationships" xmlns:p="http://schemas.openxmlformats.org/presentationml/2006/main">
  <p:tag name="VEVOX.XYP.TEXT.Y" val="X"/>
</p:tagLst>
</file>

<file path=ppt/tags/tag968.xml><?xml version="1.0" encoding="utf-8"?>
<p:tagLst xmlns:a="http://schemas.openxmlformats.org/drawingml/2006/main" xmlns:r="http://schemas.openxmlformats.org/officeDocument/2006/relationships" xmlns:p="http://schemas.openxmlformats.org/presentationml/2006/main">
  <p:tag name="VEVOX.XYP.TEXT.X" val="X"/>
</p:tagLst>
</file>

<file path=ppt/tags/tag969.xml><?xml version="1.0" encoding="utf-8"?>
<p:tagLst xmlns:a="http://schemas.openxmlformats.org/drawingml/2006/main" xmlns:r="http://schemas.openxmlformats.org/officeDocument/2006/relationships" xmlns:p="http://schemas.openxmlformats.org/presentationml/2006/main">
  <p:tag name="VEVOX.XYP.MAX.X" val="X"/>
</p:tagLst>
</file>

<file path=ppt/tags/tag970.xml><?xml version="1.0" encoding="utf-8"?>
<p:tagLst xmlns:a="http://schemas.openxmlformats.org/drawingml/2006/main" xmlns:r="http://schemas.openxmlformats.org/officeDocument/2006/relationships" xmlns:p="http://schemas.openxmlformats.org/presentationml/2006/main">
  <p:tag name="VEVOX.XYP.MAX.Y" val="X"/>
</p:tagLst>
</file>

<file path=ppt/tags/tag971.xml><?xml version="1.0" encoding="utf-8"?>
<p:tagLst xmlns:a="http://schemas.openxmlformats.org/drawingml/2006/main" xmlns:r="http://schemas.openxmlformats.org/officeDocument/2006/relationships" xmlns:p="http://schemas.openxmlformats.org/presentationml/2006/main">
  <p:tag name="VEVOX.RESULT.PLACEHOLDE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23AFCB4-6ED2-4A1B-B74C-8E17736BF60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4966</TotalTime>
  <Words>2389</Words>
  <Application>Microsoft Office PowerPoint</Application>
  <PresentationFormat>Widescreen</PresentationFormat>
  <Paragraphs>609</Paragraphs>
  <Slides>76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Aharoni</vt:lpstr>
      <vt:lpstr>Arial</vt:lpstr>
      <vt:lpstr>Bierstadt</vt:lpstr>
      <vt:lpstr>Calibri</vt:lpstr>
      <vt:lpstr>Franklin Gothic Demi</vt:lpstr>
      <vt:lpstr>Gill Sans MT</vt:lpstr>
      <vt:lpstr>Symbol</vt:lpstr>
      <vt:lpstr>Office Theme</vt:lpstr>
      <vt:lpstr>Content Analysis (Part II)</vt:lpstr>
      <vt:lpstr>PowerPoint Presentation</vt:lpstr>
      <vt:lpstr>PowerPoint Presentation</vt:lpstr>
      <vt:lpstr>PowerPoint Presentation</vt:lpstr>
      <vt:lpstr>Recap</vt:lpstr>
      <vt:lpstr>What is content analysis</vt:lpstr>
      <vt:lpstr>Types of content analysis</vt:lpstr>
      <vt:lpstr>Stages of a content analysis</vt:lpstr>
      <vt:lpstr>Coming up</vt:lpstr>
      <vt:lpstr>This week</vt:lpstr>
      <vt:lpstr>Doing content analysis</vt:lpstr>
      <vt:lpstr>Considerations</vt:lpstr>
      <vt:lpstr>Join the Vevox session </vt:lpstr>
      <vt:lpstr>Where do you store your files for uni work?</vt:lpstr>
      <vt:lpstr>Where do you store your files for uni work?</vt:lpstr>
      <vt:lpstr>Organisng your files</vt:lpstr>
      <vt:lpstr>File Structure</vt:lpstr>
      <vt:lpstr>Data storage tips</vt:lpstr>
      <vt:lpstr>Software and Data</vt:lpstr>
      <vt:lpstr>Content analysis in practice</vt:lpstr>
      <vt:lpstr>Evaluating content analysis</vt:lpstr>
      <vt:lpstr>Evaluating content analysis</vt:lpstr>
      <vt:lpstr>Evaluating content analysis</vt:lpstr>
      <vt:lpstr>Validity</vt:lpstr>
      <vt:lpstr>Reliability</vt:lpstr>
      <vt:lpstr>Reliability</vt:lpstr>
      <vt:lpstr>Reliability</vt:lpstr>
      <vt:lpstr>Reliability</vt:lpstr>
      <vt:lpstr>Reliability</vt:lpstr>
      <vt:lpstr>Summary</vt:lpstr>
      <vt:lpstr>Content analysis in  academic research  Example 1</vt:lpstr>
      <vt:lpstr>PowerPoint Presentation</vt:lpstr>
      <vt:lpstr>Moffitt (2024)</vt:lpstr>
      <vt:lpstr>Moffitt (2024)</vt:lpstr>
      <vt:lpstr>Place each politician where you think they belong on the two 0-10 scales</vt:lpstr>
      <vt:lpstr>Place each politician where you think they belong on the two 0-10 scales</vt:lpstr>
      <vt:lpstr>PowerPoint Presentation</vt:lpstr>
      <vt:lpstr>PowerPoint Presentation</vt:lpstr>
      <vt:lpstr>PowerPoint Presentation</vt:lpstr>
      <vt:lpstr>PowerPoint Presentation</vt:lpstr>
      <vt:lpstr>PowerPoint Presentation</vt:lpstr>
      <vt:lpstr>Alternative approaches to text analysis</vt:lpstr>
      <vt:lpstr>Related methods</vt:lpstr>
      <vt:lpstr>Discourse analysis</vt:lpstr>
      <vt:lpstr>Discourse analysis</vt:lpstr>
      <vt:lpstr>PowerPoint Presentation</vt:lpstr>
      <vt:lpstr>PowerPoint Presentation</vt:lpstr>
      <vt:lpstr>PowerPoint Presentation</vt:lpstr>
      <vt:lpstr>Discourse analysis</vt:lpstr>
      <vt:lpstr>Quantitative text analysis</vt:lpstr>
      <vt:lpstr>Computational text analysis</vt:lpstr>
      <vt:lpstr>PowerPoint Presentation</vt:lpstr>
      <vt:lpstr>PowerPoint Presentation</vt:lpstr>
      <vt:lpstr>Validation</vt:lpstr>
      <vt:lpstr>Validation</vt:lpstr>
      <vt:lpstr>PowerPoint Presentation</vt:lpstr>
      <vt:lpstr>PowerPoint Presentation</vt:lpstr>
      <vt:lpstr>Validation</vt:lpstr>
      <vt:lpstr>PowerPoint Presentation</vt:lpstr>
      <vt:lpstr>PowerPoint Presentation</vt:lpstr>
      <vt:lpstr>PowerPoint Presentation</vt:lpstr>
      <vt:lpstr>PowerPoint Presentation</vt:lpstr>
      <vt:lpstr>PowerPoint Presentation</vt:lpstr>
      <vt:lpstr>Computational text analysis</vt:lpstr>
      <vt:lpstr>Content analysis in  academic research  Example 2</vt:lpstr>
      <vt:lpstr>PowerPoint Presentation</vt:lpstr>
      <vt:lpstr>Godefroidt et al. (2016)</vt:lpstr>
      <vt:lpstr>Research Questions</vt:lpstr>
      <vt:lpstr>Case selection</vt:lpstr>
      <vt:lpstr>PowerPoint Presentation</vt:lpstr>
      <vt:lpstr>Results</vt:lpstr>
      <vt:lpstr>Week 11 &amp; Exam Prep</vt:lpstr>
      <vt:lpstr>Digital Exam</vt:lpstr>
      <vt:lpstr>Exam Notes</vt:lpstr>
      <vt:lpstr>Referencing</vt:lpstr>
      <vt:lpstr>Week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Lecture 2  Becoming a Political Researcher (POL2017)</dc:title>
  <dc:creator>brian boyle</dc:creator>
  <cp:lastModifiedBy>Brian Boyle</cp:lastModifiedBy>
  <cp:revision>599</cp:revision>
  <dcterms:created xsi:type="dcterms:W3CDTF">2023-12-20T10:52:04Z</dcterms:created>
  <dcterms:modified xsi:type="dcterms:W3CDTF">2026-04-28T12:19:53Z</dcterms:modified>
</cp:coreProperties>
</file>