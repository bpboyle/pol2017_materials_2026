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79" r:id="rId2"/>
    <p:sldId id="314" r:id="rId3"/>
    <p:sldId id="320" r:id="rId4"/>
    <p:sldId id="281" r:id="rId5"/>
    <p:sldId id="280" r:id="rId6"/>
    <p:sldId id="282" r:id="rId7"/>
    <p:sldId id="293" r:id="rId8"/>
    <p:sldId id="292" r:id="rId9"/>
    <p:sldId id="284" r:id="rId10"/>
    <p:sldId id="319" r:id="rId11"/>
    <p:sldId id="317" r:id="rId12"/>
    <p:sldId id="318" r:id="rId13"/>
    <p:sldId id="290" r:id="rId14"/>
    <p:sldId id="307" r:id="rId15"/>
    <p:sldId id="316" r:id="rId16"/>
    <p:sldId id="256" r:id="rId17"/>
    <p:sldId id="315" r:id="rId18"/>
    <p:sldId id="301" r:id="rId19"/>
    <p:sldId id="303" r:id="rId20"/>
    <p:sldId id="304" r:id="rId21"/>
    <p:sldId id="302" r:id="rId22"/>
    <p:sldId id="308" r:id="rId23"/>
    <p:sldId id="257" r:id="rId24"/>
    <p:sldId id="305" r:id="rId25"/>
    <p:sldId id="29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6795"/>
    <a:srgbClr val="E58601"/>
    <a:srgbClr val="F7AA58"/>
    <a:srgbClr val="01A08A"/>
    <a:srgbClr val="F7A855"/>
    <a:srgbClr val="F2AB00"/>
    <a:srgbClr val="EBCC2A"/>
    <a:srgbClr val="E76254"/>
    <a:srgbClr val="7ECB71"/>
    <a:srgbClr val="6AD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3E4C-7C94-4BF3-897F-69B76BF3490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59D84-7AD2-4F35-9177-9966E85B1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4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BLANK SLIDE</a:t>
            </a:r>
          </a:p>
          <a:p>
            <a:endParaRPr lang="en-US" b="1" dirty="0"/>
          </a:p>
          <a:p>
            <a:r>
              <a:rPr lang="en-US" b="1" dirty="0"/>
              <a:t>To duplicate slide,</a:t>
            </a:r>
            <a:r>
              <a:rPr lang="en-US" b="1" baseline="0" dirty="0"/>
              <a:t> select copy on tool bar and then duplicate on drop down menu.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53DDE6-AA85-CC4B-A952-8191F9DE90F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railed" panose="020B05030301010600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railed" panose="020B05030301010600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719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59D84-7AD2-4F35-9177-9966E85B1D5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216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59D84-7AD2-4F35-9177-9966E85B1D5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3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9D11-05BD-92B2-BEAC-724912573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F8DC6-ABE1-D783-93A6-EC8013C3B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822" y="4887337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Franklin Gothic Demi" panose="020B0703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94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6CF2-3EBA-681F-12E2-047B13DC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F9307-5FB6-6290-DF8F-926071B8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B4A59CA-8A2F-AD9B-5DDF-63321882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918" y="6363474"/>
            <a:ext cx="386188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87A51AF-A455-2D0A-339C-664F8D85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576209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58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98B581-4BB0-C834-81E4-E83B8806A13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E762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87F5E-5F3C-BBF6-59D2-5719676B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587" y="1692613"/>
            <a:ext cx="9893031" cy="2626469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611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5AD9-027A-A11A-8320-DC3A42C2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1" y="129401"/>
            <a:ext cx="10749063" cy="96502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CC17-3D2F-D715-FA5A-BB4C8CAD3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AE4E8-6CDF-2FD9-BF6F-EF2C59AB9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E2D8FD2-D909-4FAE-DA6B-D318B8A2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918" y="6363474"/>
            <a:ext cx="386188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ADC7A76-56B7-AEBA-F17D-ECA744CB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576209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431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06503-04A7-BD60-4B01-4A837BAF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843" y="0"/>
            <a:ext cx="10642532" cy="131323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52BF6-ACFD-6764-A841-65A0CB3E2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B3D76-2A5A-300F-8F0E-8830F95DF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145A9-A05F-C1CB-E5C0-02A3BFF9A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D071D9-E642-31AA-AE3F-69DEF1758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5ABF6DF7-3183-A9DF-C891-522AE460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918" y="6363474"/>
            <a:ext cx="386188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B3DE170-4110-D1C3-D06E-5D7D884C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576209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671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E124-C1D4-1C4E-FF1A-5FFB03AC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38" y="129402"/>
            <a:ext cx="11686161" cy="1024696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9C097-32A5-A687-E53B-70511CAF2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918" y="6363474"/>
            <a:ext cx="3861881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9E005-ECD2-D8B0-F2A6-7FF12C76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576209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15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2EB5B-91EF-4908-4A2A-172B36FE1DF3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E87AB-CAA0-4BDE-E584-6A2A21E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8889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7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4A4E-BAE3-941E-3F0D-6C1694D9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15" y="71035"/>
            <a:ext cx="10680970" cy="989012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148E-F221-49F5-8FAD-8F9979F7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17" y="1489848"/>
            <a:ext cx="6491558" cy="487362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CA531-6799-0A7D-BB52-DE792E83A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C95B6-27F8-3A53-C994-DD92E5F8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63474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93E98-5D4C-EB9B-5697-C0ED4B9F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743200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69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DEE3-635D-CB9C-9911-5F287B56C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22" y="83901"/>
            <a:ext cx="10082752" cy="914400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7404D5-B2D3-F6C7-A964-A19846114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9353" y="1352145"/>
            <a:ext cx="7402749" cy="50042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2E5A9-E23F-5DEE-AF48-F3FF759A3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887" y="1916349"/>
            <a:ext cx="3871913" cy="395915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64931-9660-71DE-C324-782959E1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6347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4101F-C579-3FA8-15A9-1156DC1C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743200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02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B69C-5102-F7EC-ACA1-B357C880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7444F-E134-DF1E-A1B3-041F3CB38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3E8F7-DFA2-87D3-246E-6EDA78447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63474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D201-4FE7-45F0-EE4D-E77E0067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743200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7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9C93C-C147-D2FF-6AFC-7E7BE5466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17830-FCB5-9878-FF2A-D2CDEE77A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D0C7C-F16C-C08B-4592-407E9C65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DD17E-38FC-A1A4-51ED-35464F77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6347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POL2017 W1 L1 – Introduction &amp;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C4716-9DDB-6984-A8BE-8D9E1ACA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536" y="6363474"/>
            <a:ext cx="2743200" cy="365125"/>
          </a:xfrm>
          <a:prstGeom prst="rect">
            <a:avLst/>
          </a:prstGeom>
        </p:spPr>
        <p:txBody>
          <a:bodyPr/>
          <a:lstStyle/>
          <a:p>
            <a:fld id="{372769DB-CAE7-4C85-A9AF-7D4D8DE4C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21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Question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C5E4-F653-D1E5-781B-5C80DA9A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B1EFF-8603-5BC3-A16F-837AA23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FCB76-F866-AFF2-45A8-D75DD768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POL2017 W1 L1 – Introduction &amp; Overview</a:t>
            </a:r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77D54-9E7B-8CA3-C7DA-9BF166CA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FEFA-D601-40AB-9EFD-121C9BFF3B2B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589107-4708-E9D3-0A18-B23A231F81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1"/>
            <a:ext cx="10515600" cy="439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5843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27C8-D336-3940-8744-595B8C9D1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45" y="1241305"/>
            <a:ext cx="11118893" cy="497848"/>
          </a:xfrm>
        </p:spPr>
        <p:txBody>
          <a:bodyPr anchor="t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4E8E-106B-4E40-A501-A63069B7C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2040557"/>
            <a:ext cx="5181600" cy="3826164"/>
          </a:xfrm>
        </p:spPr>
        <p:txBody>
          <a:bodyPr/>
          <a:lstStyle>
            <a:lvl1pPr marL="141288" indent="-141288"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288925" indent="-147638">
              <a:buFont typeface="System Font"/>
              <a:buChar char="–"/>
              <a:tabLst/>
              <a:defRPr>
                <a:solidFill>
                  <a:schemeClr val="tx1"/>
                </a:solidFill>
              </a:defRPr>
            </a:lvl2pPr>
            <a:lvl3pPr marL="141288" indent="-133350">
              <a:tabLst/>
              <a:defRPr sz="1200" b="1">
                <a:solidFill>
                  <a:schemeClr val="tx1"/>
                </a:solidFill>
              </a:defRPr>
            </a:lvl3pPr>
            <a:lvl4pPr marL="319088" indent="-142875">
              <a:tabLst/>
              <a:defRPr sz="1200">
                <a:solidFill>
                  <a:schemeClr val="tx1"/>
                </a:solidFill>
              </a:defRPr>
            </a:lvl4pPr>
            <a:lvl5pPr marL="363538" indent="-177800">
              <a:tabLst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1E7BD-8BB3-7646-8353-81631AD9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BB5BB-2881-3C44-B05C-9F33CBF1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EA0D-6364-2B4A-8E45-9A79CD741A7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96968C5-7D14-46C2-950B-09F6E4A75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413" y="320675"/>
            <a:ext cx="8323139" cy="306388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 name.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B0D413D-F64B-A442-B3B2-4811F6349BF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0" y="2040557"/>
            <a:ext cx="5181600" cy="3826164"/>
          </a:xfrm>
        </p:spPr>
        <p:txBody>
          <a:bodyPr/>
          <a:lstStyle>
            <a:lvl1pPr marL="141288" indent="-141288"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1pPr>
            <a:lvl2pPr marL="288925" indent="-147638">
              <a:buFont typeface="System Font"/>
              <a:buChar char="–"/>
              <a:tabLst/>
              <a:defRPr>
                <a:solidFill>
                  <a:schemeClr val="tx1"/>
                </a:solidFill>
              </a:defRPr>
            </a:lvl2pPr>
            <a:lvl3pPr marL="141288" indent="-133350">
              <a:tabLst/>
              <a:defRPr sz="1200" b="1">
                <a:solidFill>
                  <a:schemeClr val="tx1"/>
                </a:solidFill>
              </a:defRPr>
            </a:lvl3pPr>
            <a:lvl4pPr marL="319088" indent="-142875">
              <a:tabLst/>
              <a:defRPr sz="1200">
                <a:solidFill>
                  <a:schemeClr val="tx1"/>
                </a:solidFill>
              </a:defRPr>
            </a:lvl4pPr>
            <a:lvl5pPr marL="363538" indent="-177800">
              <a:tabLst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389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POL2017 W1 L1 – Introduction &amp; Overview</a:t>
            </a:r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0"/>
            <a:ext cx="105156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1093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5E911-D491-9FF0-A994-C6B793C0EB5E}"/>
              </a:ext>
            </a:extLst>
          </p:cNvPr>
          <p:cNvSpPr/>
          <p:nvPr userDrawn="1"/>
        </p:nvSpPr>
        <p:spPr>
          <a:xfrm>
            <a:off x="0" y="0"/>
            <a:ext cx="12192000" cy="11540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A8125-450B-C759-EE28-E4766E4D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26" y="1"/>
            <a:ext cx="11685973" cy="115409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7A63-E583-0606-820E-D2535190E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76EF038-572C-E3A7-507B-C8F667377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918" y="6363474"/>
            <a:ext cx="3861881" cy="365125"/>
          </a:xfrm>
          <a:prstGeom prst="rect">
            <a:avLst/>
          </a:prstGeom>
        </p:spPr>
        <p:txBody>
          <a:bodyPr/>
          <a:lstStyle>
            <a:lvl1pPr algn="l">
              <a:defRPr sz="1400">
                <a:latin typeface="Gill Sans MT" panose="020B0502020104020203" pitchFamily="34" charset="0"/>
              </a:defRPr>
            </a:lvl1pPr>
          </a:lstStyle>
          <a:p>
            <a:r>
              <a:rPr lang="en-GB"/>
              <a:t>POL2017 W1 L1 – Introduction &amp; Overview</a:t>
            </a:r>
            <a:endParaRPr lang="en-GB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22A7349-2727-7A03-4940-F40F76DE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536" y="6363474"/>
            <a:ext cx="2576209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latin typeface="Gill Sans MT" panose="020B0502020104020203" pitchFamily="34" charset="0"/>
              </a:defRPr>
            </a:lvl1pPr>
          </a:lstStyle>
          <a:p>
            <a:fld id="{372769DB-CAE7-4C85-A9AF-7D4D8DE4CA2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43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Franklin Gothic Demi" panose="020B07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l.ac.uk/academic-skills-kit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mailto:gpswellbeing@ncl.ac.uk" TargetMode="External"/><Relationship Id="rId4" Type="http://schemas.openxmlformats.org/officeDocument/2006/relationships/hyperlink" Target="https://www.ncl.ac.uk/wellbein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politicsadmin@ncl.ac.uk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671" Type="http://schemas.openxmlformats.org/officeDocument/2006/relationships/tags" Target="../tags/tag671.xml"/><Relationship Id="rId769" Type="http://schemas.openxmlformats.org/officeDocument/2006/relationships/tags" Target="../tags/tag769.xml"/><Relationship Id="rId21" Type="http://schemas.openxmlformats.org/officeDocument/2006/relationships/tags" Target="../tags/tag21.xml"/><Relationship Id="rId324" Type="http://schemas.openxmlformats.org/officeDocument/2006/relationships/tags" Target="../tags/tag324.xml"/><Relationship Id="rId531" Type="http://schemas.openxmlformats.org/officeDocument/2006/relationships/tags" Target="../tags/tag531.xml"/><Relationship Id="rId629" Type="http://schemas.openxmlformats.org/officeDocument/2006/relationships/tags" Target="../tags/tag629.xml"/><Relationship Id="rId170" Type="http://schemas.openxmlformats.org/officeDocument/2006/relationships/tags" Target="../tags/tag170.xml"/><Relationship Id="rId836" Type="http://schemas.openxmlformats.org/officeDocument/2006/relationships/tags" Target="../tags/tag836.xml"/><Relationship Id="rId268" Type="http://schemas.openxmlformats.org/officeDocument/2006/relationships/tags" Target="../tags/tag268.xml"/><Relationship Id="rId475" Type="http://schemas.openxmlformats.org/officeDocument/2006/relationships/tags" Target="../tags/tag475.xml"/><Relationship Id="rId682" Type="http://schemas.openxmlformats.org/officeDocument/2006/relationships/tags" Target="../tags/tag682.xml"/><Relationship Id="rId32" Type="http://schemas.openxmlformats.org/officeDocument/2006/relationships/tags" Target="../tags/tag32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542" Type="http://schemas.openxmlformats.org/officeDocument/2006/relationships/tags" Target="../tags/tag542.xml"/><Relationship Id="rId181" Type="http://schemas.openxmlformats.org/officeDocument/2006/relationships/tags" Target="../tags/tag181.xml"/><Relationship Id="rId402" Type="http://schemas.openxmlformats.org/officeDocument/2006/relationships/tags" Target="../tags/tag402.xml"/><Relationship Id="rId279" Type="http://schemas.openxmlformats.org/officeDocument/2006/relationships/tags" Target="../tags/tag279.xml"/><Relationship Id="rId486" Type="http://schemas.openxmlformats.org/officeDocument/2006/relationships/tags" Target="../tags/tag486.xml"/><Relationship Id="rId693" Type="http://schemas.openxmlformats.org/officeDocument/2006/relationships/tags" Target="../tags/tag693.xml"/><Relationship Id="rId707" Type="http://schemas.openxmlformats.org/officeDocument/2006/relationships/tags" Target="../tags/tag707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346" Type="http://schemas.openxmlformats.org/officeDocument/2006/relationships/tags" Target="../tags/tag346.xml"/><Relationship Id="rId553" Type="http://schemas.openxmlformats.org/officeDocument/2006/relationships/tags" Target="../tags/tag553.xml"/><Relationship Id="rId760" Type="http://schemas.openxmlformats.org/officeDocument/2006/relationships/tags" Target="../tags/tag76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413" Type="http://schemas.openxmlformats.org/officeDocument/2006/relationships/tags" Target="../tags/tag413.xml"/><Relationship Id="rId497" Type="http://schemas.openxmlformats.org/officeDocument/2006/relationships/tags" Target="../tags/tag497.xml"/><Relationship Id="rId620" Type="http://schemas.openxmlformats.org/officeDocument/2006/relationships/tags" Target="../tags/tag620.xml"/><Relationship Id="rId718" Type="http://schemas.openxmlformats.org/officeDocument/2006/relationships/tags" Target="../tags/tag718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217" Type="http://schemas.openxmlformats.org/officeDocument/2006/relationships/tags" Target="../tags/tag217.xml"/><Relationship Id="rId564" Type="http://schemas.openxmlformats.org/officeDocument/2006/relationships/tags" Target="../tags/tag564.xml"/><Relationship Id="rId771" Type="http://schemas.openxmlformats.org/officeDocument/2006/relationships/tags" Target="../tags/tag771.xml"/><Relationship Id="rId259" Type="http://schemas.openxmlformats.org/officeDocument/2006/relationships/tags" Target="../tags/tag259.xml"/><Relationship Id="rId424" Type="http://schemas.openxmlformats.org/officeDocument/2006/relationships/tags" Target="../tags/tag424.xml"/><Relationship Id="rId466" Type="http://schemas.openxmlformats.org/officeDocument/2006/relationships/tags" Target="../tags/tag466.xml"/><Relationship Id="rId631" Type="http://schemas.openxmlformats.org/officeDocument/2006/relationships/tags" Target="../tags/tag631.xml"/><Relationship Id="rId673" Type="http://schemas.openxmlformats.org/officeDocument/2006/relationships/tags" Target="../tags/tag673.xml"/><Relationship Id="rId729" Type="http://schemas.openxmlformats.org/officeDocument/2006/relationships/tags" Target="../tags/tag72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326" Type="http://schemas.openxmlformats.org/officeDocument/2006/relationships/tags" Target="../tags/tag326.xml"/><Relationship Id="rId533" Type="http://schemas.openxmlformats.org/officeDocument/2006/relationships/tags" Target="../tags/tag533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575" Type="http://schemas.openxmlformats.org/officeDocument/2006/relationships/tags" Target="../tags/tag575.xml"/><Relationship Id="rId740" Type="http://schemas.openxmlformats.org/officeDocument/2006/relationships/tags" Target="../tags/tag740.xml"/><Relationship Id="rId782" Type="http://schemas.openxmlformats.org/officeDocument/2006/relationships/tags" Target="../tags/tag782.xml"/><Relationship Id="rId838" Type="http://schemas.openxmlformats.org/officeDocument/2006/relationships/tags" Target="../tags/tag838.xml"/><Relationship Id="rId172" Type="http://schemas.openxmlformats.org/officeDocument/2006/relationships/tags" Target="../tags/tag172.xml"/><Relationship Id="rId228" Type="http://schemas.openxmlformats.org/officeDocument/2006/relationships/tags" Target="../tags/tag228.xml"/><Relationship Id="rId435" Type="http://schemas.openxmlformats.org/officeDocument/2006/relationships/tags" Target="../tags/tag435.xml"/><Relationship Id="rId477" Type="http://schemas.openxmlformats.org/officeDocument/2006/relationships/tags" Target="../tags/tag477.xml"/><Relationship Id="rId600" Type="http://schemas.openxmlformats.org/officeDocument/2006/relationships/tags" Target="../tags/tag600.xml"/><Relationship Id="rId642" Type="http://schemas.openxmlformats.org/officeDocument/2006/relationships/tags" Target="../tags/tag642.xml"/><Relationship Id="rId684" Type="http://schemas.openxmlformats.org/officeDocument/2006/relationships/tags" Target="../tags/tag684.xml"/><Relationship Id="rId281" Type="http://schemas.openxmlformats.org/officeDocument/2006/relationships/tags" Target="../tags/tag281.xml"/><Relationship Id="rId337" Type="http://schemas.openxmlformats.org/officeDocument/2006/relationships/tags" Target="../tags/tag337.xml"/><Relationship Id="rId502" Type="http://schemas.openxmlformats.org/officeDocument/2006/relationships/tags" Target="../tags/tag502.xml"/><Relationship Id="rId34" Type="http://schemas.openxmlformats.org/officeDocument/2006/relationships/tags" Target="../tags/tag34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544" Type="http://schemas.openxmlformats.org/officeDocument/2006/relationships/tags" Target="../tags/tag544.xml"/><Relationship Id="rId586" Type="http://schemas.openxmlformats.org/officeDocument/2006/relationships/tags" Target="../tags/tag586.xml"/><Relationship Id="rId751" Type="http://schemas.openxmlformats.org/officeDocument/2006/relationships/tags" Target="../tags/tag751.xml"/><Relationship Id="rId793" Type="http://schemas.openxmlformats.org/officeDocument/2006/relationships/tags" Target="../tags/tag793.xml"/><Relationship Id="rId807" Type="http://schemas.openxmlformats.org/officeDocument/2006/relationships/tags" Target="../tags/tag807.xml"/><Relationship Id="rId7" Type="http://schemas.openxmlformats.org/officeDocument/2006/relationships/tags" Target="../tags/tag7.xml"/><Relationship Id="rId183" Type="http://schemas.openxmlformats.org/officeDocument/2006/relationships/tags" Target="../tags/tag183.xml"/><Relationship Id="rId239" Type="http://schemas.openxmlformats.org/officeDocument/2006/relationships/tags" Target="../tags/tag239.xml"/><Relationship Id="rId390" Type="http://schemas.openxmlformats.org/officeDocument/2006/relationships/tags" Target="../tags/tag390.xml"/><Relationship Id="rId404" Type="http://schemas.openxmlformats.org/officeDocument/2006/relationships/tags" Target="../tags/tag404.xml"/><Relationship Id="rId446" Type="http://schemas.openxmlformats.org/officeDocument/2006/relationships/tags" Target="../tags/tag446.xml"/><Relationship Id="rId611" Type="http://schemas.openxmlformats.org/officeDocument/2006/relationships/tags" Target="../tags/tag611.xml"/><Relationship Id="rId653" Type="http://schemas.openxmlformats.org/officeDocument/2006/relationships/tags" Target="../tags/tag653.xml"/><Relationship Id="rId250" Type="http://schemas.openxmlformats.org/officeDocument/2006/relationships/tags" Target="../tags/tag250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488" Type="http://schemas.openxmlformats.org/officeDocument/2006/relationships/tags" Target="../tags/tag488.xml"/><Relationship Id="rId695" Type="http://schemas.openxmlformats.org/officeDocument/2006/relationships/tags" Target="../tags/tag695.xml"/><Relationship Id="rId709" Type="http://schemas.openxmlformats.org/officeDocument/2006/relationships/tags" Target="../tags/tag709.xml"/><Relationship Id="rId45" Type="http://schemas.openxmlformats.org/officeDocument/2006/relationships/tags" Target="../tags/tag45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513" Type="http://schemas.openxmlformats.org/officeDocument/2006/relationships/tags" Target="../tags/tag513.xml"/><Relationship Id="rId555" Type="http://schemas.openxmlformats.org/officeDocument/2006/relationships/tags" Target="../tags/tag555.xml"/><Relationship Id="rId597" Type="http://schemas.openxmlformats.org/officeDocument/2006/relationships/tags" Target="../tags/tag597.xml"/><Relationship Id="rId720" Type="http://schemas.openxmlformats.org/officeDocument/2006/relationships/tags" Target="../tags/tag720.xml"/><Relationship Id="rId762" Type="http://schemas.openxmlformats.org/officeDocument/2006/relationships/tags" Target="../tags/tag762.xml"/><Relationship Id="rId818" Type="http://schemas.openxmlformats.org/officeDocument/2006/relationships/tags" Target="../tags/tag818.xml"/><Relationship Id="rId152" Type="http://schemas.openxmlformats.org/officeDocument/2006/relationships/tags" Target="../tags/tag15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415" Type="http://schemas.openxmlformats.org/officeDocument/2006/relationships/tags" Target="../tags/tag415.xml"/><Relationship Id="rId457" Type="http://schemas.openxmlformats.org/officeDocument/2006/relationships/tags" Target="../tags/tag457.xml"/><Relationship Id="rId622" Type="http://schemas.openxmlformats.org/officeDocument/2006/relationships/tags" Target="../tags/tag622.xml"/><Relationship Id="rId261" Type="http://schemas.openxmlformats.org/officeDocument/2006/relationships/tags" Target="../tags/tag261.xml"/><Relationship Id="rId499" Type="http://schemas.openxmlformats.org/officeDocument/2006/relationships/tags" Target="../tags/tag499.xml"/><Relationship Id="rId664" Type="http://schemas.openxmlformats.org/officeDocument/2006/relationships/tags" Target="../tags/tag664.xml"/><Relationship Id="rId14" Type="http://schemas.openxmlformats.org/officeDocument/2006/relationships/tags" Target="../tags/tag14.xml"/><Relationship Id="rId56" Type="http://schemas.openxmlformats.org/officeDocument/2006/relationships/tags" Target="../tags/tag56.xml"/><Relationship Id="rId317" Type="http://schemas.openxmlformats.org/officeDocument/2006/relationships/tags" Target="../tags/tag317.xml"/><Relationship Id="rId359" Type="http://schemas.openxmlformats.org/officeDocument/2006/relationships/tags" Target="../tags/tag359.xml"/><Relationship Id="rId524" Type="http://schemas.openxmlformats.org/officeDocument/2006/relationships/tags" Target="../tags/tag524.xml"/><Relationship Id="rId566" Type="http://schemas.openxmlformats.org/officeDocument/2006/relationships/tags" Target="../tags/tag566.xml"/><Relationship Id="rId731" Type="http://schemas.openxmlformats.org/officeDocument/2006/relationships/tags" Target="../tags/tag731.xml"/><Relationship Id="rId773" Type="http://schemas.openxmlformats.org/officeDocument/2006/relationships/tags" Target="../tags/tag77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63" Type="http://schemas.openxmlformats.org/officeDocument/2006/relationships/tags" Target="../tags/tag163.xml"/><Relationship Id="rId219" Type="http://schemas.openxmlformats.org/officeDocument/2006/relationships/tags" Target="../tags/tag219.xml"/><Relationship Id="rId370" Type="http://schemas.openxmlformats.org/officeDocument/2006/relationships/tags" Target="../tags/tag370.xml"/><Relationship Id="rId426" Type="http://schemas.openxmlformats.org/officeDocument/2006/relationships/tags" Target="../tags/tag426.xml"/><Relationship Id="rId633" Type="http://schemas.openxmlformats.org/officeDocument/2006/relationships/tags" Target="../tags/tag633.xml"/><Relationship Id="rId829" Type="http://schemas.openxmlformats.org/officeDocument/2006/relationships/tags" Target="../tags/tag829.xml"/><Relationship Id="rId230" Type="http://schemas.openxmlformats.org/officeDocument/2006/relationships/tags" Target="../tags/tag230.xml"/><Relationship Id="rId468" Type="http://schemas.openxmlformats.org/officeDocument/2006/relationships/tags" Target="../tags/tag468.xml"/><Relationship Id="rId675" Type="http://schemas.openxmlformats.org/officeDocument/2006/relationships/tags" Target="../tags/tag675.xml"/><Relationship Id="rId840" Type="http://schemas.openxmlformats.org/officeDocument/2006/relationships/slideLayout" Target="../slideLayouts/slideLayout14.xml"/><Relationship Id="rId25" Type="http://schemas.openxmlformats.org/officeDocument/2006/relationships/tags" Target="../tags/tag25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328" Type="http://schemas.openxmlformats.org/officeDocument/2006/relationships/tags" Target="../tags/tag328.xml"/><Relationship Id="rId535" Type="http://schemas.openxmlformats.org/officeDocument/2006/relationships/tags" Target="../tags/tag535.xml"/><Relationship Id="rId577" Type="http://schemas.openxmlformats.org/officeDocument/2006/relationships/tags" Target="../tags/tag577.xml"/><Relationship Id="rId700" Type="http://schemas.openxmlformats.org/officeDocument/2006/relationships/tags" Target="../tags/tag700.xml"/><Relationship Id="rId742" Type="http://schemas.openxmlformats.org/officeDocument/2006/relationships/tags" Target="../tags/tag742.xml"/><Relationship Id="rId132" Type="http://schemas.openxmlformats.org/officeDocument/2006/relationships/tags" Target="../tags/tag13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602" Type="http://schemas.openxmlformats.org/officeDocument/2006/relationships/tags" Target="../tags/tag602.xml"/><Relationship Id="rId784" Type="http://schemas.openxmlformats.org/officeDocument/2006/relationships/tags" Target="../tags/tag784.xml"/><Relationship Id="rId241" Type="http://schemas.openxmlformats.org/officeDocument/2006/relationships/tags" Target="../tags/tag241.xml"/><Relationship Id="rId437" Type="http://schemas.openxmlformats.org/officeDocument/2006/relationships/tags" Target="../tags/tag437.xml"/><Relationship Id="rId479" Type="http://schemas.openxmlformats.org/officeDocument/2006/relationships/tags" Target="../tags/tag479.xml"/><Relationship Id="rId644" Type="http://schemas.openxmlformats.org/officeDocument/2006/relationships/tags" Target="../tags/tag644.xml"/><Relationship Id="rId686" Type="http://schemas.openxmlformats.org/officeDocument/2006/relationships/tags" Target="../tags/tag686.xml"/><Relationship Id="rId36" Type="http://schemas.openxmlformats.org/officeDocument/2006/relationships/tags" Target="../tags/tag36.xml"/><Relationship Id="rId283" Type="http://schemas.openxmlformats.org/officeDocument/2006/relationships/tags" Target="../tags/tag283.xml"/><Relationship Id="rId339" Type="http://schemas.openxmlformats.org/officeDocument/2006/relationships/tags" Target="../tags/tag339.xml"/><Relationship Id="rId490" Type="http://schemas.openxmlformats.org/officeDocument/2006/relationships/tags" Target="../tags/tag490.xml"/><Relationship Id="rId504" Type="http://schemas.openxmlformats.org/officeDocument/2006/relationships/tags" Target="../tags/tag504.xml"/><Relationship Id="rId546" Type="http://schemas.openxmlformats.org/officeDocument/2006/relationships/tags" Target="../tags/tag546.xml"/><Relationship Id="rId711" Type="http://schemas.openxmlformats.org/officeDocument/2006/relationships/tags" Target="../tags/tag711.xml"/><Relationship Id="rId753" Type="http://schemas.openxmlformats.org/officeDocument/2006/relationships/tags" Target="../tags/tag753.xml"/><Relationship Id="rId78" Type="http://schemas.openxmlformats.org/officeDocument/2006/relationships/tags" Target="../tags/tag78.xml"/><Relationship Id="rId101" Type="http://schemas.openxmlformats.org/officeDocument/2006/relationships/tags" Target="../tags/tag101.xml"/><Relationship Id="rId143" Type="http://schemas.openxmlformats.org/officeDocument/2006/relationships/tags" Target="../tags/tag143.xml"/><Relationship Id="rId185" Type="http://schemas.openxmlformats.org/officeDocument/2006/relationships/tags" Target="../tags/tag185.xml"/><Relationship Id="rId350" Type="http://schemas.openxmlformats.org/officeDocument/2006/relationships/tags" Target="../tags/tag350.xml"/><Relationship Id="rId406" Type="http://schemas.openxmlformats.org/officeDocument/2006/relationships/tags" Target="../tags/tag406.xml"/><Relationship Id="rId588" Type="http://schemas.openxmlformats.org/officeDocument/2006/relationships/tags" Target="../tags/tag588.xml"/><Relationship Id="rId795" Type="http://schemas.openxmlformats.org/officeDocument/2006/relationships/tags" Target="../tags/tag795.xml"/><Relationship Id="rId809" Type="http://schemas.openxmlformats.org/officeDocument/2006/relationships/tags" Target="../tags/tag809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392" Type="http://schemas.openxmlformats.org/officeDocument/2006/relationships/tags" Target="../tags/tag392.xml"/><Relationship Id="rId448" Type="http://schemas.openxmlformats.org/officeDocument/2006/relationships/tags" Target="../tags/tag448.xml"/><Relationship Id="rId613" Type="http://schemas.openxmlformats.org/officeDocument/2006/relationships/tags" Target="../tags/tag613.xml"/><Relationship Id="rId655" Type="http://schemas.openxmlformats.org/officeDocument/2006/relationships/tags" Target="../tags/tag655.xml"/><Relationship Id="rId697" Type="http://schemas.openxmlformats.org/officeDocument/2006/relationships/tags" Target="../tags/tag697.xml"/><Relationship Id="rId820" Type="http://schemas.openxmlformats.org/officeDocument/2006/relationships/tags" Target="../tags/tag820.xml"/><Relationship Id="rId252" Type="http://schemas.openxmlformats.org/officeDocument/2006/relationships/tags" Target="../tags/tag25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515" Type="http://schemas.openxmlformats.org/officeDocument/2006/relationships/tags" Target="../tags/tag515.xml"/><Relationship Id="rId722" Type="http://schemas.openxmlformats.org/officeDocument/2006/relationships/tags" Target="../tags/tag722.xml"/><Relationship Id="rId47" Type="http://schemas.openxmlformats.org/officeDocument/2006/relationships/tags" Target="../tags/tag47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557" Type="http://schemas.openxmlformats.org/officeDocument/2006/relationships/tags" Target="../tags/tag557.xml"/><Relationship Id="rId599" Type="http://schemas.openxmlformats.org/officeDocument/2006/relationships/tags" Target="../tags/tag599.xml"/><Relationship Id="rId764" Type="http://schemas.openxmlformats.org/officeDocument/2006/relationships/tags" Target="../tags/tag764.xml"/><Relationship Id="rId196" Type="http://schemas.openxmlformats.org/officeDocument/2006/relationships/tags" Target="../tags/tag196.xml"/><Relationship Id="rId417" Type="http://schemas.openxmlformats.org/officeDocument/2006/relationships/tags" Target="../tags/tag417.xml"/><Relationship Id="rId459" Type="http://schemas.openxmlformats.org/officeDocument/2006/relationships/tags" Target="../tags/tag459.xml"/><Relationship Id="rId624" Type="http://schemas.openxmlformats.org/officeDocument/2006/relationships/tags" Target="../tags/tag624.xml"/><Relationship Id="rId666" Type="http://schemas.openxmlformats.org/officeDocument/2006/relationships/tags" Target="../tags/tag666.xml"/><Relationship Id="rId831" Type="http://schemas.openxmlformats.org/officeDocument/2006/relationships/tags" Target="../tags/tag831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63" Type="http://schemas.openxmlformats.org/officeDocument/2006/relationships/tags" Target="../tags/tag263.xml"/><Relationship Id="rId319" Type="http://schemas.openxmlformats.org/officeDocument/2006/relationships/tags" Target="../tags/tag319.xml"/><Relationship Id="rId470" Type="http://schemas.openxmlformats.org/officeDocument/2006/relationships/tags" Target="../tags/tag470.xml"/><Relationship Id="rId526" Type="http://schemas.openxmlformats.org/officeDocument/2006/relationships/tags" Target="../tags/tag526.xml"/><Relationship Id="rId58" Type="http://schemas.openxmlformats.org/officeDocument/2006/relationships/tags" Target="../tags/tag58.xml"/><Relationship Id="rId123" Type="http://schemas.openxmlformats.org/officeDocument/2006/relationships/tags" Target="../tags/tag123.xml"/><Relationship Id="rId330" Type="http://schemas.openxmlformats.org/officeDocument/2006/relationships/tags" Target="../tags/tag330.xml"/><Relationship Id="rId568" Type="http://schemas.openxmlformats.org/officeDocument/2006/relationships/tags" Target="../tags/tag568.xml"/><Relationship Id="rId733" Type="http://schemas.openxmlformats.org/officeDocument/2006/relationships/tags" Target="../tags/tag733.xml"/><Relationship Id="rId775" Type="http://schemas.openxmlformats.org/officeDocument/2006/relationships/tags" Target="../tags/tag775.xml"/><Relationship Id="rId165" Type="http://schemas.openxmlformats.org/officeDocument/2006/relationships/tags" Target="../tags/tag165.xml"/><Relationship Id="rId372" Type="http://schemas.openxmlformats.org/officeDocument/2006/relationships/tags" Target="../tags/tag372.xml"/><Relationship Id="rId428" Type="http://schemas.openxmlformats.org/officeDocument/2006/relationships/tags" Target="../tags/tag428.xml"/><Relationship Id="rId635" Type="http://schemas.openxmlformats.org/officeDocument/2006/relationships/tags" Target="../tags/tag635.xml"/><Relationship Id="rId677" Type="http://schemas.openxmlformats.org/officeDocument/2006/relationships/tags" Target="../tags/tag677.xml"/><Relationship Id="rId800" Type="http://schemas.openxmlformats.org/officeDocument/2006/relationships/tags" Target="../tags/tag800.xml"/><Relationship Id="rId232" Type="http://schemas.openxmlformats.org/officeDocument/2006/relationships/tags" Target="../tags/tag232.xml"/><Relationship Id="rId274" Type="http://schemas.openxmlformats.org/officeDocument/2006/relationships/tags" Target="../tags/tag274.xml"/><Relationship Id="rId481" Type="http://schemas.openxmlformats.org/officeDocument/2006/relationships/tags" Target="../tags/tag481.xml"/><Relationship Id="rId702" Type="http://schemas.openxmlformats.org/officeDocument/2006/relationships/tags" Target="../tags/tag702.xml"/><Relationship Id="rId27" Type="http://schemas.openxmlformats.org/officeDocument/2006/relationships/tags" Target="../tags/tag27.xml"/><Relationship Id="rId69" Type="http://schemas.openxmlformats.org/officeDocument/2006/relationships/tags" Target="../tags/tag69.xml"/><Relationship Id="rId134" Type="http://schemas.openxmlformats.org/officeDocument/2006/relationships/tags" Target="../tags/tag134.xml"/><Relationship Id="rId537" Type="http://schemas.openxmlformats.org/officeDocument/2006/relationships/tags" Target="../tags/tag537.xml"/><Relationship Id="rId579" Type="http://schemas.openxmlformats.org/officeDocument/2006/relationships/tags" Target="../tags/tag579.xml"/><Relationship Id="rId744" Type="http://schemas.openxmlformats.org/officeDocument/2006/relationships/tags" Target="../tags/tag744.xml"/><Relationship Id="rId786" Type="http://schemas.openxmlformats.org/officeDocument/2006/relationships/tags" Target="../tags/tag786.xml"/><Relationship Id="rId80" Type="http://schemas.openxmlformats.org/officeDocument/2006/relationships/tags" Target="../tags/tag80.xml"/><Relationship Id="rId176" Type="http://schemas.openxmlformats.org/officeDocument/2006/relationships/tags" Target="../tags/tag176.xml"/><Relationship Id="rId341" Type="http://schemas.openxmlformats.org/officeDocument/2006/relationships/tags" Target="../tags/tag341.xml"/><Relationship Id="rId383" Type="http://schemas.openxmlformats.org/officeDocument/2006/relationships/tags" Target="../tags/tag383.xml"/><Relationship Id="rId439" Type="http://schemas.openxmlformats.org/officeDocument/2006/relationships/tags" Target="../tags/tag439.xml"/><Relationship Id="rId590" Type="http://schemas.openxmlformats.org/officeDocument/2006/relationships/tags" Target="../tags/tag590.xml"/><Relationship Id="rId604" Type="http://schemas.openxmlformats.org/officeDocument/2006/relationships/tags" Target="../tags/tag604.xml"/><Relationship Id="rId646" Type="http://schemas.openxmlformats.org/officeDocument/2006/relationships/tags" Target="../tags/tag646.xml"/><Relationship Id="rId811" Type="http://schemas.openxmlformats.org/officeDocument/2006/relationships/tags" Target="../tags/tag811.xml"/><Relationship Id="rId201" Type="http://schemas.openxmlformats.org/officeDocument/2006/relationships/tags" Target="../tags/tag201.xml"/><Relationship Id="rId243" Type="http://schemas.openxmlformats.org/officeDocument/2006/relationships/tags" Target="../tags/tag243.xml"/><Relationship Id="rId285" Type="http://schemas.openxmlformats.org/officeDocument/2006/relationships/tags" Target="../tags/tag285.xml"/><Relationship Id="rId450" Type="http://schemas.openxmlformats.org/officeDocument/2006/relationships/tags" Target="../tags/tag450.xml"/><Relationship Id="rId506" Type="http://schemas.openxmlformats.org/officeDocument/2006/relationships/tags" Target="../tags/tag506.xml"/><Relationship Id="rId688" Type="http://schemas.openxmlformats.org/officeDocument/2006/relationships/tags" Target="../tags/tag688.xml"/><Relationship Id="rId38" Type="http://schemas.openxmlformats.org/officeDocument/2006/relationships/tags" Target="../tags/tag38.xml"/><Relationship Id="rId103" Type="http://schemas.openxmlformats.org/officeDocument/2006/relationships/tags" Target="../tags/tag103.xml"/><Relationship Id="rId310" Type="http://schemas.openxmlformats.org/officeDocument/2006/relationships/tags" Target="../tags/tag310.xml"/><Relationship Id="rId492" Type="http://schemas.openxmlformats.org/officeDocument/2006/relationships/tags" Target="../tags/tag492.xml"/><Relationship Id="rId548" Type="http://schemas.openxmlformats.org/officeDocument/2006/relationships/tags" Target="../tags/tag548.xml"/><Relationship Id="rId713" Type="http://schemas.openxmlformats.org/officeDocument/2006/relationships/tags" Target="../tags/tag713.xml"/><Relationship Id="rId755" Type="http://schemas.openxmlformats.org/officeDocument/2006/relationships/tags" Target="../tags/tag755.xml"/><Relationship Id="rId797" Type="http://schemas.openxmlformats.org/officeDocument/2006/relationships/tags" Target="../tags/tag797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87" Type="http://schemas.openxmlformats.org/officeDocument/2006/relationships/tags" Target="../tags/tag187.xml"/><Relationship Id="rId352" Type="http://schemas.openxmlformats.org/officeDocument/2006/relationships/tags" Target="../tags/tag352.xml"/><Relationship Id="rId394" Type="http://schemas.openxmlformats.org/officeDocument/2006/relationships/tags" Target="../tags/tag394.xml"/><Relationship Id="rId408" Type="http://schemas.openxmlformats.org/officeDocument/2006/relationships/tags" Target="../tags/tag408.xml"/><Relationship Id="rId615" Type="http://schemas.openxmlformats.org/officeDocument/2006/relationships/tags" Target="../tags/tag615.xml"/><Relationship Id="rId822" Type="http://schemas.openxmlformats.org/officeDocument/2006/relationships/tags" Target="../tags/tag822.xml"/><Relationship Id="rId212" Type="http://schemas.openxmlformats.org/officeDocument/2006/relationships/tags" Target="../tags/tag212.xml"/><Relationship Id="rId254" Type="http://schemas.openxmlformats.org/officeDocument/2006/relationships/tags" Target="../tags/tag254.xml"/><Relationship Id="rId657" Type="http://schemas.openxmlformats.org/officeDocument/2006/relationships/tags" Target="../tags/tag657.xml"/><Relationship Id="rId699" Type="http://schemas.openxmlformats.org/officeDocument/2006/relationships/tags" Target="../tags/tag699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96" Type="http://schemas.openxmlformats.org/officeDocument/2006/relationships/tags" Target="../tags/tag296.xml"/><Relationship Id="rId461" Type="http://schemas.openxmlformats.org/officeDocument/2006/relationships/tags" Target="../tags/tag461.xml"/><Relationship Id="rId517" Type="http://schemas.openxmlformats.org/officeDocument/2006/relationships/tags" Target="../tags/tag517.xml"/><Relationship Id="rId559" Type="http://schemas.openxmlformats.org/officeDocument/2006/relationships/tags" Target="../tags/tag559.xml"/><Relationship Id="rId724" Type="http://schemas.openxmlformats.org/officeDocument/2006/relationships/tags" Target="../tags/tag724.xml"/><Relationship Id="rId766" Type="http://schemas.openxmlformats.org/officeDocument/2006/relationships/tags" Target="../tags/tag766.xml"/><Relationship Id="rId60" Type="http://schemas.openxmlformats.org/officeDocument/2006/relationships/tags" Target="../tags/tag60.xml"/><Relationship Id="rId156" Type="http://schemas.openxmlformats.org/officeDocument/2006/relationships/tags" Target="../tags/tag156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363" Type="http://schemas.openxmlformats.org/officeDocument/2006/relationships/tags" Target="../tags/tag363.xml"/><Relationship Id="rId419" Type="http://schemas.openxmlformats.org/officeDocument/2006/relationships/tags" Target="../tags/tag419.xml"/><Relationship Id="rId570" Type="http://schemas.openxmlformats.org/officeDocument/2006/relationships/tags" Target="../tags/tag570.xml"/><Relationship Id="rId626" Type="http://schemas.openxmlformats.org/officeDocument/2006/relationships/tags" Target="../tags/tag626.xml"/><Relationship Id="rId223" Type="http://schemas.openxmlformats.org/officeDocument/2006/relationships/tags" Target="../tags/tag223.xml"/><Relationship Id="rId430" Type="http://schemas.openxmlformats.org/officeDocument/2006/relationships/tags" Target="../tags/tag430.xml"/><Relationship Id="rId668" Type="http://schemas.openxmlformats.org/officeDocument/2006/relationships/tags" Target="../tags/tag668.xml"/><Relationship Id="rId833" Type="http://schemas.openxmlformats.org/officeDocument/2006/relationships/tags" Target="../tags/tag833.xml"/><Relationship Id="rId18" Type="http://schemas.openxmlformats.org/officeDocument/2006/relationships/tags" Target="../tags/tag18.xml"/><Relationship Id="rId265" Type="http://schemas.openxmlformats.org/officeDocument/2006/relationships/tags" Target="../tags/tag265.xml"/><Relationship Id="rId472" Type="http://schemas.openxmlformats.org/officeDocument/2006/relationships/tags" Target="../tags/tag472.xml"/><Relationship Id="rId528" Type="http://schemas.openxmlformats.org/officeDocument/2006/relationships/tags" Target="../tags/tag528.xml"/><Relationship Id="rId735" Type="http://schemas.openxmlformats.org/officeDocument/2006/relationships/tags" Target="../tags/tag735.xml"/><Relationship Id="rId125" Type="http://schemas.openxmlformats.org/officeDocument/2006/relationships/tags" Target="../tags/tag125.xml"/><Relationship Id="rId167" Type="http://schemas.openxmlformats.org/officeDocument/2006/relationships/tags" Target="../tags/tag167.xml"/><Relationship Id="rId332" Type="http://schemas.openxmlformats.org/officeDocument/2006/relationships/tags" Target="../tags/tag332.xml"/><Relationship Id="rId374" Type="http://schemas.openxmlformats.org/officeDocument/2006/relationships/tags" Target="../tags/tag374.xml"/><Relationship Id="rId581" Type="http://schemas.openxmlformats.org/officeDocument/2006/relationships/tags" Target="../tags/tag581.xml"/><Relationship Id="rId777" Type="http://schemas.openxmlformats.org/officeDocument/2006/relationships/tags" Target="../tags/tag777.xml"/><Relationship Id="rId71" Type="http://schemas.openxmlformats.org/officeDocument/2006/relationships/tags" Target="../tags/tag71.xml"/><Relationship Id="rId234" Type="http://schemas.openxmlformats.org/officeDocument/2006/relationships/tags" Target="../tags/tag234.xml"/><Relationship Id="rId637" Type="http://schemas.openxmlformats.org/officeDocument/2006/relationships/tags" Target="../tags/tag637.xml"/><Relationship Id="rId679" Type="http://schemas.openxmlformats.org/officeDocument/2006/relationships/tags" Target="../tags/tag679.xml"/><Relationship Id="rId802" Type="http://schemas.openxmlformats.org/officeDocument/2006/relationships/tags" Target="../tags/tag80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76" Type="http://schemas.openxmlformats.org/officeDocument/2006/relationships/tags" Target="../tags/tag276.xml"/><Relationship Id="rId441" Type="http://schemas.openxmlformats.org/officeDocument/2006/relationships/tags" Target="../tags/tag441.xml"/><Relationship Id="rId483" Type="http://schemas.openxmlformats.org/officeDocument/2006/relationships/tags" Target="../tags/tag483.xml"/><Relationship Id="rId539" Type="http://schemas.openxmlformats.org/officeDocument/2006/relationships/tags" Target="../tags/tag539.xml"/><Relationship Id="rId690" Type="http://schemas.openxmlformats.org/officeDocument/2006/relationships/tags" Target="../tags/tag690.xml"/><Relationship Id="rId704" Type="http://schemas.openxmlformats.org/officeDocument/2006/relationships/tags" Target="../tags/tag704.xml"/><Relationship Id="rId746" Type="http://schemas.openxmlformats.org/officeDocument/2006/relationships/tags" Target="../tags/tag746.xml"/><Relationship Id="rId40" Type="http://schemas.openxmlformats.org/officeDocument/2006/relationships/tags" Target="../tags/tag40.xml"/><Relationship Id="rId136" Type="http://schemas.openxmlformats.org/officeDocument/2006/relationships/tags" Target="../tags/tag136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343" Type="http://schemas.openxmlformats.org/officeDocument/2006/relationships/tags" Target="../tags/tag343.xml"/><Relationship Id="rId550" Type="http://schemas.openxmlformats.org/officeDocument/2006/relationships/tags" Target="../tags/tag550.xml"/><Relationship Id="rId788" Type="http://schemas.openxmlformats.org/officeDocument/2006/relationships/tags" Target="../tags/tag788.xml"/><Relationship Id="rId82" Type="http://schemas.openxmlformats.org/officeDocument/2006/relationships/tags" Target="../tags/tag82.xml"/><Relationship Id="rId203" Type="http://schemas.openxmlformats.org/officeDocument/2006/relationships/tags" Target="../tags/tag203.xml"/><Relationship Id="rId385" Type="http://schemas.openxmlformats.org/officeDocument/2006/relationships/tags" Target="../tags/tag385.xml"/><Relationship Id="rId592" Type="http://schemas.openxmlformats.org/officeDocument/2006/relationships/tags" Target="../tags/tag592.xml"/><Relationship Id="rId606" Type="http://schemas.openxmlformats.org/officeDocument/2006/relationships/tags" Target="../tags/tag606.xml"/><Relationship Id="rId648" Type="http://schemas.openxmlformats.org/officeDocument/2006/relationships/tags" Target="../tags/tag648.xml"/><Relationship Id="rId813" Type="http://schemas.openxmlformats.org/officeDocument/2006/relationships/tags" Target="../tags/tag813.xml"/><Relationship Id="rId245" Type="http://schemas.openxmlformats.org/officeDocument/2006/relationships/tags" Target="../tags/tag245.xml"/><Relationship Id="rId287" Type="http://schemas.openxmlformats.org/officeDocument/2006/relationships/tags" Target="../tags/tag287.xml"/><Relationship Id="rId410" Type="http://schemas.openxmlformats.org/officeDocument/2006/relationships/tags" Target="../tags/tag410.xml"/><Relationship Id="rId452" Type="http://schemas.openxmlformats.org/officeDocument/2006/relationships/tags" Target="../tags/tag452.xml"/><Relationship Id="rId494" Type="http://schemas.openxmlformats.org/officeDocument/2006/relationships/tags" Target="../tags/tag494.xml"/><Relationship Id="rId508" Type="http://schemas.openxmlformats.org/officeDocument/2006/relationships/tags" Target="../tags/tag508.xml"/><Relationship Id="rId715" Type="http://schemas.openxmlformats.org/officeDocument/2006/relationships/tags" Target="../tags/tag715.xml"/><Relationship Id="rId105" Type="http://schemas.openxmlformats.org/officeDocument/2006/relationships/tags" Target="../tags/tag105.xml"/><Relationship Id="rId147" Type="http://schemas.openxmlformats.org/officeDocument/2006/relationships/tags" Target="../tags/tag147.xml"/><Relationship Id="rId312" Type="http://schemas.openxmlformats.org/officeDocument/2006/relationships/tags" Target="../tags/tag312.xml"/><Relationship Id="rId354" Type="http://schemas.openxmlformats.org/officeDocument/2006/relationships/tags" Target="../tags/tag354.xml"/><Relationship Id="rId757" Type="http://schemas.openxmlformats.org/officeDocument/2006/relationships/tags" Target="../tags/tag757.xml"/><Relationship Id="rId799" Type="http://schemas.openxmlformats.org/officeDocument/2006/relationships/tags" Target="../tags/tag799.xml"/><Relationship Id="rId51" Type="http://schemas.openxmlformats.org/officeDocument/2006/relationships/tags" Target="../tags/tag51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96" Type="http://schemas.openxmlformats.org/officeDocument/2006/relationships/tags" Target="../tags/tag396.xml"/><Relationship Id="rId561" Type="http://schemas.openxmlformats.org/officeDocument/2006/relationships/tags" Target="../tags/tag561.xml"/><Relationship Id="rId617" Type="http://schemas.openxmlformats.org/officeDocument/2006/relationships/tags" Target="../tags/tag617.xml"/><Relationship Id="rId659" Type="http://schemas.openxmlformats.org/officeDocument/2006/relationships/tags" Target="../tags/tag659.xml"/><Relationship Id="rId824" Type="http://schemas.openxmlformats.org/officeDocument/2006/relationships/tags" Target="../tags/tag824.xml"/><Relationship Id="rId214" Type="http://schemas.openxmlformats.org/officeDocument/2006/relationships/tags" Target="../tags/tag214.xml"/><Relationship Id="rId256" Type="http://schemas.openxmlformats.org/officeDocument/2006/relationships/tags" Target="../tags/tag256.xml"/><Relationship Id="rId298" Type="http://schemas.openxmlformats.org/officeDocument/2006/relationships/tags" Target="../tags/tag298.xml"/><Relationship Id="rId421" Type="http://schemas.openxmlformats.org/officeDocument/2006/relationships/tags" Target="../tags/tag421.xml"/><Relationship Id="rId463" Type="http://schemas.openxmlformats.org/officeDocument/2006/relationships/tags" Target="../tags/tag463.xml"/><Relationship Id="rId519" Type="http://schemas.openxmlformats.org/officeDocument/2006/relationships/tags" Target="../tags/tag519.xml"/><Relationship Id="rId670" Type="http://schemas.openxmlformats.org/officeDocument/2006/relationships/tags" Target="../tags/tag670.xml"/><Relationship Id="rId116" Type="http://schemas.openxmlformats.org/officeDocument/2006/relationships/tags" Target="../tags/tag116.xml"/><Relationship Id="rId158" Type="http://schemas.openxmlformats.org/officeDocument/2006/relationships/tags" Target="../tags/tag158.xml"/><Relationship Id="rId323" Type="http://schemas.openxmlformats.org/officeDocument/2006/relationships/tags" Target="../tags/tag323.xml"/><Relationship Id="rId530" Type="http://schemas.openxmlformats.org/officeDocument/2006/relationships/tags" Target="../tags/tag530.xml"/><Relationship Id="rId726" Type="http://schemas.openxmlformats.org/officeDocument/2006/relationships/tags" Target="../tags/tag726.xml"/><Relationship Id="rId768" Type="http://schemas.openxmlformats.org/officeDocument/2006/relationships/tags" Target="../tags/tag768.xml"/><Relationship Id="rId20" Type="http://schemas.openxmlformats.org/officeDocument/2006/relationships/tags" Target="../tags/tag20.xml"/><Relationship Id="rId62" Type="http://schemas.openxmlformats.org/officeDocument/2006/relationships/tags" Target="../tags/tag62.xml"/><Relationship Id="rId365" Type="http://schemas.openxmlformats.org/officeDocument/2006/relationships/tags" Target="../tags/tag365.xml"/><Relationship Id="rId572" Type="http://schemas.openxmlformats.org/officeDocument/2006/relationships/tags" Target="../tags/tag572.xml"/><Relationship Id="rId628" Type="http://schemas.openxmlformats.org/officeDocument/2006/relationships/tags" Target="../tags/tag628.xml"/><Relationship Id="rId835" Type="http://schemas.openxmlformats.org/officeDocument/2006/relationships/tags" Target="../tags/tag835.xml"/><Relationship Id="rId225" Type="http://schemas.openxmlformats.org/officeDocument/2006/relationships/tags" Target="../tags/tag225.xml"/><Relationship Id="rId267" Type="http://schemas.openxmlformats.org/officeDocument/2006/relationships/tags" Target="../tags/tag267.xml"/><Relationship Id="rId432" Type="http://schemas.openxmlformats.org/officeDocument/2006/relationships/tags" Target="../tags/tag432.xml"/><Relationship Id="rId474" Type="http://schemas.openxmlformats.org/officeDocument/2006/relationships/tags" Target="../tags/tag474.xml"/><Relationship Id="rId127" Type="http://schemas.openxmlformats.org/officeDocument/2006/relationships/tags" Target="../tags/tag127.xml"/><Relationship Id="rId681" Type="http://schemas.openxmlformats.org/officeDocument/2006/relationships/tags" Target="../tags/tag681.xml"/><Relationship Id="rId737" Type="http://schemas.openxmlformats.org/officeDocument/2006/relationships/tags" Target="../tags/tag737.xml"/><Relationship Id="rId779" Type="http://schemas.openxmlformats.org/officeDocument/2006/relationships/tags" Target="../tags/tag779.xml"/><Relationship Id="rId31" Type="http://schemas.openxmlformats.org/officeDocument/2006/relationships/tags" Target="../tags/tag31.xml"/><Relationship Id="rId73" Type="http://schemas.openxmlformats.org/officeDocument/2006/relationships/tags" Target="../tags/tag73.xml"/><Relationship Id="rId169" Type="http://schemas.openxmlformats.org/officeDocument/2006/relationships/tags" Target="../tags/tag169.xml"/><Relationship Id="rId334" Type="http://schemas.openxmlformats.org/officeDocument/2006/relationships/tags" Target="../tags/tag334.xml"/><Relationship Id="rId376" Type="http://schemas.openxmlformats.org/officeDocument/2006/relationships/tags" Target="../tags/tag376.xml"/><Relationship Id="rId541" Type="http://schemas.openxmlformats.org/officeDocument/2006/relationships/tags" Target="../tags/tag541.xml"/><Relationship Id="rId583" Type="http://schemas.openxmlformats.org/officeDocument/2006/relationships/tags" Target="../tags/tag583.xml"/><Relationship Id="rId639" Type="http://schemas.openxmlformats.org/officeDocument/2006/relationships/tags" Target="../tags/tag639.xml"/><Relationship Id="rId790" Type="http://schemas.openxmlformats.org/officeDocument/2006/relationships/tags" Target="../tags/tag790.xml"/><Relationship Id="rId804" Type="http://schemas.openxmlformats.org/officeDocument/2006/relationships/tags" Target="../tags/tag804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36" Type="http://schemas.openxmlformats.org/officeDocument/2006/relationships/tags" Target="../tags/tag236.xml"/><Relationship Id="rId278" Type="http://schemas.openxmlformats.org/officeDocument/2006/relationships/tags" Target="../tags/tag278.xml"/><Relationship Id="rId401" Type="http://schemas.openxmlformats.org/officeDocument/2006/relationships/tags" Target="../tags/tag401.xml"/><Relationship Id="rId443" Type="http://schemas.openxmlformats.org/officeDocument/2006/relationships/tags" Target="../tags/tag443.xml"/><Relationship Id="rId650" Type="http://schemas.openxmlformats.org/officeDocument/2006/relationships/tags" Target="../tags/tag650.xml"/><Relationship Id="rId303" Type="http://schemas.openxmlformats.org/officeDocument/2006/relationships/tags" Target="../tags/tag303.xml"/><Relationship Id="rId485" Type="http://schemas.openxmlformats.org/officeDocument/2006/relationships/tags" Target="../tags/tag485.xml"/><Relationship Id="rId692" Type="http://schemas.openxmlformats.org/officeDocument/2006/relationships/tags" Target="../tags/tag692.xml"/><Relationship Id="rId706" Type="http://schemas.openxmlformats.org/officeDocument/2006/relationships/tags" Target="../tags/tag706.xml"/><Relationship Id="rId748" Type="http://schemas.openxmlformats.org/officeDocument/2006/relationships/tags" Target="../tags/tag748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387" Type="http://schemas.openxmlformats.org/officeDocument/2006/relationships/tags" Target="../tags/tag387.xml"/><Relationship Id="rId510" Type="http://schemas.openxmlformats.org/officeDocument/2006/relationships/tags" Target="../tags/tag510.xml"/><Relationship Id="rId552" Type="http://schemas.openxmlformats.org/officeDocument/2006/relationships/tags" Target="../tags/tag552.xml"/><Relationship Id="rId594" Type="http://schemas.openxmlformats.org/officeDocument/2006/relationships/tags" Target="../tags/tag594.xml"/><Relationship Id="rId608" Type="http://schemas.openxmlformats.org/officeDocument/2006/relationships/tags" Target="../tags/tag608.xml"/><Relationship Id="rId815" Type="http://schemas.openxmlformats.org/officeDocument/2006/relationships/tags" Target="../tags/tag815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412" Type="http://schemas.openxmlformats.org/officeDocument/2006/relationships/tags" Target="../tags/tag412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454" Type="http://schemas.openxmlformats.org/officeDocument/2006/relationships/tags" Target="../tags/tag454.xml"/><Relationship Id="rId496" Type="http://schemas.openxmlformats.org/officeDocument/2006/relationships/tags" Target="../tags/tag496.xml"/><Relationship Id="rId661" Type="http://schemas.openxmlformats.org/officeDocument/2006/relationships/tags" Target="../tags/tag661.xml"/><Relationship Id="rId717" Type="http://schemas.openxmlformats.org/officeDocument/2006/relationships/tags" Target="../tags/tag717.xml"/><Relationship Id="rId759" Type="http://schemas.openxmlformats.org/officeDocument/2006/relationships/tags" Target="../tags/tag75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tags" Target="../tags/tag314.xml"/><Relationship Id="rId356" Type="http://schemas.openxmlformats.org/officeDocument/2006/relationships/tags" Target="../tags/tag356.xml"/><Relationship Id="rId398" Type="http://schemas.openxmlformats.org/officeDocument/2006/relationships/tags" Target="../tags/tag398.xml"/><Relationship Id="rId521" Type="http://schemas.openxmlformats.org/officeDocument/2006/relationships/tags" Target="../tags/tag521.xml"/><Relationship Id="rId563" Type="http://schemas.openxmlformats.org/officeDocument/2006/relationships/tags" Target="../tags/tag563.xml"/><Relationship Id="rId619" Type="http://schemas.openxmlformats.org/officeDocument/2006/relationships/tags" Target="../tags/tag619.xml"/><Relationship Id="rId770" Type="http://schemas.openxmlformats.org/officeDocument/2006/relationships/tags" Target="../tags/tag770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423" Type="http://schemas.openxmlformats.org/officeDocument/2006/relationships/tags" Target="../tags/tag423.xml"/><Relationship Id="rId826" Type="http://schemas.openxmlformats.org/officeDocument/2006/relationships/tags" Target="../tags/tag826.xml"/><Relationship Id="rId258" Type="http://schemas.openxmlformats.org/officeDocument/2006/relationships/tags" Target="../tags/tag258.xml"/><Relationship Id="rId465" Type="http://schemas.openxmlformats.org/officeDocument/2006/relationships/tags" Target="../tags/tag465.xml"/><Relationship Id="rId630" Type="http://schemas.openxmlformats.org/officeDocument/2006/relationships/tags" Target="../tags/tag630.xml"/><Relationship Id="rId672" Type="http://schemas.openxmlformats.org/officeDocument/2006/relationships/tags" Target="../tags/tag672.xml"/><Relationship Id="rId728" Type="http://schemas.openxmlformats.org/officeDocument/2006/relationships/tags" Target="../tags/tag72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367" Type="http://schemas.openxmlformats.org/officeDocument/2006/relationships/tags" Target="../tags/tag367.xml"/><Relationship Id="rId532" Type="http://schemas.openxmlformats.org/officeDocument/2006/relationships/tags" Target="../tags/tag532.xml"/><Relationship Id="rId574" Type="http://schemas.openxmlformats.org/officeDocument/2006/relationships/tags" Target="../tags/tag574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781" Type="http://schemas.openxmlformats.org/officeDocument/2006/relationships/tags" Target="../tags/tag781.xml"/><Relationship Id="rId837" Type="http://schemas.openxmlformats.org/officeDocument/2006/relationships/tags" Target="../tags/tag837.xml"/><Relationship Id="rId269" Type="http://schemas.openxmlformats.org/officeDocument/2006/relationships/tags" Target="../tags/tag269.xml"/><Relationship Id="rId434" Type="http://schemas.openxmlformats.org/officeDocument/2006/relationships/tags" Target="../tags/tag434.xml"/><Relationship Id="rId476" Type="http://schemas.openxmlformats.org/officeDocument/2006/relationships/tags" Target="../tags/tag476.xml"/><Relationship Id="rId641" Type="http://schemas.openxmlformats.org/officeDocument/2006/relationships/tags" Target="../tags/tag641.xml"/><Relationship Id="rId683" Type="http://schemas.openxmlformats.org/officeDocument/2006/relationships/tags" Target="../tags/tag683.xml"/><Relationship Id="rId739" Type="http://schemas.openxmlformats.org/officeDocument/2006/relationships/tags" Target="../tags/tag73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336" Type="http://schemas.openxmlformats.org/officeDocument/2006/relationships/tags" Target="../tags/tag336.xml"/><Relationship Id="rId501" Type="http://schemas.openxmlformats.org/officeDocument/2006/relationships/tags" Target="../tags/tag501.xml"/><Relationship Id="rId543" Type="http://schemas.openxmlformats.org/officeDocument/2006/relationships/tags" Target="../tags/tag543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378" Type="http://schemas.openxmlformats.org/officeDocument/2006/relationships/tags" Target="../tags/tag378.xml"/><Relationship Id="rId403" Type="http://schemas.openxmlformats.org/officeDocument/2006/relationships/tags" Target="../tags/tag403.xml"/><Relationship Id="rId585" Type="http://schemas.openxmlformats.org/officeDocument/2006/relationships/tags" Target="../tags/tag585.xml"/><Relationship Id="rId750" Type="http://schemas.openxmlformats.org/officeDocument/2006/relationships/tags" Target="../tags/tag750.xml"/><Relationship Id="rId792" Type="http://schemas.openxmlformats.org/officeDocument/2006/relationships/tags" Target="../tags/tag792.xml"/><Relationship Id="rId806" Type="http://schemas.openxmlformats.org/officeDocument/2006/relationships/tags" Target="../tags/tag806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445" Type="http://schemas.openxmlformats.org/officeDocument/2006/relationships/tags" Target="../tags/tag445.xml"/><Relationship Id="rId487" Type="http://schemas.openxmlformats.org/officeDocument/2006/relationships/tags" Target="../tags/tag487.xml"/><Relationship Id="rId610" Type="http://schemas.openxmlformats.org/officeDocument/2006/relationships/tags" Target="../tags/tag610.xml"/><Relationship Id="rId652" Type="http://schemas.openxmlformats.org/officeDocument/2006/relationships/tags" Target="../tags/tag652.xml"/><Relationship Id="rId694" Type="http://schemas.openxmlformats.org/officeDocument/2006/relationships/tags" Target="../tags/tag694.xml"/><Relationship Id="rId708" Type="http://schemas.openxmlformats.org/officeDocument/2006/relationships/tags" Target="../tags/tag70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347" Type="http://schemas.openxmlformats.org/officeDocument/2006/relationships/tags" Target="../tags/tag347.xml"/><Relationship Id="rId512" Type="http://schemas.openxmlformats.org/officeDocument/2006/relationships/tags" Target="../tags/tag512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554" Type="http://schemas.openxmlformats.org/officeDocument/2006/relationships/tags" Target="../tags/tag554.xml"/><Relationship Id="rId596" Type="http://schemas.openxmlformats.org/officeDocument/2006/relationships/tags" Target="../tags/tag596.xml"/><Relationship Id="rId761" Type="http://schemas.openxmlformats.org/officeDocument/2006/relationships/tags" Target="../tags/tag761.xml"/><Relationship Id="rId817" Type="http://schemas.openxmlformats.org/officeDocument/2006/relationships/tags" Target="../tags/tag817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49" Type="http://schemas.openxmlformats.org/officeDocument/2006/relationships/tags" Target="../tags/tag249.xml"/><Relationship Id="rId414" Type="http://schemas.openxmlformats.org/officeDocument/2006/relationships/tags" Target="../tags/tag414.xml"/><Relationship Id="rId456" Type="http://schemas.openxmlformats.org/officeDocument/2006/relationships/tags" Target="../tags/tag456.xml"/><Relationship Id="rId498" Type="http://schemas.openxmlformats.org/officeDocument/2006/relationships/tags" Target="../tags/tag498.xml"/><Relationship Id="rId621" Type="http://schemas.openxmlformats.org/officeDocument/2006/relationships/tags" Target="../tags/tag621.xml"/><Relationship Id="rId663" Type="http://schemas.openxmlformats.org/officeDocument/2006/relationships/tags" Target="../tags/tag663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316" Type="http://schemas.openxmlformats.org/officeDocument/2006/relationships/tags" Target="../tags/tag316.xml"/><Relationship Id="rId523" Type="http://schemas.openxmlformats.org/officeDocument/2006/relationships/tags" Target="../tags/tag523.xml"/><Relationship Id="rId719" Type="http://schemas.openxmlformats.org/officeDocument/2006/relationships/tags" Target="../tags/tag719.xml"/><Relationship Id="rId55" Type="http://schemas.openxmlformats.org/officeDocument/2006/relationships/tags" Target="../tags/tag55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565" Type="http://schemas.openxmlformats.org/officeDocument/2006/relationships/tags" Target="../tags/tag565.xml"/><Relationship Id="rId730" Type="http://schemas.openxmlformats.org/officeDocument/2006/relationships/tags" Target="../tags/tag730.xml"/><Relationship Id="rId772" Type="http://schemas.openxmlformats.org/officeDocument/2006/relationships/tags" Target="../tags/tag772.xml"/><Relationship Id="rId828" Type="http://schemas.openxmlformats.org/officeDocument/2006/relationships/tags" Target="../tags/tag828.xml"/><Relationship Id="rId162" Type="http://schemas.openxmlformats.org/officeDocument/2006/relationships/tags" Target="../tags/tag162.xml"/><Relationship Id="rId218" Type="http://schemas.openxmlformats.org/officeDocument/2006/relationships/tags" Target="../tags/tag218.xml"/><Relationship Id="rId425" Type="http://schemas.openxmlformats.org/officeDocument/2006/relationships/tags" Target="../tags/tag425.xml"/><Relationship Id="rId467" Type="http://schemas.openxmlformats.org/officeDocument/2006/relationships/tags" Target="../tags/tag467.xml"/><Relationship Id="rId632" Type="http://schemas.openxmlformats.org/officeDocument/2006/relationships/tags" Target="../tags/tag632.xml"/><Relationship Id="rId271" Type="http://schemas.openxmlformats.org/officeDocument/2006/relationships/tags" Target="../tags/tag271.xml"/><Relationship Id="rId674" Type="http://schemas.openxmlformats.org/officeDocument/2006/relationships/tags" Target="../tags/tag674.xml"/><Relationship Id="rId24" Type="http://schemas.openxmlformats.org/officeDocument/2006/relationships/tags" Target="../tags/tag24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27" Type="http://schemas.openxmlformats.org/officeDocument/2006/relationships/tags" Target="../tags/tag327.xml"/><Relationship Id="rId369" Type="http://schemas.openxmlformats.org/officeDocument/2006/relationships/tags" Target="../tags/tag369.xml"/><Relationship Id="rId534" Type="http://schemas.openxmlformats.org/officeDocument/2006/relationships/tags" Target="../tags/tag534.xml"/><Relationship Id="rId576" Type="http://schemas.openxmlformats.org/officeDocument/2006/relationships/tags" Target="../tags/tag576.xml"/><Relationship Id="rId741" Type="http://schemas.openxmlformats.org/officeDocument/2006/relationships/tags" Target="../tags/tag741.xml"/><Relationship Id="rId783" Type="http://schemas.openxmlformats.org/officeDocument/2006/relationships/tags" Target="../tags/tag783.xml"/><Relationship Id="rId839" Type="http://schemas.openxmlformats.org/officeDocument/2006/relationships/tags" Target="../tags/tag839.xml"/><Relationship Id="rId173" Type="http://schemas.openxmlformats.org/officeDocument/2006/relationships/tags" Target="../tags/tag173.xml"/><Relationship Id="rId229" Type="http://schemas.openxmlformats.org/officeDocument/2006/relationships/tags" Target="../tags/tag229.xml"/><Relationship Id="rId380" Type="http://schemas.openxmlformats.org/officeDocument/2006/relationships/tags" Target="../tags/tag380.xml"/><Relationship Id="rId436" Type="http://schemas.openxmlformats.org/officeDocument/2006/relationships/tags" Target="../tags/tag436.xml"/><Relationship Id="rId601" Type="http://schemas.openxmlformats.org/officeDocument/2006/relationships/tags" Target="../tags/tag601.xml"/><Relationship Id="rId643" Type="http://schemas.openxmlformats.org/officeDocument/2006/relationships/tags" Target="../tags/tag643.xml"/><Relationship Id="rId240" Type="http://schemas.openxmlformats.org/officeDocument/2006/relationships/tags" Target="../tags/tag240.xml"/><Relationship Id="rId478" Type="http://schemas.openxmlformats.org/officeDocument/2006/relationships/tags" Target="../tags/tag478.xml"/><Relationship Id="rId685" Type="http://schemas.openxmlformats.org/officeDocument/2006/relationships/tags" Target="../tags/tag685.xml"/><Relationship Id="rId35" Type="http://schemas.openxmlformats.org/officeDocument/2006/relationships/tags" Target="../tags/tag35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338" Type="http://schemas.openxmlformats.org/officeDocument/2006/relationships/tags" Target="../tags/tag338.xml"/><Relationship Id="rId503" Type="http://schemas.openxmlformats.org/officeDocument/2006/relationships/tags" Target="../tags/tag503.xml"/><Relationship Id="rId545" Type="http://schemas.openxmlformats.org/officeDocument/2006/relationships/tags" Target="../tags/tag545.xml"/><Relationship Id="rId587" Type="http://schemas.openxmlformats.org/officeDocument/2006/relationships/tags" Target="../tags/tag587.xml"/><Relationship Id="rId710" Type="http://schemas.openxmlformats.org/officeDocument/2006/relationships/tags" Target="../tags/tag710.xml"/><Relationship Id="rId752" Type="http://schemas.openxmlformats.org/officeDocument/2006/relationships/tags" Target="../tags/tag752.xml"/><Relationship Id="rId808" Type="http://schemas.openxmlformats.org/officeDocument/2006/relationships/tags" Target="../tags/tag80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405" Type="http://schemas.openxmlformats.org/officeDocument/2006/relationships/tags" Target="../tags/tag405.xml"/><Relationship Id="rId447" Type="http://schemas.openxmlformats.org/officeDocument/2006/relationships/tags" Target="../tags/tag447.xml"/><Relationship Id="rId612" Type="http://schemas.openxmlformats.org/officeDocument/2006/relationships/tags" Target="../tags/tag612.xml"/><Relationship Id="rId794" Type="http://schemas.openxmlformats.org/officeDocument/2006/relationships/tags" Target="../tags/tag794.xml"/><Relationship Id="rId251" Type="http://schemas.openxmlformats.org/officeDocument/2006/relationships/tags" Target="../tags/tag251.xml"/><Relationship Id="rId489" Type="http://schemas.openxmlformats.org/officeDocument/2006/relationships/tags" Target="../tags/tag489.xml"/><Relationship Id="rId654" Type="http://schemas.openxmlformats.org/officeDocument/2006/relationships/tags" Target="../tags/tag654.xml"/><Relationship Id="rId696" Type="http://schemas.openxmlformats.org/officeDocument/2006/relationships/tags" Target="../tags/tag696.xml"/><Relationship Id="rId46" Type="http://schemas.openxmlformats.org/officeDocument/2006/relationships/tags" Target="../tags/tag46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349" Type="http://schemas.openxmlformats.org/officeDocument/2006/relationships/tags" Target="../tags/tag349.xml"/><Relationship Id="rId514" Type="http://schemas.openxmlformats.org/officeDocument/2006/relationships/tags" Target="../tags/tag514.xml"/><Relationship Id="rId556" Type="http://schemas.openxmlformats.org/officeDocument/2006/relationships/tags" Target="../tags/tag556.xml"/><Relationship Id="rId721" Type="http://schemas.openxmlformats.org/officeDocument/2006/relationships/tags" Target="../tags/tag721.xml"/><Relationship Id="rId763" Type="http://schemas.openxmlformats.org/officeDocument/2006/relationships/tags" Target="../tags/tag76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3" Type="http://schemas.openxmlformats.org/officeDocument/2006/relationships/tags" Target="../tags/tag153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360" Type="http://schemas.openxmlformats.org/officeDocument/2006/relationships/tags" Target="../tags/tag360.xml"/><Relationship Id="rId416" Type="http://schemas.openxmlformats.org/officeDocument/2006/relationships/tags" Target="../tags/tag416.xml"/><Relationship Id="rId598" Type="http://schemas.openxmlformats.org/officeDocument/2006/relationships/tags" Target="../tags/tag598.xml"/><Relationship Id="rId819" Type="http://schemas.openxmlformats.org/officeDocument/2006/relationships/tags" Target="../tags/tag819.xml"/><Relationship Id="rId220" Type="http://schemas.openxmlformats.org/officeDocument/2006/relationships/tags" Target="../tags/tag220.xml"/><Relationship Id="rId458" Type="http://schemas.openxmlformats.org/officeDocument/2006/relationships/tags" Target="../tags/tag458.xml"/><Relationship Id="rId623" Type="http://schemas.openxmlformats.org/officeDocument/2006/relationships/tags" Target="../tags/tag623.xml"/><Relationship Id="rId665" Type="http://schemas.openxmlformats.org/officeDocument/2006/relationships/tags" Target="../tags/tag665.xml"/><Relationship Id="rId830" Type="http://schemas.openxmlformats.org/officeDocument/2006/relationships/tags" Target="../tags/tag830.xml"/><Relationship Id="rId15" Type="http://schemas.openxmlformats.org/officeDocument/2006/relationships/tags" Target="../tags/tag15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318" Type="http://schemas.openxmlformats.org/officeDocument/2006/relationships/tags" Target="../tags/tag318.xml"/><Relationship Id="rId525" Type="http://schemas.openxmlformats.org/officeDocument/2006/relationships/tags" Target="../tags/tag525.xml"/><Relationship Id="rId567" Type="http://schemas.openxmlformats.org/officeDocument/2006/relationships/tags" Target="../tags/tag567.xml"/><Relationship Id="rId732" Type="http://schemas.openxmlformats.org/officeDocument/2006/relationships/tags" Target="../tags/tag732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774" Type="http://schemas.openxmlformats.org/officeDocument/2006/relationships/tags" Target="../tags/tag774.xml"/><Relationship Id="rId427" Type="http://schemas.openxmlformats.org/officeDocument/2006/relationships/tags" Target="../tags/tag427.xml"/><Relationship Id="rId469" Type="http://schemas.openxmlformats.org/officeDocument/2006/relationships/tags" Target="../tags/tag469.xml"/><Relationship Id="rId634" Type="http://schemas.openxmlformats.org/officeDocument/2006/relationships/tags" Target="../tags/tag634.xml"/><Relationship Id="rId676" Type="http://schemas.openxmlformats.org/officeDocument/2006/relationships/tags" Target="../tags/tag676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480" Type="http://schemas.openxmlformats.org/officeDocument/2006/relationships/tags" Target="../tags/tag480.xml"/><Relationship Id="rId536" Type="http://schemas.openxmlformats.org/officeDocument/2006/relationships/tags" Target="../tags/tag536.xml"/><Relationship Id="rId701" Type="http://schemas.openxmlformats.org/officeDocument/2006/relationships/tags" Target="../tags/tag701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578" Type="http://schemas.openxmlformats.org/officeDocument/2006/relationships/tags" Target="../tags/tag578.xml"/><Relationship Id="rId743" Type="http://schemas.openxmlformats.org/officeDocument/2006/relationships/tags" Target="../tags/tag743.xml"/><Relationship Id="rId785" Type="http://schemas.openxmlformats.org/officeDocument/2006/relationships/tags" Target="../tags/tag785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438" Type="http://schemas.openxmlformats.org/officeDocument/2006/relationships/tags" Target="../tags/tag438.xml"/><Relationship Id="rId603" Type="http://schemas.openxmlformats.org/officeDocument/2006/relationships/tags" Target="../tags/tag603.xml"/><Relationship Id="rId645" Type="http://schemas.openxmlformats.org/officeDocument/2006/relationships/tags" Target="../tags/tag645.xml"/><Relationship Id="rId687" Type="http://schemas.openxmlformats.org/officeDocument/2006/relationships/tags" Target="../tags/tag687.xml"/><Relationship Id="rId810" Type="http://schemas.openxmlformats.org/officeDocument/2006/relationships/tags" Target="../tags/tag810.xml"/><Relationship Id="rId242" Type="http://schemas.openxmlformats.org/officeDocument/2006/relationships/tags" Target="../tags/tag242.xml"/><Relationship Id="rId284" Type="http://schemas.openxmlformats.org/officeDocument/2006/relationships/tags" Target="../tags/tag284.xml"/><Relationship Id="rId491" Type="http://schemas.openxmlformats.org/officeDocument/2006/relationships/tags" Target="../tags/tag491.xml"/><Relationship Id="rId505" Type="http://schemas.openxmlformats.org/officeDocument/2006/relationships/tags" Target="../tags/tag505.xml"/><Relationship Id="rId712" Type="http://schemas.openxmlformats.org/officeDocument/2006/relationships/tags" Target="../tags/tag712.xml"/><Relationship Id="rId37" Type="http://schemas.openxmlformats.org/officeDocument/2006/relationships/tags" Target="../tags/tag37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44" Type="http://schemas.openxmlformats.org/officeDocument/2006/relationships/tags" Target="../tags/tag144.xml"/><Relationship Id="rId547" Type="http://schemas.openxmlformats.org/officeDocument/2006/relationships/tags" Target="../tags/tag547.xml"/><Relationship Id="rId589" Type="http://schemas.openxmlformats.org/officeDocument/2006/relationships/tags" Target="../tags/tag589.xml"/><Relationship Id="rId754" Type="http://schemas.openxmlformats.org/officeDocument/2006/relationships/tags" Target="../tags/tag754.xml"/><Relationship Id="rId796" Type="http://schemas.openxmlformats.org/officeDocument/2006/relationships/tags" Target="../tags/tag796.xml"/><Relationship Id="rId90" Type="http://schemas.openxmlformats.org/officeDocument/2006/relationships/tags" Target="../tags/tag90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93" Type="http://schemas.openxmlformats.org/officeDocument/2006/relationships/tags" Target="../tags/tag393.xml"/><Relationship Id="rId407" Type="http://schemas.openxmlformats.org/officeDocument/2006/relationships/tags" Target="../tags/tag407.xml"/><Relationship Id="rId449" Type="http://schemas.openxmlformats.org/officeDocument/2006/relationships/tags" Target="../tags/tag449.xml"/><Relationship Id="rId614" Type="http://schemas.openxmlformats.org/officeDocument/2006/relationships/tags" Target="../tags/tag614.xml"/><Relationship Id="rId656" Type="http://schemas.openxmlformats.org/officeDocument/2006/relationships/tags" Target="../tags/tag656.xml"/><Relationship Id="rId821" Type="http://schemas.openxmlformats.org/officeDocument/2006/relationships/tags" Target="../tags/tag821.xml"/><Relationship Id="rId211" Type="http://schemas.openxmlformats.org/officeDocument/2006/relationships/tags" Target="../tags/tag211.xml"/><Relationship Id="rId253" Type="http://schemas.openxmlformats.org/officeDocument/2006/relationships/tags" Target="../tags/tag253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460" Type="http://schemas.openxmlformats.org/officeDocument/2006/relationships/tags" Target="../tags/tag460.xml"/><Relationship Id="rId516" Type="http://schemas.openxmlformats.org/officeDocument/2006/relationships/tags" Target="../tags/tag516.xml"/><Relationship Id="rId698" Type="http://schemas.openxmlformats.org/officeDocument/2006/relationships/tags" Target="../tags/tag698.xml"/><Relationship Id="rId48" Type="http://schemas.openxmlformats.org/officeDocument/2006/relationships/tags" Target="../tags/tag48.xml"/><Relationship Id="rId113" Type="http://schemas.openxmlformats.org/officeDocument/2006/relationships/tags" Target="../tags/tag113.xml"/><Relationship Id="rId320" Type="http://schemas.openxmlformats.org/officeDocument/2006/relationships/tags" Target="../tags/tag320.xml"/><Relationship Id="rId558" Type="http://schemas.openxmlformats.org/officeDocument/2006/relationships/tags" Target="../tags/tag558.xml"/><Relationship Id="rId723" Type="http://schemas.openxmlformats.org/officeDocument/2006/relationships/tags" Target="../tags/tag723.xml"/><Relationship Id="rId765" Type="http://schemas.openxmlformats.org/officeDocument/2006/relationships/tags" Target="../tags/tag765.xml"/><Relationship Id="rId155" Type="http://schemas.openxmlformats.org/officeDocument/2006/relationships/tags" Target="../tags/tag155.xml"/><Relationship Id="rId197" Type="http://schemas.openxmlformats.org/officeDocument/2006/relationships/tags" Target="../tags/tag197.xml"/><Relationship Id="rId362" Type="http://schemas.openxmlformats.org/officeDocument/2006/relationships/tags" Target="../tags/tag362.xml"/><Relationship Id="rId418" Type="http://schemas.openxmlformats.org/officeDocument/2006/relationships/tags" Target="../tags/tag418.xml"/><Relationship Id="rId625" Type="http://schemas.openxmlformats.org/officeDocument/2006/relationships/tags" Target="../tags/tag625.xml"/><Relationship Id="rId832" Type="http://schemas.openxmlformats.org/officeDocument/2006/relationships/tags" Target="../tags/tag832.xml"/><Relationship Id="rId222" Type="http://schemas.openxmlformats.org/officeDocument/2006/relationships/tags" Target="../tags/tag222.xml"/><Relationship Id="rId264" Type="http://schemas.openxmlformats.org/officeDocument/2006/relationships/tags" Target="../tags/tag264.xml"/><Relationship Id="rId471" Type="http://schemas.openxmlformats.org/officeDocument/2006/relationships/tags" Target="../tags/tag471.xml"/><Relationship Id="rId667" Type="http://schemas.openxmlformats.org/officeDocument/2006/relationships/tags" Target="../tags/tag667.xml"/><Relationship Id="rId17" Type="http://schemas.openxmlformats.org/officeDocument/2006/relationships/tags" Target="../tags/tag17.xml"/><Relationship Id="rId59" Type="http://schemas.openxmlformats.org/officeDocument/2006/relationships/tags" Target="../tags/tag59.xml"/><Relationship Id="rId124" Type="http://schemas.openxmlformats.org/officeDocument/2006/relationships/tags" Target="../tags/tag124.xml"/><Relationship Id="rId527" Type="http://schemas.openxmlformats.org/officeDocument/2006/relationships/tags" Target="../tags/tag527.xml"/><Relationship Id="rId569" Type="http://schemas.openxmlformats.org/officeDocument/2006/relationships/tags" Target="../tags/tag569.xml"/><Relationship Id="rId734" Type="http://schemas.openxmlformats.org/officeDocument/2006/relationships/tags" Target="../tags/tag734.xml"/><Relationship Id="rId776" Type="http://schemas.openxmlformats.org/officeDocument/2006/relationships/tags" Target="../tags/tag776.xml"/><Relationship Id="rId70" Type="http://schemas.openxmlformats.org/officeDocument/2006/relationships/tags" Target="../tags/tag70.xml"/><Relationship Id="rId166" Type="http://schemas.openxmlformats.org/officeDocument/2006/relationships/tags" Target="../tags/tag166.xml"/><Relationship Id="rId331" Type="http://schemas.openxmlformats.org/officeDocument/2006/relationships/tags" Target="../tags/tag331.xml"/><Relationship Id="rId373" Type="http://schemas.openxmlformats.org/officeDocument/2006/relationships/tags" Target="../tags/tag373.xml"/><Relationship Id="rId429" Type="http://schemas.openxmlformats.org/officeDocument/2006/relationships/tags" Target="../tags/tag429.xml"/><Relationship Id="rId580" Type="http://schemas.openxmlformats.org/officeDocument/2006/relationships/tags" Target="../tags/tag580.xml"/><Relationship Id="rId636" Type="http://schemas.openxmlformats.org/officeDocument/2006/relationships/tags" Target="../tags/tag636.xml"/><Relationship Id="rId801" Type="http://schemas.openxmlformats.org/officeDocument/2006/relationships/tags" Target="../tags/tag801.xml"/><Relationship Id="rId1" Type="http://schemas.openxmlformats.org/officeDocument/2006/relationships/tags" Target="../tags/tag1.xml"/><Relationship Id="rId233" Type="http://schemas.openxmlformats.org/officeDocument/2006/relationships/tags" Target="../tags/tag233.xml"/><Relationship Id="rId440" Type="http://schemas.openxmlformats.org/officeDocument/2006/relationships/tags" Target="../tags/tag440.xml"/><Relationship Id="rId678" Type="http://schemas.openxmlformats.org/officeDocument/2006/relationships/tags" Target="../tags/tag678.xml"/><Relationship Id="rId28" Type="http://schemas.openxmlformats.org/officeDocument/2006/relationships/tags" Target="../tags/tag28.xml"/><Relationship Id="rId275" Type="http://schemas.openxmlformats.org/officeDocument/2006/relationships/tags" Target="../tags/tag275.xml"/><Relationship Id="rId300" Type="http://schemas.openxmlformats.org/officeDocument/2006/relationships/tags" Target="../tags/tag300.xml"/><Relationship Id="rId482" Type="http://schemas.openxmlformats.org/officeDocument/2006/relationships/tags" Target="../tags/tag482.xml"/><Relationship Id="rId538" Type="http://schemas.openxmlformats.org/officeDocument/2006/relationships/tags" Target="../tags/tag538.xml"/><Relationship Id="rId703" Type="http://schemas.openxmlformats.org/officeDocument/2006/relationships/tags" Target="../tags/tag703.xml"/><Relationship Id="rId745" Type="http://schemas.openxmlformats.org/officeDocument/2006/relationships/tags" Target="../tags/tag745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77" Type="http://schemas.openxmlformats.org/officeDocument/2006/relationships/tags" Target="../tags/tag177.xml"/><Relationship Id="rId342" Type="http://schemas.openxmlformats.org/officeDocument/2006/relationships/tags" Target="../tags/tag342.xml"/><Relationship Id="rId384" Type="http://schemas.openxmlformats.org/officeDocument/2006/relationships/tags" Target="../tags/tag384.xml"/><Relationship Id="rId591" Type="http://schemas.openxmlformats.org/officeDocument/2006/relationships/tags" Target="../tags/tag591.xml"/><Relationship Id="rId605" Type="http://schemas.openxmlformats.org/officeDocument/2006/relationships/tags" Target="../tags/tag605.xml"/><Relationship Id="rId787" Type="http://schemas.openxmlformats.org/officeDocument/2006/relationships/tags" Target="../tags/tag787.xml"/><Relationship Id="rId812" Type="http://schemas.openxmlformats.org/officeDocument/2006/relationships/tags" Target="../tags/tag812.xml"/><Relationship Id="rId202" Type="http://schemas.openxmlformats.org/officeDocument/2006/relationships/tags" Target="../tags/tag202.xml"/><Relationship Id="rId244" Type="http://schemas.openxmlformats.org/officeDocument/2006/relationships/tags" Target="../tags/tag244.xml"/><Relationship Id="rId647" Type="http://schemas.openxmlformats.org/officeDocument/2006/relationships/tags" Target="../tags/tag647.xml"/><Relationship Id="rId689" Type="http://schemas.openxmlformats.org/officeDocument/2006/relationships/tags" Target="../tags/tag689.xml"/><Relationship Id="rId39" Type="http://schemas.openxmlformats.org/officeDocument/2006/relationships/tags" Target="../tags/tag39.xml"/><Relationship Id="rId286" Type="http://schemas.openxmlformats.org/officeDocument/2006/relationships/tags" Target="../tags/tag286.xml"/><Relationship Id="rId451" Type="http://schemas.openxmlformats.org/officeDocument/2006/relationships/tags" Target="../tags/tag451.xml"/><Relationship Id="rId493" Type="http://schemas.openxmlformats.org/officeDocument/2006/relationships/tags" Target="../tags/tag493.xml"/><Relationship Id="rId507" Type="http://schemas.openxmlformats.org/officeDocument/2006/relationships/tags" Target="../tags/tag507.xml"/><Relationship Id="rId549" Type="http://schemas.openxmlformats.org/officeDocument/2006/relationships/tags" Target="../tags/tag549.xml"/><Relationship Id="rId714" Type="http://schemas.openxmlformats.org/officeDocument/2006/relationships/tags" Target="../tags/tag714.xml"/><Relationship Id="rId756" Type="http://schemas.openxmlformats.org/officeDocument/2006/relationships/tags" Target="../tags/tag75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46" Type="http://schemas.openxmlformats.org/officeDocument/2006/relationships/tags" Target="../tags/tag146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53" Type="http://schemas.openxmlformats.org/officeDocument/2006/relationships/tags" Target="../tags/tag353.xml"/><Relationship Id="rId395" Type="http://schemas.openxmlformats.org/officeDocument/2006/relationships/tags" Target="../tags/tag395.xml"/><Relationship Id="rId409" Type="http://schemas.openxmlformats.org/officeDocument/2006/relationships/tags" Target="../tags/tag409.xml"/><Relationship Id="rId560" Type="http://schemas.openxmlformats.org/officeDocument/2006/relationships/tags" Target="../tags/tag560.xml"/><Relationship Id="rId798" Type="http://schemas.openxmlformats.org/officeDocument/2006/relationships/tags" Target="../tags/tag798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420" Type="http://schemas.openxmlformats.org/officeDocument/2006/relationships/tags" Target="../tags/tag420.xml"/><Relationship Id="rId616" Type="http://schemas.openxmlformats.org/officeDocument/2006/relationships/tags" Target="../tags/tag616.xml"/><Relationship Id="rId658" Type="http://schemas.openxmlformats.org/officeDocument/2006/relationships/tags" Target="../tags/tag658.xml"/><Relationship Id="rId823" Type="http://schemas.openxmlformats.org/officeDocument/2006/relationships/tags" Target="../tags/tag823.xml"/><Relationship Id="rId255" Type="http://schemas.openxmlformats.org/officeDocument/2006/relationships/tags" Target="../tags/tag255.xml"/><Relationship Id="rId297" Type="http://schemas.openxmlformats.org/officeDocument/2006/relationships/tags" Target="../tags/tag297.xml"/><Relationship Id="rId462" Type="http://schemas.openxmlformats.org/officeDocument/2006/relationships/tags" Target="../tags/tag462.xml"/><Relationship Id="rId518" Type="http://schemas.openxmlformats.org/officeDocument/2006/relationships/tags" Target="../tags/tag518.xml"/><Relationship Id="rId725" Type="http://schemas.openxmlformats.org/officeDocument/2006/relationships/tags" Target="../tags/tag725.xml"/><Relationship Id="rId115" Type="http://schemas.openxmlformats.org/officeDocument/2006/relationships/tags" Target="../tags/tag115.xml"/><Relationship Id="rId157" Type="http://schemas.openxmlformats.org/officeDocument/2006/relationships/tags" Target="../tags/tag157.xml"/><Relationship Id="rId322" Type="http://schemas.openxmlformats.org/officeDocument/2006/relationships/tags" Target="../tags/tag322.xml"/><Relationship Id="rId364" Type="http://schemas.openxmlformats.org/officeDocument/2006/relationships/tags" Target="../tags/tag364.xml"/><Relationship Id="rId767" Type="http://schemas.openxmlformats.org/officeDocument/2006/relationships/tags" Target="../tags/tag767.xml"/><Relationship Id="rId61" Type="http://schemas.openxmlformats.org/officeDocument/2006/relationships/tags" Target="../tags/tag61.xml"/><Relationship Id="rId199" Type="http://schemas.openxmlformats.org/officeDocument/2006/relationships/tags" Target="../tags/tag199.xml"/><Relationship Id="rId571" Type="http://schemas.openxmlformats.org/officeDocument/2006/relationships/tags" Target="../tags/tag571.xml"/><Relationship Id="rId627" Type="http://schemas.openxmlformats.org/officeDocument/2006/relationships/tags" Target="../tags/tag627.xml"/><Relationship Id="rId669" Type="http://schemas.openxmlformats.org/officeDocument/2006/relationships/tags" Target="../tags/tag669.xml"/><Relationship Id="rId834" Type="http://schemas.openxmlformats.org/officeDocument/2006/relationships/tags" Target="../tags/tag834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66" Type="http://schemas.openxmlformats.org/officeDocument/2006/relationships/tags" Target="../tags/tag266.xml"/><Relationship Id="rId431" Type="http://schemas.openxmlformats.org/officeDocument/2006/relationships/tags" Target="../tags/tag431.xml"/><Relationship Id="rId473" Type="http://schemas.openxmlformats.org/officeDocument/2006/relationships/tags" Target="../tags/tag473.xml"/><Relationship Id="rId529" Type="http://schemas.openxmlformats.org/officeDocument/2006/relationships/tags" Target="../tags/tag529.xml"/><Relationship Id="rId680" Type="http://schemas.openxmlformats.org/officeDocument/2006/relationships/tags" Target="../tags/tag680.xml"/><Relationship Id="rId736" Type="http://schemas.openxmlformats.org/officeDocument/2006/relationships/tags" Target="../tags/tag736.xml"/><Relationship Id="rId30" Type="http://schemas.openxmlformats.org/officeDocument/2006/relationships/tags" Target="../tags/tag30.xml"/><Relationship Id="rId126" Type="http://schemas.openxmlformats.org/officeDocument/2006/relationships/tags" Target="../tags/tag126.xml"/><Relationship Id="rId168" Type="http://schemas.openxmlformats.org/officeDocument/2006/relationships/tags" Target="../tags/tag168.xml"/><Relationship Id="rId333" Type="http://schemas.openxmlformats.org/officeDocument/2006/relationships/tags" Target="../tags/tag333.xml"/><Relationship Id="rId540" Type="http://schemas.openxmlformats.org/officeDocument/2006/relationships/tags" Target="../tags/tag540.xml"/><Relationship Id="rId778" Type="http://schemas.openxmlformats.org/officeDocument/2006/relationships/tags" Target="../tags/tag778.xml"/><Relationship Id="rId72" Type="http://schemas.openxmlformats.org/officeDocument/2006/relationships/tags" Target="../tags/tag72.xml"/><Relationship Id="rId375" Type="http://schemas.openxmlformats.org/officeDocument/2006/relationships/tags" Target="../tags/tag375.xml"/><Relationship Id="rId582" Type="http://schemas.openxmlformats.org/officeDocument/2006/relationships/tags" Target="../tags/tag582.xml"/><Relationship Id="rId638" Type="http://schemas.openxmlformats.org/officeDocument/2006/relationships/tags" Target="../tags/tag638.xml"/><Relationship Id="rId803" Type="http://schemas.openxmlformats.org/officeDocument/2006/relationships/tags" Target="../tags/tag803.xml"/><Relationship Id="rId3" Type="http://schemas.openxmlformats.org/officeDocument/2006/relationships/tags" Target="../tags/tag3.xml"/><Relationship Id="rId235" Type="http://schemas.openxmlformats.org/officeDocument/2006/relationships/tags" Target="../tags/tag235.xml"/><Relationship Id="rId277" Type="http://schemas.openxmlformats.org/officeDocument/2006/relationships/tags" Target="../tags/tag277.xml"/><Relationship Id="rId400" Type="http://schemas.openxmlformats.org/officeDocument/2006/relationships/tags" Target="../tags/tag400.xml"/><Relationship Id="rId442" Type="http://schemas.openxmlformats.org/officeDocument/2006/relationships/tags" Target="../tags/tag442.xml"/><Relationship Id="rId484" Type="http://schemas.openxmlformats.org/officeDocument/2006/relationships/tags" Target="../tags/tag484.xml"/><Relationship Id="rId705" Type="http://schemas.openxmlformats.org/officeDocument/2006/relationships/tags" Target="../tags/tag705.xml"/><Relationship Id="rId137" Type="http://schemas.openxmlformats.org/officeDocument/2006/relationships/tags" Target="../tags/tag137.xml"/><Relationship Id="rId302" Type="http://schemas.openxmlformats.org/officeDocument/2006/relationships/tags" Target="../tags/tag302.xml"/><Relationship Id="rId344" Type="http://schemas.openxmlformats.org/officeDocument/2006/relationships/tags" Target="../tags/tag344.xml"/><Relationship Id="rId691" Type="http://schemas.openxmlformats.org/officeDocument/2006/relationships/tags" Target="../tags/tag691.xml"/><Relationship Id="rId747" Type="http://schemas.openxmlformats.org/officeDocument/2006/relationships/tags" Target="../tags/tag747.xml"/><Relationship Id="rId789" Type="http://schemas.openxmlformats.org/officeDocument/2006/relationships/tags" Target="../tags/tag789.xml"/><Relationship Id="rId41" Type="http://schemas.openxmlformats.org/officeDocument/2006/relationships/tags" Target="../tags/tag41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86" Type="http://schemas.openxmlformats.org/officeDocument/2006/relationships/tags" Target="../tags/tag386.xml"/><Relationship Id="rId551" Type="http://schemas.openxmlformats.org/officeDocument/2006/relationships/tags" Target="../tags/tag551.xml"/><Relationship Id="rId593" Type="http://schemas.openxmlformats.org/officeDocument/2006/relationships/tags" Target="../tags/tag593.xml"/><Relationship Id="rId607" Type="http://schemas.openxmlformats.org/officeDocument/2006/relationships/tags" Target="../tags/tag607.xml"/><Relationship Id="rId649" Type="http://schemas.openxmlformats.org/officeDocument/2006/relationships/tags" Target="../tags/tag649.xml"/><Relationship Id="rId814" Type="http://schemas.openxmlformats.org/officeDocument/2006/relationships/tags" Target="../tags/tag814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46" Type="http://schemas.openxmlformats.org/officeDocument/2006/relationships/tags" Target="../tags/tag246.xml"/><Relationship Id="rId288" Type="http://schemas.openxmlformats.org/officeDocument/2006/relationships/tags" Target="../tags/tag288.xml"/><Relationship Id="rId411" Type="http://schemas.openxmlformats.org/officeDocument/2006/relationships/tags" Target="../tags/tag411.xml"/><Relationship Id="rId453" Type="http://schemas.openxmlformats.org/officeDocument/2006/relationships/tags" Target="../tags/tag453.xml"/><Relationship Id="rId509" Type="http://schemas.openxmlformats.org/officeDocument/2006/relationships/tags" Target="../tags/tag509.xml"/><Relationship Id="rId660" Type="http://schemas.openxmlformats.org/officeDocument/2006/relationships/tags" Target="../tags/tag660.xml"/><Relationship Id="rId106" Type="http://schemas.openxmlformats.org/officeDocument/2006/relationships/tags" Target="../tags/tag106.xml"/><Relationship Id="rId313" Type="http://schemas.openxmlformats.org/officeDocument/2006/relationships/tags" Target="../tags/tag313.xml"/><Relationship Id="rId495" Type="http://schemas.openxmlformats.org/officeDocument/2006/relationships/tags" Target="../tags/tag495.xml"/><Relationship Id="rId716" Type="http://schemas.openxmlformats.org/officeDocument/2006/relationships/tags" Target="../tags/tag716.xml"/><Relationship Id="rId758" Type="http://schemas.openxmlformats.org/officeDocument/2006/relationships/tags" Target="../tags/tag758.xml"/><Relationship Id="rId10" Type="http://schemas.openxmlformats.org/officeDocument/2006/relationships/tags" Target="../tags/tag10.xml"/><Relationship Id="rId52" Type="http://schemas.openxmlformats.org/officeDocument/2006/relationships/tags" Target="../tags/tag52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355" Type="http://schemas.openxmlformats.org/officeDocument/2006/relationships/tags" Target="../tags/tag355.xml"/><Relationship Id="rId397" Type="http://schemas.openxmlformats.org/officeDocument/2006/relationships/tags" Target="../tags/tag397.xml"/><Relationship Id="rId520" Type="http://schemas.openxmlformats.org/officeDocument/2006/relationships/tags" Target="../tags/tag520.xml"/><Relationship Id="rId562" Type="http://schemas.openxmlformats.org/officeDocument/2006/relationships/tags" Target="../tags/tag562.xml"/><Relationship Id="rId618" Type="http://schemas.openxmlformats.org/officeDocument/2006/relationships/tags" Target="../tags/tag618.xml"/><Relationship Id="rId825" Type="http://schemas.openxmlformats.org/officeDocument/2006/relationships/tags" Target="../tags/tag825.xml"/><Relationship Id="rId215" Type="http://schemas.openxmlformats.org/officeDocument/2006/relationships/tags" Target="../tags/tag215.xml"/><Relationship Id="rId257" Type="http://schemas.openxmlformats.org/officeDocument/2006/relationships/tags" Target="../tags/tag257.xml"/><Relationship Id="rId422" Type="http://schemas.openxmlformats.org/officeDocument/2006/relationships/tags" Target="../tags/tag422.xml"/><Relationship Id="rId464" Type="http://schemas.openxmlformats.org/officeDocument/2006/relationships/tags" Target="../tags/tag464.xml"/><Relationship Id="rId299" Type="http://schemas.openxmlformats.org/officeDocument/2006/relationships/tags" Target="../tags/tag299.xml"/><Relationship Id="rId727" Type="http://schemas.openxmlformats.org/officeDocument/2006/relationships/tags" Target="../tags/tag727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66" Type="http://schemas.openxmlformats.org/officeDocument/2006/relationships/tags" Target="../tags/tag366.xml"/><Relationship Id="rId573" Type="http://schemas.openxmlformats.org/officeDocument/2006/relationships/tags" Target="../tags/tag573.xml"/><Relationship Id="rId780" Type="http://schemas.openxmlformats.org/officeDocument/2006/relationships/tags" Target="../tags/tag780.xml"/><Relationship Id="rId226" Type="http://schemas.openxmlformats.org/officeDocument/2006/relationships/tags" Target="../tags/tag226.xml"/><Relationship Id="rId433" Type="http://schemas.openxmlformats.org/officeDocument/2006/relationships/tags" Target="../tags/tag433.xml"/><Relationship Id="rId640" Type="http://schemas.openxmlformats.org/officeDocument/2006/relationships/tags" Target="../tags/tag640.xml"/><Relationship Id="rId738" Type="http://schemas.openxmlformats.org/officeDocument/2006/relationships/tags" Target="../tags/tag738.xml"/><Relationship Id="rId74" Type="http://schemas.openxmlformats.org/officeDocument/2006/relationships/tags" Target="../tags/tag74.xml"/><Relationship Id="rId377" Type="http://schemas.openxmlformats.org/officeDocument/2006/relationships/tags" Target="../tags/tag377.xml"/><Relationship Id="rId500" Type="http://schemas.openxmlformats.org/officeDocument/2006/relationships/tags" Target="../tags/tag500.xml"/><Relationship Id="rId584" Type="http://schemas.openxmlformats.org/officeDocument/2006/relationships/tags" Target="../tags/tag584.xml"/><Relationship Id="rId805" Type="http://schemas.openxmlformats.org/officeDocument/2006/relationships/tags" Target="../tags/tag805.xml"/><Relationship Id="rId5" Type="http://schemas.openxmlformats.org/officeDocument/2006/relationships/tags" Target="../tags/tag5.xml"/><Relationship Id="rId237" Type="http://schemas.openxmlformats.org/officeDocument/2006/relationships/tags" Target="../tags/tag237.xml"/><Relationship Id="rId791" Type="http://schemas.openxmlformats.org/officeDocument/2006/relationships/tags" Target="../tags/tag791.xml"/><Relationship Id="rId444" Type="http://schemas.openxmlformats.org/officeDocument/2006/relationships/tags" Target="../tags/tag444.xml"/><Relationship Id="rId651" Type="http://schemas.openxmlformats.org/officeDocument/2006/relationships/tags" Target="../tags/tag651.xml"/><Relationship Id="rId749" Type="http://schemas.openxmlformats.org/officeDocument/2006/relationships/tags" Target="../tags/tag74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88" Type="http://schemas.openxmlformats.org/officeDocument/2006/relationships/tags" Target="../tags/tag388.xml"/><Relationship Id="rId511" Type="http://schemas.openxmlformats.org/officeDocument/2006/relationships/tags" Target="../tags/tag511.xml"/><Relationship Id="rId609" Type="http://schemas.openxmlformats.org/officeDocument/2006/relationships/tags" Target="../tags/tag60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595" Type="http://schemas.openxmlformats.org/officeDocument/2006/relationships/tags" Target="../tags/tag595.xml"/><Relationship Id="rId816" Type="http://schemas.openxmlformats.org/officeDocument/2006/relationships/tags" Target="../tags/tag816.xml"/><Relationship Id="rId248" Type="http://schemas.openxmlformats.org/officeDocument/2006/relationships/tags" Target="../tags/tag248.xml"/><Relationship Id="rId455" Type="http://schemas.openxmlformats.org/officeDocument/2006/relationships/tags" Target="../tags/tag455.xml"/><Relationship Id="rId662" Type="http://schemas.openxmlformats.org/officeDocument/2006/relationships/tags" Target="../tags/tag662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522" Type="http://schemas.openxmlformats.org/officeDocument/2006/relationships/tags" Target="../tags/tag522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399" Type="http://schemas.openxmlformats.org/officeDocument/2006/relationships/tags" Target="../tags/tag399.xml"/><Relationship Id="rId827" Type="http://schemas.openxmlformats.org/officeDocument/2006/relationships/tags" Target="../tags/tag8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47.xml"/><Relationship Id="rId13" Type="http://schemas.openxmlformats.org/officeDocument/2006/relationships/tags" Target="../tags/tag852.xml"/><Relationship Id="rId18" Type="http://schemas.openxmlformats.org/officeDocument/2006/relationships/slideLayout" Target="../slideLayouts/slideLayout14.xml"/><Relationship Id="rId3" Type="http://schemas.openxmlformats.org/officeDocument/2006/relationships/tags" Target="../tags/tag842.xml"/><Relationship Id="rId7" Type="http://schemas.openxmlformats.org/officeDocument/2006/relationships/tags" Target="../tags/tag846.xml"/><Relationship Id="rId12" Type="http://schemas.openxmlformats.org/officeDocument/2006/relationships/tags" Target="../tags/tag851.xml"/><Relationship Id="rId17" Type="http://schemas.openxmlformats.org/officeDocument/2006/relationships/tags" Target="../tags/tag856.xml"/><Relationship Id="rId2" Type="http://schemas.openxmlformats.org/officeDocument/2006/relationships/tags" Target="../tags/tag841.xml"/><Relationship Id="rId16" Type="http://schemas.openxmlformats.org/officeDocument/2006/relationships/tags" Target="../tags/tag855.xml"/><Relationship Id="rId1" Type="http://schemas.openxmlformats.org/officeDocument/2006/relationships/tags" Target="../tags/tag840.xml"/><Relationship Id="rId6" Type="http://schemas.openxmlformats.org/officeDocument/2006/relationships/tags" Target="../tags/tag845.xml"/><Relationship Id="rId11" Type="http://schemas.openxmlformats.org/officeDocument/2006/relationships/tags" Target="../tags/tag850.xml"/><Relationship Id="rId5" Type="http://schemas.openxmlformats.org/officeDocument/2006/relationships/tags" Target="../tags/tag844.xml"/><Relationship Id="rId15" Type="http://schemas.openxmlformats.org/officeDocument/2006/relationships/tags" Target="../tags/tag854.xml"/><Relationship Id="rId10" Type="http://schemas.openxmlformats.org/officeDocument/2006/relationships/tags" Target="../tags/tag849.xml"/><Relationship Id="rId4" Type="http://schemas.openxmlformats.org/officeDocument/2006/relationships/tags" Target="../tags/tag843.xml"/><Relationship Id="rId9" Type="http://schemas.openxmlformats.org/officeDocument/2006/relationships/tags" Target="../tags/tag848.xml"/><Relationship Id="rId14" Type="http://schemas.openxmlformats.org/officeDocument/2006/relationships/tags" Target="../tags/tag85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64.xml"/><Relationship Id="rId13" Type="http://schemas.openxmlformats.org/officeDocument/2006/relationships/tags" Target="../tags/tag869.xml"/><Relationship Id="rId18" Type="http://schemas.openxmlformats.org/officeDocument/2006/relationships/slideLayout" Target="../slideLayouts/slideLayout14.xml"/><Relationship Id="rId3" Type="http://schemas.openxmlformats.org/officeDocument/2006/relationships/tags" Target="../tags/tag859.xml"/><Relationship Id="rId7" Type="http://schemas.openxmlformats.org/officeDocument/2006/relationships/tags" Target="../tags/tag863.xml"/><Relationship Id="rId12" Type="http://schemas.openxmlformats.org/officeDocument/2006/relationships/tags" Target="../tags/tag868.xml"/><Relationship Id="rId17" Type="http://schemas.openxmlformats.org/officeDocument/2006/relationships/tags" Target="../tags/tag873.xml"/><Relationship Id="rId2" Type="http://schemas.openxmlformats.org/officeDocument/2006/relationships/tags" Target="../tags/tag858.xml"/><Relationship Id="rId16" Type="http://schemas.openxmlformats.org/officeDocument/2006/relationships/tags" Target="../tags/tag872.xml"/><Relationship Id="rId1" Type="http://schemas.openxmlformats.org/officeDocument/2006/relationships/tags" Target="../tags/tag857.xml"/><Relationship Id="rId6" Type="http://schemas.openxmlformats.org/officeDocument/2006/relationships/tags" Target="../tags/tag862.xml"/><Relationship Id="rId11" Type="http://schemas.openxmlformats.org/officeDocument/2006/relationships/tags" Target="../tags/tag867.xml"/><Relationship Id="rId5" Type="http://schemas.openxmlformats.org/officeDocument/2006/relationships/tags" Target="../tags/tag861.xml"/><Relationship Id="rId15" Type="http://schemas.openxmlformats.org/officeDocument/2006/relationships/tags" Target="../tags/tag871.xml"/><Relationship Id="rId10" Type="http://schemas.openxmlformats.org/officeDocument/2006/relationships/tags" Target="../tags/tag866.xml"/><Relationship Id="rId4" Type="http://schemas.openxmlformats.org/officeDocument/2006/relationships/tags" Target="../tags/tag860.xml"/><Relationship Id="rId9" Type="http://schemas.openxmlformats.org/officeDocument/2006/relationships/tags" Target="../tags/tag865.xml"/><Relationship Id="rId14" Type="http://schemas.openxmlformats.org/officeDocument/2006/relationships/tags" Target="../tags/tag87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93F3-E80D-4684-85BC-E4E24E79F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&amp; Module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3FEF-E855-8DC3-5C0C-1B3D78422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Week 1 – Lecture I</a:t>
            </a:r>
          </a:p>
          <a:p>
            <a:r>
              <a:rPr lang="en-GB" dirty="0"/>
              <a:t>Becoming a Political Researcher (POL2017)</a:t>
            </a:r>
          </a:p>
        </p:txBody>
      </p:sp>
    </p:spTree>
    <p:extLst>
      <p:ext uri="{BB962C8B-B14F-4D97-AF65-F5344CB8AC3E}">
        <p14:creationId xmlns:p14="http://schemas.microsoft.com/office/powerpoint/2010/main" val="2897853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AABF9C-D5C8-48B9-AE36-0A6D881ED6D4}"/>
              </a:ext>
            </a:extLst>
          </p:cNvPr>
          <p:cNvSpPr txBox="1"/>
          <p:nvPr/>
        </p:nvSpPr>
        <p:spPr>
          <a:xfrm>
            <a:off x="585627" y="246580"/>
            <a:ext cx="8792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Geography, Politics and Sociology – Student Support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E91ED-91C6-340E-8FFD-008BDD0BBE22}"/>
              </a:ext>
            </a:extLst>
          </p:cNvPr>
          <p:cNvSpPr txBox="1"/>
          <p:nvPr/>
        </p:nvSpPr>
        <p:spPr>
          <a:xfrm>
            <a:off x="107790" y="960160"/>
            <a:ext cx="8892371" cy="5554940"/>
          </a:xfrm>
          <a:prstGeom prst="rect">
            <a:avLst/>
          </a:prstGeom>
        </p:spPr>
        <p:txBody>
          <a:bodyPr vert="horz" wrap="square" lIns="0" tIns="0" rIns="0" bIns="180000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sz="2400" dirty="0">
                <a:latin typeface="Derailed" panose="020B0503030101060003" pitchFamily="34" charset="77"/>
              </a:rPr>
              <a:t>Need Support…? 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400" dirty="0">
              <a:latin typeface="Derailed" panose="020B0503030101060003" pitchFamily="34" charset="77"/>
            </a:endParaRP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Derailed" panose="020B0503030101060003" pitchFamily="34" charset="77"/>
              </a:rPr>
              <a:t>For </a:t>
            </a:r>
            <a:r>
              <a:rPr lang="en-GB" sz="2400" u="sng" dirty="0">
                <a:latin typeface="Derailed" panose="020B0503030101060003" pitchFamily="34" charset="77"/>
              </a:rPr>
              <a:t>academic support</a:t>
            </a:r>
            <a:r>
              <a:rPr lang="en-GB" sz="2400" dirty="0">
                <a:latin typeface="Derailed" panose="020B0503030101060003" pitchFamily="34" charset="77"/>
              </a:rPr>
              <a:t>, please use GPS staff’s consultation, guidance and feedback hours (“office hours”): times are on Canvas and posters in the Henry </a:t>
            </a:r>
            <a:r>
              <a:rPr lang="en-GB" sz="2400" dirty="0" err="1">
                <a:latin typeface="Derailed" panose="020B0503030101060003" pitchFamily="34" charset="77"/>
              </a:rPr>
              <a:t>Daysh</a:t>
            </a:r>
            <a:r>
              <a:rPr lang="en-GB" sz="2400" dirty="0">
                <a:latin typeface="Derailed" panose="020B0503030101060003" pitchFamily="34" charset="77"/>
              </a:rPr>
              <a:t>. The library’s </a:t>
            </a:r>
            <a:r>
              <a:rPr lang="en-GB" sz="2400" u="sng" dirty="0">
                <a:latin typeface="Derailed" panose="020B0503030101060003" pitchFamily="34" charset="77"/>
                <a:hlinkClick r:id="rId3"/>
              </a:rPr>
              <a:t>Academic Skills </a:t>
            </a:r>
            <a:r>
              <a:rPr lang="en-GB" sz="2400" dirty="0">
                <a:latin typeface="Derailed" panose="020B0503030101060003" pitchFamily="34" charset="77"/>
                <a:hlinkClick r:id="rId3"/>
              </a:rPr>
              <a:t>Kit</a:t>
            </a:r>
            <a:r>
              <a:rPr lang="en-GB" sz="2400" dirty="0">
                <a:latin typeface="Derailed" panose="020B0503030101060003" pitchFamily="34" charset="77"/>
              </a:rPr>
              <a:t> provides further study skills guidance – see the upper QR code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Derailed" panose="020B0503030101060003" pitchFamily="34" charset="77"/>
              </a:rPr>
              <a:t>For </a:t>
            </a:r>
            <a:r>
              <a:rPr lang="en-GB" sz="2400" u="sng" dirty="0">
                <a:latin typeface="Derailed" panose="020B0503030101060003" pitchFamily="34" charset="77"/>
                <a:hlinkClick r:id="rId4"/>
              </a:rPr>
              <a:t>well-being support </a:t>
            </a:r>
            <a:r>
              <a:rPr lang="en-GB" sz="2400" dirty="0">
                <a:latin typeface="Derailed" panose="020B0503030101060003" pitchFamily="34" charset="77"/>
              </a:rPr>
              <a:t>follow the lower QR code. GPS students can contact the GPS Well-Being Adviser (</a:t>
            </a:r>
            <a:r>
              <a:rPr lang="en-GB" sz="2400" dirty="0">
                <a:latin typeface="Derailed" panose="020B0503030101060003" pitchFamily="34" charset="77"/>
                <a:hlinkClick r:id="rId5"/>
              </a:rPr>
              <a:t>gpswellbeing@ncl.ac.uk</a:t>
            </a:r>
            <a:r>
              <a:rPr lang="en-GB" sz="2400" dirty="0">
                <a:latin typeface="Derailed" panose="020B0503030101060003" pitchFamily="34" charset="77"/>
              </a:rPr>
              <a:t>) for guidance 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Derailed" panose="020B0503030101060003" pitchFamily="34" charset="77"/>
              </a:rPr>
              <a:t>Unsure of where to go? You can email your </a:t>
            </a:r>
            <a:r>
              <a:rPr lang="en-GB" sz="2400" u="sng" dirty="0">
                <a:latin typeface="Derailed" panose="020B0503030101060003" pitchFamily="34" charset="77"/>
              </a:rPr>
              <a:t>personal tutor</a:t>
            </a:r>
            <a:r>
              <a:rPr lang="en-GB" sz="2400" dirty="0">
                <a:latin typeface="Derailed" panose="020B0503030101060003" pitchFamily="34" charset="77"/>
              </a:rPr>
              <a:t>, or visit the GPS office on level 2 of the Henry </a:t>
            </a:r>
            <a:r>
              <a:rPr lang="en-GB" sz="2400" dirty="0" err="1">
                <a:latin typeface="Derailed" panose="020B0503030101060003" pitchFamily="34" charset="77"/>
              </a:rPr>
              <a:t>Daysh</a:t>
            </a:r>
            <a:r>
              <a:rPr lang="en-GB" sz="2400" dirty="0">
                <a:latin typeface="Derailed" panose="020B0503030101060003" pitchFamily="34" charset="77"/>
              </a:rPr>
              <a:t> (M-F 09:00-16:00) for help with finding services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356B1-EE28-111D-5082-041BEC300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086" y="1805136"/>
            <a:ext cx="1437931" cy="14379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qr code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0A97737A-56E4-ED6E-20D5-CDA3E29D695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5" t="5560" r="7846" b="33999"/>
          <a:stretch/>
        </p:blipFill>
        <p:spPr>
          <a:xfrm>
            <a:off x="9609086" y="4702872"/>
            <a:ext cx="1437931" cy="136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9B4CCB47-224B-65DA-3878-0886C5168E5C}"/>
              </a:ext>
            </a:extLst>
          </p:cNvPr>
          <p:cNvSpPr/>
          <p:nvPr/>
        </p:nvSpPr>
        <p:spPr>
          <a:xfrm>
            <a:off x="8871647" y="794646"/>
            <a:ext cx="2912811" cy="88347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Academic Skills Kit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71F54FF-E333-08E5-2CC3-4931F1D562DF}"/>
              </a:ext>
            </a:extLst>
          </p:cNvPr>
          <p:cNvSpPr/>
          <p:nvPr/>
        </p:nvSpPr>
        <p:spPr>
          <a:xfrm>
            <a:off x="8871647" y="3614934"/>
            <a:ext cx="2912811" cy="93548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Well-Being Support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8B86C-3ED3-6F8C-5B46-B8830ED9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olitics employability events, all events held in Henry Daysh 4th floor common area.&#10;&#10;5th February 3-4.30pm: Talk with the Parliamentary Commissioner for Standards&#10;&#10;18th February 3-5pm: Politics Cafe Meet the Employers&#10;&#10;4th March 3-4.30pm: Employability Talk with the Executive Director of 'Group 30'">
            <a:extLst>
              <a:ext uri="{FF2B5EF4-FFF2-40B4-BE49-F238E27FC236}">
                <a16:creationId xmlns:a16="http://schemas.microsoft.com/office/drawing/2014/main" id="{0B429B91-2EDA-3A3B-0ACD-41F1EC0B9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72" y="81280"/>
            <a:ext cx="9701456" cy="66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9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A7DA-B1B2-CD78-857A-13F9CE4B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C6D5-D828-F0BF-F579-0FAE70F16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6559" y="2025332"/>
            <a:ext cx="5181600" cy="280733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58601"/>
                </a:solidFill>
                <a:latin typeface="Gill Sans MT" panose="020B0502020104020203" pitchFamily="34" charset="0"/>
              </a:rPr>
              <a:t>Dr Brian Boyle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Gill Sans MT" panose="020B0502020104020203" pitchFamily="34" charset="0"/>
              </a:rPr>
              <a:t>Email:  brian.boyle@ncl.ac.uk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Office Hours:  </a:t>
            </a:r>
            <a:r>
              <a:rPr lang="en-US" sz="2400" dirty="0">
                <a:latin typeface="Gill Sans MT" panose="020B0502020104020203" pitchFamily="34" charset="0"/>
              </a:rPr>
              <a:t>Henry </a:t>
            </a:r>
            <a:r>
              <a:rPr lang="en-US" sz="2400" dirty="0" err="1">
                <a:latin typeface="Gill Sans MT" panose="020B0502020104020203" pitchFamily="34" charset="0"/>
              </a:rPr>
              <a:t>Daysh</a:t>
            </a:r>
            <a:r>
              <a:rPr lang="en-US" sz="2400" dirty="0">
                <a:latin typeface="Gill Sans MT" panose="020B0502020104020203" pitchFamily="34" charset="0"/>
              </a:rPr>
              <a:t> 4.42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Tuesdays 11.30am-1pm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Wednesdays 10.30am-12pm</a:t>
            </a:r>
            <a:endParaRPr lang="en-GB" sz="2400" dirty="0">
              <a:latin typeface="Gill Sans MT" panose="020B05020201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3DF05-CA51-75E9-2C46-50A34214C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0642" y="2025332"/>
            <a:ext cx="538988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58601"/>
                </a:solidFill>
                <a:latin typeface="Gill Sans MT" panose="020B0502020104020203" pitchFamily="34" charset="0"/>
              </a:rPr>
              <a:t>Dr Skyler Hawkins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Gill Sans MT" panose="020B0502020104020203" pitchFamily="34" charset="0"/>
              </a:rPr>
              <a:t>Email:  skyler.hawkins@ncl.ac.uk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Gill Sans MT" panose="020B0502020104020203" pitchFamily="34" charset="0"/>
              </a:rPr>
              <a:t>Office: Henry </a:t>
            </a:r>
            <a:r>
              <a:rPr lang="en-US" sz="2400" dirty="0" err="1">
                <a:latin typeface="Gill Sans MT" panose="020B0502020104020203" pitchFamily="34" charset="0"/>
              </a:rPr>
              <a:t>Daysh</a:t>
            </a:r>
            <a:r>
              <a:rPr lang="en-US" sz="2400" dirty="0">
                <a:latin typeface="Gill Sans MT" panose="020B0502020104020203" pitchFamily="34" charset="0"/>
              </a:rPr>
              <a:t> 4.30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Tuesdays 10am-12pm (in person)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Thursdays 2-3pm (online)</a:t>
            </a:r>
            <a:endParaRPr lang="en-GB" sz="2400" dirty="0">
              <a:latin typeface="Gill Sans MT" panose="020B0502020104020203" pitchFamily="34" charset="0"/>
            </a:endParaRPr>
          </a:p>
          <a:p>
            <a:endParaRPr lang="en-GB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F5D73-2592-5470-8F58-652436A8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4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1BCA0-7CB2-7925-CC4C-5A076B678101}"/>
              </a:ext>
            </a:extLst>
          </p:cNvPr>
          <p:cNvSpPr txBox="1"/>
          <p:nvPr/>
        </p:nvSpPr>
        <p:spPr>
          <a:xfrm>
            <a:off x="416559" y="5406863"/>
            <a:ext cx="503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E58601"/>
                </a:solidFill>
                <a:latin typeface="Gill Sans MT" panose="020B0502020104020203" pitchFamily="34" charset="0"/>
              </a:rPr>
              <a:t>Jennifer Cooke </a:t>
            </a:r>
          </a:p>
          <a:p>
            <a:r>
              <a:rPr lang="fr-FR" sz="2400" dirty="0">
                <a:latin typeface="Gill Sans MT" panose="020B0502020104020203" pitchFamily="34" charset="0"/>
              </a:rPr>
              <a:t>Email: J.Cooke1@newcastle.ac.uk</a:t>
            </a:r>
            <a:endParaRPr lang="en-GB" sz="2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B99EB-184E-BC1B-7528-512E7F087011}"/>
              </a:ext>
            </a:extLst>
          </p:cNvPr>
          <p:cNvSpPr txBox="1"/>
          <p:nvPr/>
        </p:nvSpPr>
        <p:spPr>
          <a:xfrm>
            <a:off x="5870642" y="5406862"/>
            <a:ext cx="503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E58601"/>
                </a:solidFill>
                <a:latin typeface="Gill Sans MT" panose="020B0502020104020203" pitchFamily="34" charset="0"/>
              </a:rPr>
              <a:t>Divyali Mehrotra</a:t>
            </a:r>
          </a:p>
          <a:p>
            <a:r>
              <a:rPr lang="fr-FR" sz="2400" dirty="0">
                <a:latin typeface="Gill Sans MT" panose="020B0502020104020203" pitchFamily="34" charset="0"/>
              </a:rPr>
              <a:t>Email: D.Mehrotra2@newcastle.ac.uk </a:t>
            </a:r>
            <a:endParaRPr lang="en-GB" sz="2400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1A958-B335-2FF8-879A-480D5A621CD3}"/>
              </a:ext>
            </a:extLst>
          </p:cNvPr>
          <p:cNvSpPr txBox="1"/>
          <p:nvPr/>
        </p:nvSpPr>
        <p:spPr>
          <a:xfrm>
            <a:off x="416559" y="4832667"/>
            <a:ext cx="5039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>
                <a:latin typeface="Gill Sans MT" panose="020B0502020104020203" pitchFamily="34" charset="0"/>
              </a:rPr>
              <a:t>Seminar Leaders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152D2-7D11-F436-0FEF-F170BCD81890}"/>
              </a:ext>
            </a:extLst>
          </p:cNvPr>
          <p:cNvSpPr txBox="1"/>
          <p:nvPr/>
        </p:nvSpPr>
        <p:spPr>
          <a:xfrm>
            <a:off x="416559" y="14248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sng" dirty="0">
                <a:latin typeface="Gill Sans MT" panose="020B0502020104020203" pitchFamily="34" charset="0"/>
              </a:rPr>
              <a:t>Module Leaders</a:t>
            </a:r>
          </a:p>
        </p:txBody>
      </p:sp>
    </p:spTree>
    <p:extLst>
      <p:ext uri="{BB962C8B-B14F-4D97-AF65-F5344CB8AC3E}">
        <p14:creationId xmlns:p14="http://schemas.microsoft.com/office/powerpoint/2010/main" val="87918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29ED-A900-4F1F-CE76-D4CD7E8B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will cover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4AEB9-DDBA-50B4-DF19-D6666442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GB" sz="4000" dirty="0">
                <a:latin typeface="Gill Sans MT" panose="020B0502020104020203" pitchFamily="34" charset="0"/>
              </a:rPr>
              <a:t>Why become a political researcher?</a:t>
            </a:r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GB" sz="4000" dirty="0">
                <a:latin typeface="Gill Sans MT" panose="020B0502020104020203" pitchFamily="34" charset="0"/>
              </a:rPr>
              <a:t>What will we learn?</a:t>
            </a:r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GB" sz="4000" dirty="0">
                <a:latin typeface="Gill Sans MT" panose="020B0502020104020203" pitchFamily="34" charset="0"/>
              </a:rPr>
              <a:t>How will we learn?</a:t>
            </a:r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GB" sz="4000" dirty="0">
                <a:latin typeface="Gill Sans MT" panose="020B0502020104020203" pitchFamily="34" charset="0"/>
              </a:rPr>
              <a:t>What resources are available?</a:t>
            </a:r>
          </a:p>
          <a:p>
            <a:pPr>
              <a:lnSpc>
                <a:spcPct val="100000"/>
              </a:lnSpc>
              <a:spcBef>
                <a:spcPts val="2000"/>
              </a:spcBef>
            </a:pPr>
            <a:r>
              <a:rPr lang="en-GB" sz="4000" dirty="0">
                <a:latin typeface="Gill Sans MT" panose="020B0502020104020203" pitchFamily="34" charset="0"/>
              </a:rPr>
              <a:t>How will we be assessed?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3363A-9297-622C-BDB2-C0D07106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617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A6CA54-6239-589D-0C02-01960078CACE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BA30B-919E-2911-0F9D-0BA374D6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become a political researcher?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25AF-0664-9276-B5BE-DCB94C5A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>
                <a:latin typeface="Gill Sans MT" panose="020B0502020104020203" pitchFamily="34" charset="0"/>
              </a:rPr>
              <a:t>This module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latin typeface="Gill Sans MT" panose="020B0502020104020203" pitchFamily="34" charset="0"/>
              </a:rPr>
              <a:t>Other modules &amp; courses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latin typeface="Gill Sans MT" panose="020B0502020104020203" pitchFamily="34" charset="0"/>
              </a:rPr>
              <a:t>Dissertation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latin typeface="Gill Sans MT" panose="020B0502020104020203" pitchFamily="34" charset="0"/>
              </a:rPr>
              <a:t>Employability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latin typeface="Gill Sans MT" panose="020B0502020104020203" pitchFamily="34" charset="0"/>
              </a:rPr>
              <a:t>Day to day life</a:t>
            </a:r>
            <a:endParaRPr lang="en-GB" sz="4000" dirty="0">
              <a:latin typeface="Gill Sans MT" panose="020B0502020104020203" pitchFamily="34" charset="0"/>
            </a:endParaRP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0939F-F6D9-5C7C-422C-407F8A08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337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A6CA54-6239-589D-0C02-01960078CACE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BA30B-919E-2911-0F9D-0BA374D6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we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25AF-0664-9276-B5BE-DCB94C5A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sz="4000" dirty="0">
                <a:latin typeface="Gill Sans MT" panose="020B0502020104020203" pitchFamily="34" charset="0"/>
              </a:rPr>
              <a:t>Principles of research design</a:t>
            </a:r>
          </a:p>
          <a:p>
            <a:pPr>
              <a:lnSpc>
                <a:spcPct val="100000"/>
              </a:lnSpc>
            </a:pPr>
            <a:endParaRPr lang="en-GB" sz="4000" dirty="0">
              <a:latin typeface="Gill Sans MT" panose="020B05020201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dirty="0"/>
              <a:t>Quantitative and Qualitative research</a:t>
            </a:r>
            <a:endParaRPr lang="en-GB" sz="4000" dirty="0">
              <a:latin typeface="Gill Sans MT" panose="020B0502020104020203" pitchFamily="34" charset="0"/>
            </a:endParaRPr>
          </a:p>
          <a:p>
            <a:pPr>
              <a:lnSpc>
                <a:spcPct val="100000"/>
              </a:lnSpc>
            </a:pPr>
            <a:endParaRPr lang="en-GB" sz="4000" dirty="0">
              <a:latin typeface="Gill Sans MT" panose="020B05020201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GB" sz="4000" dirty="0">
                <a:latin typeface="Gill Sans MT" panose="020B0502020104020203" pitchFamily="34" charset="0"/>
              </a:rPr>
              <a:t>Focus on 3 specific methods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0939F-F6D9-5C7C-422C-407F8A08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09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75D643-13FC-D049-24AE-5119CA7ECA0D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2B93-E62D-390D-98B1-BB2FF35A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we learn?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588C6-EA56-53D2-E6C9-BF60E979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8</a:t>
            </a:fld>
            <a:endParaRPr lang="en-GB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A17C8F-E6DB-7B0A-6498-9746BE946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763810"/>
              </p:ext>
            </p:extLst>
          </p:nvPr>
        </p:nvGraphicFramePr>
        <p:xfrm>
          <a:off x="1320931" y="1536945"/>
          <a:ext cx="9550138" cy="482652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54307">
                  <a:extLst>
                    <a:ext uri="{9D8B030D-6E8A-4147-A177-3AD203B41FA5}">
                      <a16:colId xmlns:a16="http://schemas.microsoft.com/office/drawing/2014/main" val="3902365886"/>
                    </a:ext>
                  </a:extLst>
                </a:gridCol>
                <a:gridCol w="5139402">
                  <a:extLst>
                    <a:ext uri="{9D8B030D-6E8A-4147-A177-3AD203B41FA5}">
                      <a16:colId xmlns:a16="http://schemas.microsoft.com/office/drawing/2014/main" val="25356643"/>
                    </a:ext>
                  </a:extLst>
                </a:gridCol>
                <a:gridCol w="2956429">
                  <a:extLst>
                    <a:ext uri="{9D8B030D-6E8A-4147-A177-3AD203B41FA5}">
                      <a16:colId xmlns:a16="http://schemas.microsoft.com/office/drawing/2014/main" val="3977402543"/>
                    </a:ext>
                  </a:extLst>
                </a:gridCol>
              </a:tblGrid>
              <a:tr h="366572"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Gill Sans MT" panose="020B0502020104020203" pitchFamily="34" charset="0"/>
                        </a:rPr>
                        <a:t>Week</a:t>
                      </a:r>
                    </a:p>
                  </a:txBody>
                  <a:tcPr>
                    <a:solidFill>
                      <a:srgbClr val="F7A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Gill Sans MT" panose="020B0502020104020203" pitchFamily="34" charset="0"/>
                        </a:rPr>
                        <a:t>Lecture Topics</a:t>
                      </a:r>
                    </a:p>
                  </a:txBody>
                  <a:tcPr>
                    <a:solidFill>
                      <a:srgbClr val="F7A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Gill Sans MT" panose="020B0502020104020203" pitchFamily="34" charset="0"/>
                        </a:rPr>
                        <a:t>Notes</a:t>
                      </a:r>
                    </a:p>
                  </a:txBody>
                  <a:tcPr>
                    <a:solidFill>
                      <a:srgbClr val="F7A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363857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Introduction; Ontology/Epistemology/Method/ology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57067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Research Questions; Theories and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30382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Literature Reviews; Library Skills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*Bring along laptop*</a:t>
                      </a:r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055092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Quantitative and Qualitative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*Formative Assessment Due*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772683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Surveys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52249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Interviews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794103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Content analysis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748487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Surveys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81235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                     *Easter Break*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070865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Interviews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*Proposal Due*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23023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Gill Sans MT" panose="020B0502020104020203" pitchFamily="34" charset="0"/>
                        </a:rPr>
                        <a:t>Content analysis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108291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Gill Sans MT" panose="020B0502020104020203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ill Sans MT" panose="020B0502020104020203" pitchFamily="34" charset="0"/>
                        </a:rPr>
                        <a:t>Module Overview and Exam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01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98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9912298-A848-1CE2-CAB8-10E109BEB75A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F48B2-F7DA-EBF8-659C-F8B8EDD8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we learn?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38A5C-8C20-7326-A13E-5CFBC26F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9</a:t>
            </a:fld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9E96FE-323E-6031-E6B7-378A7B7F0BB1}"/>
              </a:ext>
            </a:extLst>
          </p:cNvPr>
          <p:cNvGrpSpPr/>
          <p:nvPr/>
        </p:nvGrpSpPr>
        <p:grpSpPr>
          <a:xfrm>
            <a:off x="635507" y="1581912"/>
            <a:ext cx="2043683" cy="1352484"/>
            <a:chOff x="708660" y="1411968"/>
            <a:chExt cx="1641348" cy="1934736"/>
          </a:xfrm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3C31E6D9-325A-3A51-2113-80FEB048921B}"/>
                </a:ext>
              </a:extLst>
            </p:cNvPr>
            <p:cNvSpPr/>
            <p:nvPr/>
          </p:nvSpPr>
          <p:spPr>
            <a:xfrm rot="5400000">
              <a:off x="768096" y="176479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A8124FE8-FEC9-3288-0BF4-B0115EF37A73}"/>
                </a:ext>
              </a:extLst>
            </p:cNvPr>
            <p:cNvSpPr/>
            <p:nvPr/>
          </p:nvSpPr>
          <p:spPr>
            <a:xfrm rot="5400000">
              <a:off x="768096" y="135253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2D13D8-C26A-ABCD-C289-5EACE02131B8}"/>
              </a:ext>
            </a:extLst>
          </p:cNvPr>
          <p:cNvGrpSpPr/>
          <p:nvPr/>
        </p:nvGrpSpPr>
        <p:grpSpPr>
          <a:xfrm>
            <a:off x="635508" y="2796471"/>
            <a:ext cx="2043683" cy="1352484"/>
            <a:chOff x="708660" y="1411968"/>
            <a:chExt cx="1641348" cy="1934736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152D6E4E-115D-F8A2-3956-D7B8B1EDA976}"/>
                </a:ext>
              </a:extLst>
            </p:cNvPr>
            <p:cNvSpPr/>
            <p:nvPr/>
          </p:nvSpPr>
          <p:spPr>
            <a:xfrm rot="5400000">
              <a:off x="768096" y="176479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12065708-4B5A-5835-4F57-2761DD5C954C}"/>
                </a:ext>
              </a:extLst>
            </p:cNvPr>
            <p:cNvSpPr/>
            <p:nvPr/>
          </p:nvSpPr>
          <p:spPr>
            <a:xfrm rot="5400000">
              <a:off x="768096" y="135253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E546F4-ADCA-784B-4950-EA980F5B6AE8}"/>
              </a:ext>
            </a:extLst>
          </p:cNvPr>
          <p:cNvGrpSpPr/>
          <p:nvPr/>
        </p:nvGrpSpPr>
        <p:grpSpPr>
          <a:xfrm>
            <a:off x="635508" y="4011030"/>
            <a:ext cx="2043683" cy="1352484"/>
            <a:chOff x="708660" y="1411968"/>
            <a:chExt cx="1641348" cy="1934736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AF502A03-BF28-5D5D-69B0-606C5C28407C}"/>
                </a:ext>
              </a:extLst>
            </p:cNvPr>
            <p:cNvSpPr/>
            <p:nvPr/>
          </p:nvSpPr>
          <p:spPr>
            <a:xfrm rot="5400000">
              <a:off x="768096" y="176479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3" name="Arrow: Chevron 22">
              <a:extLst>
                <a:ext uri="{FF2B5EF4-FFF2-40B4-BE49-F238E27FC236}">
                  <a16:creationId xmlns:a16="http://schemas.microsoft.com/office/drawing/2014/main" id="{486F2609-A811-1A02-84D5-36E2823C1482}"/>
                </a:ext>
              </a:extLst>
            </p:cNvPr>
            <p:cNvSpPr/>
            <p:nvPr/>
          </p:nvSpPr>
          <p:spPr>
            <a:xfrm rot="5400000">
              <a:off x="768096" y="135253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6BED27-46EF-254E-AC27-1D28DC57A4A1}"/>
              </a:ext>
            </a:extLst>
          </p:cNvPr>
          <p:cNvGrpSpPr/>
          <p:nvPr/>
        </p:nvGrpSpPr>
        <p:grpSpPr>
          <a:xfrm>
            <a:off x="635508" y="5225698"/>
            <a:ext cx="2043683" cy="1352484"/>
            <a:chOff x="708660" y="1411968"/>
            <a:chExt cx="1641348" cy="1934736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49B478B9-7D13-74E6-3BFE-39B17B71F532}"/>
                </a:ext>
              </a:extLst>
            </p:cNvPr>
            <p:cNvSpPr/>
            <p:nvPr/>
          </p:nvSpPr>
          <p:spPr>
            <a:xfrm rot="5400000">
              <a:off x="768096" y="176479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AB92FD4F-F749-5556-ED12-6D3C99C60E7E}"/>
                </a:ext>
              </a:extLst>
            </p:cNvPr>
            <p:cNvSpPr/>
            <p:nvPr/>
          </p:nvSpPr>
          <p:spPr>
            <a:xfrm rot="5400000">
              <a:off x="768096" y="1352532"/>
              <a:ext cx="1522476" cy="1641348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7D5809E-6D4F-FE78-16AE-DDB7B60E5F87}"/>
              </a:ext>
            </a:extLst>
          </p:cNvPr>
          <p:cNvSpPr txBox="1"/>
          <p:nvPr/>
        </p:nvSpPr>
        <p:spPr>
          <a:xfrm>
            <a:off x="843532" y="2159344"/>
            <a:ext cx="162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Lectures</a:t>
            </a:r>
            <a:endParaRPr lang="en-GB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B10148-0592-C0D3-DB33-C4A79E53C1FE}"/>
              </a:ext>
            </a:extLst>
          </p:cNvPr>
          <p:cNvSpPr txBox="1"/>
          <p:nvPr/>
        </p:nvSpPr>
        <p:spPr>
          <a:xfrm>
            <a:off x="843532" y="3360906"/>
            <a:ext cx="162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Readings</a:t>
            </a:r>
            <a:endParaRPr lang="en-GB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1F298-E99A-D2AE-F47F-2174FC1A6443}"/>
              </a:ext>
            </a:extLst>
          </p:cNvPr>
          <p:cNvSpPr txBox="1"/>
          <p:nvPr/>
        </p:nvSpPr>
        <p:spPr>
          <a:xfrm>
            <a:off x="843532" y="4573275"/>
            <a:ext cx="1627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Seminars</a:t>
            </a:r>
            <a:endParaRPr lang="en-GB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2528C7-F418-CED0-A480-99E3A14166EF}"/>
              </a:ext>
            </a:extLst>
          </p:cNvPr>
          <p:cNvSpPr txBox="1"/>
          <p:nvPr/>
        </p:nvSpPr>
        <p:spPr>
          <a:xfrm>
            <a:off x="739519" y="5756106"/>
            <a:ext cx="1835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Office Hours</a:t>
            </a:r>
            <a:endParaRPr lang="en-GB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DD75CF-233C-7C7E-2E4B-D72F435309E4}"/>
              </a:ext>
            </a:extLst>
          </p:cNvPr>
          <p:cNvSpPr/>
          <p:nvPr/>
        </p:nvSpPr>
        <p:spPr>
          <a:xfrm>
            <a:off x="2679190" y="5115768"/>
            <a:ext cx="6342890" cy="10486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78CA0A7-5C40-1A25-59E0-B778C1753FFA}"/>
              </a:ext>
            </a:extLst>
          </p:cNvPr>
          <p:cNvSpPr/>
          <p:nvPr/>
        </p:nvSpPr>
        <p:spPr>
          <a:xfrm>
            <a:off x="2679190" y="3888832"/>
            <a:ext cx="6342890" cy="10486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DBACD28-3B07-6266-E8F3-FE6D8F2FFCEF}"/>
              </a:ext>
            </a:extLst>
          </p:cNvPr>
          <p:cNvSpPr/>
          <p:nvPr/>
        </p:nvSpPr>
        <p:spPr>
          <a:xfrm>
            <a:off x="2679190" y="2689782"/>
            <a:ext cx="6342890" cy="10486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2716259-47CB-2073-C1AA-9D3EF43DA917}"/>
              </a:ext>
            </a:extLst>
          </p:cNvPr>
          <p:cNvSpPr/>
          <p:nvPr/>
        </p:nvSpPr>
        <p:spPr>
          <a:xfrm>
            <a:off x="2679190" y="1490732"/>
            <a:ext cx="6342890" cy="10486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897283-1EAC-6406-3CFA-4C9B3D831F1B}"/>
              </a:ext>
            </a:extLst>
          </p:cNvPr>
          <p:cNvSpPr txBox="1"/>
          <p:nvPr/>
        </p:nvSpPr>
        <p:spPr>
          <a:xfrm>
            <a:off x="2887216" y="1550635"/>
            <a:ext cx="5951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Gill Sans MT" panose="020B0502020104020203" pitchFamily="34" charset="0"/>
              </a:rPr>
              <a:t>Introduce key concepts and debates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Make readings more accessible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Course admin</a:t>
            </a:r>
          </a:p>
          <a:p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BE02C0-1C81-4216-0E53-DA01DDBA045E}"/>
              </a:ext>
            </a:extLst>
          </p:cNvPr>
          <p:cNvSpPr txBox="1"/>
          <p:nvPr/>
        </p:nvSpPr>
        <p:spPr>
          <a:xfrm>
            <a:off x="2847210" y="2760741"/>
            <a:ext cx="6174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Gill Sans MT" panose="020B0502020104020203" pitchFamily="34" charset="0"/>
              </a:rPr>
              <a:t>Detailed reading of key texts (essential/further reading)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Build on lecture knowledge and prepare for seminar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Note down any questions you might have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5DC7BB-07CF-EF62-0892-13D23CD56870}"/>
              </a:ext>
            </a:extLst>
          </p:cNvPr>
          <p:cNvSpPr txBox="1"/>
          <p:nvPr/>
        </p:nvSpPr>
        <p:spPr>
          <a:xfrm>
            <a:off x="2847210" y="3962923"/>
            <a:ext cx="5278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Gill Sans MT" panose="020B0502020104020203" pitchFamily="34" charset="0"/>
              </a:rPr>
              <a:t>Discuss questions based on assigned texts and lectures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Share ideas and learn from peers and seminar leaders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Put concepts into practice with applied tasks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F19645-7BFF-B2D3-7E1D-50B622484F27}"/>
              </a:ext>
            </a:extLst>
          </p:cNvPr>
          <p:cNvSpPr txBox="1"/>
          <p:nvPr/>
        </p:nvSpPr>
        <p:spPr>
          <a:xfrm>
            <a:off x="2783203" y="5203697"/>
            <a:ext cx="5278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>
                <a:latin typeface="Gill Sans MT" panose="020B0502020104020203" pitchFamily="34" charset="0"/>
              </a:rPr>
              <a:t>Discuss any aspect of the week’s material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Discuss individual questions relevant to assessments</a:t>
            </a:r>
          </a:p>
          <a:p>
            <a:pPr lvl="0"/>
            <a:r>
              <a:rPr lang="en-US" dirty="0">
                <a:latin typeface="Gill Sans MT" panose="020B0502020104020203" pitchFamily="34" charset="0"/>
              </a:rPr>
              <a:t>General questions about the course</a:t>
            </a:r>
          </a:p>
        </p:txBody>
      </p:sp>
    </p:spTree>
    <p:extLst>
      <p:ext uri="{BB962C8B-B14F-4D97-AF65-F5344CB8AC3E}">
        <p14:creationId xmlns:p14="http://schemas.microsoft.com/office/powerpoint/2010/main" val="125654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95BF-865F-BB68-7C3A-559A4ADC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AFBED3-A63D-9540-E883-798E557FED5D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093F6-55AF-8079-1505-89B736F4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Participation and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FFDD9-B23C-AB53-4D74-4386E557C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598" y="1520456"/>
            <a:ext cx="11029547" cy="4646428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Expected to attend all sessions</a:t>
            </a:r>
          </a:p>
          <a:p>
            <a:r>
              <a:rPr lang="en-GB" sz="3600" dirty="0"/>
              <a:t>Catch up on content if you miss any sessions</a:t>
            </a:r>
          </a:p>
          <a:p>
            <a:r>
              <a:rPr lang="en-GB" sz="3600" dirty="0"/>
              <a:t>Any SSP questions or issues, please email module leader</a:t>
            </a:r>
          </a:p>
          <a:p>
            <a:endParaRPr lang="en-GB" sz="3600" dirty="0"/>
          </a:p>
          <a:p>
            <a:r>
              <a:rPr lang="en-GB" sz="3600" dirty="0"/>
              <a:t>Get out what you put in, ask questions &amp; talk with peers!</a:t>
            </a:r>
          </a:p>
          <a:p>
            <a:endParaRPr lang="en-GB" sz="3600" dirty="0"/>
          </a:p>
          <a:p>
            <a:r>
              <a:rPr lang="en-GB" sz="3600" dirty="0"/>
              <a:t>Seminar groups at capacity</a:t>
            </a:r>
            <a:endParaRPr lang="en-GB" sz="2800" dirty="0"/>
          </a:p>
          <a:p>
            <a:r>
              <a:rPr lang="en-GB" sz="2800" dirty="0"/>
              <a:t>If absolutely necessary to swap groups, email: </a:t>
            </a:r>
            <a:r>
              <a:rPr lang="en-GB" sz="2800" dirty="0">
                <a:hlinkClick r:id="rId2"/>
              </a:rPr>
              <a:t>politicsadmin@ncl.ac.uk</a:t>
            </a:r>
            <a:endParaRPr lang="en-GB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F6156-3517-76B8-9C86-3F8CD4C2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49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7BC1-1916-433F-5560-968BE051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3B7D75-7060-D5CD-F38D-C64E96F80447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DE6C5-4752-BD42-AB99-F59350A2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AI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A9A8-7C9E-50C1-AA9B-EC668BAD0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598" y="1805305"/>
            <a:ext cx="110295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Please see canvas and module guide for full details:</a:t>
            </a:r>
          </a:p>
          <a:p>
            <a:r>
              <a:rPr lang="en-GB" sz="3600" dirty="0"/>
              <a:t>Use of generative AI not permitted for </a:t>
            </a:r>
            <a:r>
              <a:rPr lang="en-GB" sz="3600" b="1" dirty="0"/>
              <a:t>assessments</a:t>
            </a:r>
          </a:p>
          <a:p>
            <a:r>
              <a:rPr lang="en-GB" sz="3600" dirty="0"/>
              <a:t>Please do not use AI tools during seminars, or lecture discussion questions</a:t>
            </a:r>
          </a:p>
          <a:p>
            <a:r>
              <a:rPr lang="en-GB" sz="3600" dirty="0"/>
              <a:t>Please do not use generative AI in your communications with module or seminar leaders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B90E-3A31-AB6A-6453-A51A1858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59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D4703-0DDD-2BB9-DAE4-99AE8270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F40D98-59BD-0214-1616-63E6EC2063C6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743D5-74A8-0CDE-66CA-D3335BA6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AI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FDBE-24AC-BADD-7C6E-0C1A921B8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105206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Why?</a:t>
            </a:r>
          </a:p>
          <a:p>
            <a:r>
              <a:rPr lang="en-GB" sz="3600" dirty="0"/>
              <a:t>Develop foundational skills and area knowledge</a:t>
            </a:r>
          </a:p>
          <a:p>
            <a:r>
              <a:rPr lang="en-GB" sz="3600" dirty="0"/>
              <a:t>Which remain core for employability</a:t>
            </a:r>
          </a:p>
          <a:p>
            <a:endParaRPr lang="en-GB" sz="3600" dirty="0"/>
          </a:p>
          <a:p>
            <a:r>
              <a:rPr lang="en-GB" sz="3600" dirty="0"/>
              <a:t>Changing AI landscape</a:t>
            </a:r>
          </a:p>
          <a:p>
            <a:r>
              <a:rPr lang="en-GB" sz="3600" dirty="0"/>
              <a:t>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25F40-1343-6A65-4089-AFFD38CE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587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D218A6-5EB8-04C0-A6CF-DB1D047C2056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EE4D3-1302-2529-9E85-8F7D3E75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resources are available?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2689-22D6-BCF1-5476-38B390FFD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61743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latin typeface="Gill Sans MT" panose="020B0502020104020203" pitchFamily="34" charset="0"/>
              </a:rPr>
              <a:t>Canvas</a:t>
            </a:r>
          </a:p>
          <a:p>
            <a:pPr lvl="1">
              <a:lnSpc>
                <a:spcPct val="100000"/>
              </a:lnSpc>
            </a:pPr>
            <a:r>
              <a:rPr lang="en-US" sz="3600" dirty="0">
                <a:latin typeface="Gill Sans MT" panose="020B0502020104020203" pitchFamily="34" charset="0"/>
              </a:rPr>
              <a:t>Module guide</a:t>
            </a:r>
          </a:p>
          <a:p>
            <a:pPr lvl="2">
              <a:lnSpc>
                <a:spcPct val="100000"/>
              </a:lnSpc>
            </a:pPr>
            <a:r>
              <a:rPr lang="en-US" sz="3600" dirty="0">
                <a:latin typeface="Gill Sans MT" panose="020B0502020104020203" pitchFamily="34" charset="0"/>
              </a:rPr>
              <a:t>Essential and further readings</a:t>
            </a:r>
          </a:p>
          <a:p>
            <a:pPr lvl="2">
              <a:lnSpc>
                <a:spcPct val="100000"/>
              </a:lnSpc>
            </a:pPr>
            <a:r>
              <a:rPr lang="en-US" sz="3600" dirty="0">
                <a:latin typeface="Gill Sans MT" panose="020B0502020104020203" pitchFamily="34" charset="0"/>
              </a:rPr>
              <a:t>Seminar questions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Assessment information</a:t>
            </a:r>
            <a:endParaRPr lang="en-US" sz="3600" dirty="0">
              <a:latin typeface="Gill Sans MT" panose="020B0502020104020203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3600" dirty="0">
                <a:latin typeface="Gill Sans MT" panose="020B0502020104020203" pitchFamily="34" charset="0"/>
              </a:rPr>
              <a:t>Class announcements</a:t>
            </a:r>
            <a:endParaRPr lang="en-GB" sz="3600" dirty="0">
              <a:latin typeface="Gill Sans MT" panose="020B0502020104020203" pitchFamily="34" charset="0"/>
            </a:endParaRPr>
          </a:p>
          <a:p>
            <a:endParaRPr lang="en-GB" sz="4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C1D4-4560-3C60-4F6B-5EB14739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7207-395B-721C-4610-B37CB755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A262A7-A13D-FD28-E828-041F0CD64B9B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3A85D-00A0-4E8F-E843-F070FFE2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BA199-38B9-BCB2-6CE7-3F82B13CC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769" y="1651392"/>
            <a:ext cx="9109445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latin typeface="Gill Sans MT" panose="020B0502020104020203" pitchFamily="34" charset="0"/>
              </a:rPr>
              <a:t>What issues or topics are you most interested in researching?</a:t>
            </a:r>
            <a:endParaRPr lang="en-GB" sz="4800" b="1" dirty="0">
              <a:latin typeface="Gill Sans MT" panose="020B0502020104020203" pitchFamily="34" charset="0"/>
            </a:endParaRP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86B7-FD63-775D-435D-BE2C57A5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14</a:t>
            </a:fld>
            <a:endParaRPr lang="en-GB" dirty="0"/>
          </a:p>
        </p:txBody>
      </p:sp>
      <p:pic>
        <p:nvPicPr>
          <p:cNvPr id="8" name="Picture 7" descr="A person sitting in front of a screen looking at news stories. The person has a thought bubble, with pictures of a ballot box, justice scales, and a raised fist.">
            <a:extLst>
              <a:ext uri="{FF2B5EF4-FFF2-40B4-BE49-F238E27FC236}">
                <a16:creationId xmlns:a16="http://schemas.microsoft.com/office/drawing/2014/main" id="{4EF189E7-DB6D-73AC-4C2E-6F1AA824F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135" y="3827062"/>
            <a:ext cx="3257568" cy="26768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Several different country flags on poles.&#10;&#10;">
            <a:extLst>
              <a:ext uri="{FF2B5EF4-FFF2-40B4-BE49-F238E27FC236}">
                <a16:creationId xmlns:a16="http://schemas.microsoft.com/office/drawing/2014/main" id="{755F65CC-19CF-7E07-CAD5-4C5ECAE7C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45" y="4037826"/>
            <a:ext cx="4597602" cy="2466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1744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Join the Vevox session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B2879-18B1-4B54-A7A8-106CBB5AC34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38200" y="1798320"/>
            <a:ext cx="7340600" cy="44297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3500"/>
              <a:t>Go to </a:t>
            </a:r>
            <a:r>
              <a:rPr lang="en-GB" sz="3500" b="1"/>
              <a:t>vevox.app</a:t>
            </a:r>
            <a:r>
              <a:rPr lang="en-GB" sz="3500"/>
              <a:t>
Enter the session ID: </a:t>
            </a:r>
            <a:r>
              <a:rPr lang="en-GB" sz="3500" b="1"/>
              <a:t>196-472-727</a:t>
            </a:r>
            <a:r>
              <a:rPr lang="en-GB" sz="3500"/>
              <a:t>
Or scan the QR code</a:t>
            </a:r>
          </a:p>
        </p:txBody>
      </p:sp>
      <p:sp>
        <p:nvSpPr>
          <p:cNvPr id="5" name="Rectangle 4" descr="QR-code">
            <a:extLst>
              <a:ext uri="{FF2B5EF4-FFF2-40B4-BE49-F238E27FC236}">
                <a16:creationId xmlns:a16="http://schemas.microsoft.com/office/drawing/2014/main" id="{D50270D9-B279-46FB-85D8-9A0B1EF0068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178800" y="1948179"/>
            <a:ext cx="2755900" cy="2755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F153C-7C5A-43ED-A727-5CD86D202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1788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34F8C-C1A8-4ED5-884B-EFFBC96C5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2677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019B6D-3AEB-490B-BAF0-8C4B4640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3566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20E5EE-26B5-4223-9F3A-5C829B749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4455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E48987-D0A2-42A9-9FF4-2DB60CF62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5344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63691B-41B9-432A-869D-C7A3CA17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6233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172F6-DD51-4359-AE12-A3509E02A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7122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B64800-605B-4406-8A5E-18ED2857E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8011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6BF520-8EA4-4DA3-848A-0D51800E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8900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03C894-757D-46CC-AB47-A2976EE4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9789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1B4833-7631-49EE-92BD-FA4AFFCE6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0678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FCE240-9DCC-471B-A097-1CD228A0D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1567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55AC8E-FEBA-42AB-A0AE-A6C8D81CA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2456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C1A7BA-ABA3-4D90-8C7C-3E2673BA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93345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0DD42-B5B8-4288-B9CA-6A66B089C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94234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B1D1BA-A409-4B3F-8C90-3167813D3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95123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146707-7C40-4E32-9D82-1EAAA7A6E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96012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494CD4-13C4-4344-98A1-9F291BF1A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6901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4C22D8-6CB4-44F8-93CB-4088145B4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97790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D2B442-114E-4A25-B40E-30EFD53D0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98679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DCD7B3-ACA9-49C9-B44F-CCF05E4F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9568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BF16BC-F1DE-4CF8-A09F-F8539A48F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00457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9F87B-9995-4F01-9CD0-B44CA1E16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0134600" y="2037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FCCC37-BE89-4601-9E1F-F40C37B24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2235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716003-4B41-4D95-A908-357874AA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03124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2EBB09-C5DD-41A2-B169-53101B4A5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104013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065DF1-C036-41EC-971A-D2FA16119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4902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826186-8C5C-4A08-8BB3-DD269EB3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05791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D18226-6C8F-4C70-9EDC-870E74B00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06680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F104EAF-3C43-4E2A-B1FA-56C6118FD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0756900" y="2037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AB50EF-05D7-4085-8258-125916A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81788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8D9D0C-1B3F-41D1-9A48-AC1EDBE1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82677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D7A040-A110-440D-B5D0-F74C56205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83566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41D9B4-2102-455D-99D9-5CE691150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84455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0B10AA-00C5-4491-AB8A-8F11B8536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85344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7C5ED5-7AFC-488A-8C24-E9EEF7453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86233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0A6E3D-CAF5-4705-B220-68F625868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87122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2E0F2E-B157-4A6D-A3FC-BD7434539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88011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93D3AE-C7D2-4CAB-9734-1EB2A51CD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88900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DE83E8E-84E2-44F2-B2DB-C1B47672A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89789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39060C-7EBF-429B-9133-6284E7E1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90678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F0E446-F93A-4D49-A995-075E860C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91567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80F177-FB27-4879-BFD4-B5B7A773A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92456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90E6BC-CC07-4B56-A0C6-EA08D98D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93345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B22DCB-429C-4AB5-B91E-D1897EDF2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94234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769A32-0383-4B22-B025-AED9C1243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95123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9EF3DA-62B5-4DF4-B7B3-912A55B65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96012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0D7DE43-9786-4562-BCBB-4A1E9F1CF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96901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9ECF2C1-7679-405B-B643-E3ED7B48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97790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2E9007-3ECD-404B-9873-32E221E1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98679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6F91D0-270E-42C2-AF98-E3135EB1F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99568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ED6783-E8CE-48F8-9696-D87456B9C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100457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14F4A5-02DD-4AAB-8DAA-BA439F8F8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101346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05E4821-09BF-47E8-A3EE-E01A9E2C8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102235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3ED1D6-0743-415B-9495-4FBE45EAF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103124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E4BFDD-6512-45CF-B314-7B74CE20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104013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0E51F90-C25A-4023-BAC6-BE1CE7AAD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104902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F5B9E63-A8CA-49BF-A80B-32E12D6B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05791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2BEB1B3-0437-456D-8F62-CBC6DDDC8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10668000" y="2125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6B39105-CFC7-4A0A-A233-F29AE31E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756900" y="2125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7CE0230-91C3-4232-83E6-61E06E57A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81788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9C7D3F5-A97A-4DBF-ABAB-8FA5B913E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82677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495A8A-5A79-4ABA-A44D-D4377FDA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83566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2A13A36-A99E-4B51-9B58-8909B413D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84455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18A6E01-F542-44C8-A619-A80A109CC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85344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A89A8CC-6A22-4891-84DA-BF3151EB7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86233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5371E8E-DA32-4E96-9491-4CE334D01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87122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1DF63A-9F6B-4463-BC50-EE6CE72FC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88011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D69D7B-D698-48DB-9918-55C08A42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88900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42A44D8-1A78-461B-93B1-EB8BCE79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89789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5B7A936-64A9-4EBC-9870-E8B94D694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90678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D38E32A-D4C1-4EAA-A511-3681CC9EB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91567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5500B48-A9CC-4615-87CB-6D7ECA585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92456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96CEC90-F92C-4C9E-8C7D-7048D5316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93345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2737CE3-3B6D-4B19-89E1-1CBBA834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94234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23EB15A-14AF-44B2-834B-6E3B13135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95123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0942A7E-8E10-498F-BFC1-0BED8BC58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96012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8CD4B5-D9C8-489B-8262-68B412737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96901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9DE8182-BD6B-4812-8D84-C3D80E8A0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97790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11FDB5D-742A-4CF1-8458-166811A29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98679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B32E40C-A927-4FBD-9F79-1DDA0D799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99568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02B2480-17F2-4D74-A59C-AAA3036B5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100457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B236076-B6A3-471B-9944-282884530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101346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5F69FC8-02E5-4DC2-ABF2-5DB48B024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102235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18C672F-13EE-4ACE-9B7C-A977F8AB3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103124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D83AEA7-E6A8-4B90-BB26-D813535A6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104013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287AF6A-3C52-4602-AE96-C7B54048D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104902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74CAE1-C0AF-439A-9F51-B6E4A64A4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105791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70236D5-9569-48B8-8334-55CBAC1E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10668000" y="2214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D50D972-932D-4FB2-86AC-B3CBD2B07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10756900" y="2214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138D20C-0D72-4786-933B-5A19ECAF1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81788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238EB4A-FC46-45E9-BE5F-91EDA0035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82677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DF17BBC-97C3-42CB-ABAB-443C6339A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83566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72CF785-9248-4185-959F-BE638E6D9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84455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D3DC4E5-035B-48B5-8FD6-D546EEFC0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85344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65CDA1C-87B9-49F2-830C-396A43558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86233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EE58356-FF1E-4E05-89E9-9CF6619F4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87122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D84081B-3B60-423C-8F91-F2A34E31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88011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7CD60D0-D334-4163-8FA3-1C37A698A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88900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4D32C5A-F21F-4EAB-AEF6-D1598DA1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89789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B7B1C6C-F158-4E7A-8007-4CAF4D50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90678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018CDF4-6399-499A-8233-AD06917A4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91567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CF4A621-5350-470E-B333-8DC14E10B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92456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C8A102E-A2F2-4F56-B8C0-F3CD633B1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>
            <a:off x="93345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5281CED-C2CE-4333-A2A1-382CC825F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>
            <a:off x="94234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62FA3CE-BC45-433D-BC52-D6265E790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>
            <a:off x="95123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EECBBBD-0078-4E15-94B6-B5E28E8C2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2"/>
            </p:custDataLst>
          </p:nvPr>
        </p:nvSpPr>
        <p:spPr>
          <a:xfrm>
            <a:off x="96012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DABF47D-24CB-4DBA-8511-FC085BAE3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3"/>
            </p:custDataLst>
          </p:nvPr>
        </p:nvSpPr>
        <p:spPr>
          <a:xfrm>
            <a:off x="96901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1794146-BFC0-46A4-99A3-AC5B03E12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4"/>
            </p:custDataLst>
          </p:nvPr>
        </p:nvSpPr>
        <p:spPr>
          <a:xfrm>
            <a:off x="97790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07A107D-10A3-4317-95E1-C211CD2E4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>
            <a:off x="98679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FDE005E-14A4-4A19-AF17-6D966BE7B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6"/>
            </p:custDataLst>
          </p:nvPr>
        </p:nvSpPr>
        <p:spPr>
          <a:xfrm>
            <a:off x="99568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794CBC4-3D87-41A3-8123-5AF13E9FA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7"/>
            </p:custDataLst>
          </p:nvPr>
        </p:nvSpPr>
        <p:spPr>
          <a:xfrm>
            <a:off x="100457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E553E3F-FCC8-4629-99A9-9A936F973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8"/>
            </p:custDataLst>
          </p:nvPr>
        </p:nvSpPr>
        <p:spPr>
          <a:xfrm>
            <a:off x="101346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4109F3D-FE5F-45DB-89E5-CA767A36D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9"/>
            </p:custDataLst>
          </p:nvPr>
        </p:nvSpPr>
        <p:spPr>
          <a:xfrm>
            <a:off x="102235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E485C62-467C-42DB-92B2-C232C6BBC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0"/>
            </p:custDataLst>
          </p:nvPr>
        </p:nvSpPr>
        <p:spPr>
          <a:xfrm>
            <a:off x="103124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E444E1A-7629-4910-B339-2B35F54BD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1"/>
            </p:custDataLst>
          </p:nvPr>
        </p:nvSpPr>
        <p:spPr>
          <a:xfrm>
            <a:off x="104013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B17C381-D97D-4EE1-AE97-351FFE900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2"/>
            </p:custDataLst>
          </p:nvPr>
        </p:nvSpPr>
        <p:spPr>
          <a:xfrm>
            <a:off x="104902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A2CC9AE-BF9D-42FF-A553-33E921D95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3"/>
            </p:custDataLst>
          </p:nvPr>
        </p:nvSpPr>
        <p:spPr>
          <a:xfrm>
            <a:off x="105791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2B0E6D2-8571-46AC-954F-1F903A0DB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4"/>
            </p:custDataLst>
          </p:nvPr>
        </p:nvSpPr>
        <p:spPr>
          <a:xfrm>
            <a:off x="10668000" y="2303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AF40CAD-987C-4F98-97B0-AD0B109B7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5"/>
            </p:custDataLst>
          </p:nvPr>
        </p:nvSpPr>
        <p:spPr>
          <a:xfrm>
            <a:off x="10756900" y="2303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E1039CA-5FCC-480E-B487-0DF3C233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>
            <a:off x="81788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E85C23B-67CE-4DA3-96AD-E9D725D1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7"/>
            </p:custDataLst>
          </p:nvPr>
        </p:nvSpPr>
        <p:spPr>
          <a:xfrm>
            <a:off x="82677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ABEC054-6147-469D-A5C6-D516ED6E3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8"/>
            </p:custDataLst>
          </p:nvPr>
        </p:nvSpPr>
        <p:spPr>
          <a:xfrm>
            <a:off x="83566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5B5B51E-3B65-4669-BB9C-225B96C73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9"/>
            </p:custDataLst>
          </p:nvPr>
        </p:nvSpPr>
        <p:spPr>
          <a:xfrm>
            <a:off x="84455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810C002-BD15-4A2F-AC34-B2200DB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0"/>
            </p:custDataLst>
          </p:nvPr>
        </p:nvSpPr>
        <p:spPr>
          <a:xfrm>
            <a:off x="85344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BF081BD-EFD3-4B3F-8120-38D81F29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1"/>
            </p:custDataLst>
          </p:nvPr>
        </p:nvSpPr>
        <p:spPr>
          <a:xfrm>
            <a:off x="86233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C85B01C-9D18-4F14-A668-9E14DB2D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2"/>
            </p:custDataLst>
          </p:nvPr>
        </p:nvSpPr>
        <p:spPr>
          <a:xfrm>
            <a:off x="87122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410BA42-1836-4ABE-857E-F9D2E5BAE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3"/>
            </p:custDataLst>
          </p:nvPr>
        </p:nvSpPr>
        <p:spPr>
          <a:xfrm>
            <a:off x="88011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53217E5-9A5D-4805-BCCA-3AD697B88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4"/>
            </p:custDataLst>
          </p:nvPr>
        </p:nvSpPr>
        <p:spPr>
          <a:xfrm>
            <a:off x="88900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FE3C678-C400-493D-866D-32311A596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5"/>
            </p:custDataLst>
          </p:nvPr>
        </p:nvSpPr>
        <p:spPr>
          <a:xfrm>
            <a:off x="89789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78572C7-010D-4C72-9D0A-2CBFFBA83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6"/>
            </p:custDataLst>
          </p:nvPr>
        </p:nvSpPr>
        <p:spPr>
          <a:xfrm>
            <a:off x="90678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3C8BE96-BE6B-47A5-9A29-B4114F58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7"/>
            </p:custDataLst>
          </p:nvPr>
        </p:nvSpPr>
        <p:spPr>
          <a:xfrm>
            <a:off x="91567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4DE7D82-52BE-4DD8-B98A-200E68966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8"/>
            </p:custDataLst>
          </p:nvPr>
        </p:nvSpPr>
        <p:spPr>
          <a:xfrm>
            <a:off x="92456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06D4A1E-BE79-4AE0-ABAE-3129C728F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9"/>
            </p:custDataLst>
          </p:nvPr>
        </p:nvSpPr>
        <p:spPr>
          <a:xfrm>
            <a:off x="93345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669F521-760A-4731-9077-B1AB52E35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0"/>
            </p:custDataLst>
          </p:nvPr>
        </p:nvSpPr>
        <p:spPr>
          <a:xfrm>
            <a:off x="94234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3139717-71CE-40ED-92BC-8B337A84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1"/>
            </p:custDataLst>
          </p:nvPr>
        </p:nvSpPr>
        <p:spPr>
          <a:xfrm>
            <a:off x="95123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AD36B5F-C3D3-4651-A29F-853995F3F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2"/>
            </p:custDataLst>
          </p:nvPr>
        </p:nvSpPr>
        <p:spPr>
          <a:xfrm>
            <a:off x="96012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D8370B9-FA09-4CE8-9DB0-8E97305BC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3"/>
            </p:custDataLst>
          </p:nvPr>
        </p:nvSpPr>
        <p:spPr>
          <a:xfrm>
            <a:off x="96901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70E516A-A5CF-4192-865C-53A6B9664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4"/>
            </p:custDataLst>
          </p:nvPr>
        </p:nvSpPr>
        <p:spPr>
          <a:xfrm>
            <a:off x="97790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C16E259-460B-436E-B138-CDBF53628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5"/>
            </p:custDataLst>
          </p:nvPr>
        </p:nvSpPr>
        <p:spPr>
          <a:xfrm>
            <a:off x="98679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E0D890C-0839-475A-BEC3-94188C669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6"/>
            </p:custDataLst>
          </p:nvPr>
        </p:nvSpPr>
        <p:spPr>
          <a:xfrm>
            <a:off x="99568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711877E-FE32-4EDA-A384-43743C24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7"/>
            </p:custDataLst>
          </p:nvPr>
        </p:nvSpPr>
        <p:spPr>
          <a:xfrm>
            <a:off x="100457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B706420-798E-470F-B11A-FA9112CC9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8"/>
            </p:custDataLst>
          </p:nvPr>
        </p:nvSpPr>
        <p:spPr>
          <a:xfrm>
            <a:off x="101346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99B0814-4946-4A58-BD3B-D8172FF39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9"/>
            </p:custDataLst>
          </p:nvPr>
        </p:nvSpPr>
        <p:spPr>
          <a:xfrm>
            <a:off x="102235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4A66CE6-4886-4A94-ACEE-590681D31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0"/>
            </p:custDataLst>
          </p:nvPr>
        </p:nvSpPr>
        <p:spPr>
          <a:xfrm>
            <a:off x="103124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24D41C4-D72A-4062-BA31-A21A35823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1"/>
            </p:custDataLst>
          </p:nvPr>
        </p:nvSpPr>
        <p:spPr>
          <a:xfrm>
            <a:off x="104013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3524586-E786-4F65-804A-8ECF9753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2"/>
            </p:custDataLst>
          </p:nvPr>
        </p:nvSpPr>
        <p:spPr>
          <a:xfrm>
            <a:off x="104902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A21D833-ADA2-4804-A3C5-081678485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3"/>
            </p:custDataLst>
          </p:nvPr>
        </p:nvSpPr>
        <p:spPr>
          <a:xfrm>
            <a:off x="105791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D800E39-0457-4E65-9457-CCDB8EF6F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4"/>
            </p:custDataLst>
          </p:nvPr>
        </p:nvSpPr>
        <p:spPr>
          <a:xfrm>
            <a:off x="10668000" y="23926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40594DA-B3A4-4EFF-A199-2CBF3DF3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5"/>
            </p:custDataLst>
          </p:nvPr>
        </p:nvSpPr>
        <p:spPr>
          <a:xfrm>
            <a:off x="10756900" y="23926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FB27E9F-19D7-463F-86B3-13B31C0A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6"/>
            </p:custDataLst>
          </p:nvPr>
        </p:nvSpPr>
        <p:spPr>
          <a:xfrm>
            <a:off x="81788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D9072B7-F124-4E7D-81B9-9F1B33E4E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7"/>
            </p:custDataLst>
          </p:nvPr>
        </p:nvSpPr>
        <p:spPr>
          <a:xfrm>
            <a:off x="82677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1DC4ECD-3BCB-4B15-ACD9-65B4393B7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8"/>
            </p:custDataLst>
          </p:nvPr>
        </p:nvSpPr>
        <p:spPr>
          <a:xfrm>
            <a:off x="83566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F779B8B-73A6-4F86-BA75-75502FE30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59"/>
            </p:custDataLst>
          </p:nvPr>
        </p:nvSpPr>
        <p:spPr>
          <a:xfrm>
            <a:off x="84455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406018B-890D-4663-8A78-2D079BDFE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0"/>
            </p:custDataLst>
          </p:nvPr>
        </p:nvSpPr>
        <p:spPr>
          <a:xfrm>
            <a:off x="85344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E386823-4229-4D2C-A545-F8FF23654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1"/>
            </p:custDataLst>
          </p:nvPr>
        </p:nvSpPr>
        <p:spPr>
          <a:xfrm>
            <a:off x="86233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64E86B5-B36B-42BB-A206-AD0EB70D2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2"/>
            </p:custDataLst>
          </p:nvPr>
        </p:nvSpPr>
        <p:spPr>
          <a:xfrm>
            <a:off x="87122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5919148-B43D-4D4F-A04D-A150B6AD3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3"/>
            </p:custDataLst>
          </p:nvPr>
        </p:nvSpPr>
        <p:spPr>
          <a:xfrm>
            <a:off x="88011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CA58E76-8C0F-4105-A014-065AB90CA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4"/>
            </p:custDataLst>
          </p:nvPr>
        </p:nvSpPr>
        <p:spPr>
          <a:xfrm>
            <a:off x="88900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EC61DE0-3CD8-48C7-AFEE-44F5B0A3B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5"/>
            </p:custDataLst>
          </p:nvPr>
        </p:nvSpPr>
        <p:spPr>
          <a:xfrm>
            <a:off x="89789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A648267-256C-48E1-B14A-CF1B7294A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6"/>
            </p:custDataLst>
          </p:nvPr>
        </p:nvSpPr>
        <p:spPr>
          <a:xfrm>
            <a:off x="90678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DDC40C1-BE6A-4C56-BAC5-314EAF2A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7"/>
            </p:custDataLst>
          </p:nvPr>
        </p:nvSpPr>
        <p:spPr>
          <a:xfrm>
            <a:off x="91567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A988853-42A3-4170-B55D-A8CBB43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8"/>
            </p:custDataLst>
          </p:nvPr>
        </p:nvSpPr>
        <p:spPr>
          <a:xfrm>
            <a:off x="92456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D41BA9-E002-4A60-B77F-1BA432AF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9"/>
            </p:custDataLst>
          </p:nvPr>
        </p:nvSpPr>
        <p:spPr>
          <a:xfrm>
            <a:off x="93345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3F21012-A2AC-4B3B-9581-F4CA33206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0"/>
            </p:custDataLst>
          </p:nvPr>
        </p:nvSpPr>
        <p:spPr>
          <a:xfrm>
            <a:off x="94234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33F7EA6-EA53-4E77-8D3B-B3E0CBA28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1"/>
            </p:custDataLst>
          </p:nvPr>
        </p:nvSpPr>
        <p:spPr>
          <a:xfrm>
            <a:off x="95123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A6E5DB1-BC85-4464-9C0C-2DF5FE79A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2"/>
            </p:custDataLst>
          </p:nvPr>
        </p:nvSpPr>
        <p:spPr>
          <a:xfrm>
            <a:off x="96012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40C819E-DADE-4663-9DB1-0B82D3D91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3"/>
            </p:custDataLst>
          </p:nvPr>
        </p:nvSpPr>
        <p:spPr>
          <a:xfrm>
            <a:off x="96901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B03B977-87F9-4B53-8D98-733E79724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4"/>
            </p:custDataLst>
          </p:nvPr>
        </p:nvSpPr>
        <p:spPr>
          <a:xfrm>
            <a:off x="97790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744C85F-C7D1-4966-A84A-AD76A97B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5"/>
            </p:custDataLst>
          </p:nvPr>
        </p:nvSpPr>
        <p:spPr>
          <a:xfrm>
            <a:off x="98679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F38A875-A557-4652-A516-752B64122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6"/>
            </p:custDataLst>
          </p:nvPr>
        </p:nvSpPr>
        <p:spPr>
          <a:xfrm>
            <a:off x="99568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9137491-019D-4C1D-9B57-A076CE511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7"/>
            </p:custDataLst>
          </p:nvPr>
        </p:nvSpPr>
        <p:spPr>
          <a:xfrm>
            <a:off x="100457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A9952AC-1199-4AA3-81CF-7919D5897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8"/>
            </p:custDataLst>
          </p:nvPr>
        </p:nvSpPr>
        <p:spPr>
          <a:xfrm>
            <a:off x="101346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0E413D9-6147-4706-9290-040DF10A8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9"/>
            </p:custDataLst>
          </p:nvPr>
        </p:nvSpPr>
        <p:spPr>
          <a:xfrm>
            <a:off x="102235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ADBF745-CBC4-4A29-8A9F-27E556758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0"/>
            </p:custDataLst>
          </p:nvPr>
        </p:nvSpPr>
        <p:spPr>
          <a:xfrm>
            <a:off x="103124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7CFA0D-24A6-4C70-8894-207726440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1"/>
            </p:custDataLst>
          </p:nvPr>
        </p:nvSpPr>
        <p:spPr>
          <a:xfrm>
            <a:off x="104013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10E7F2A-EAEB-4D05-BE33-95EE1C5FA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2"/>
            </p:custDataLst>
          </p:nvPr>
        </p:nvSpPr>
        <p:spPr>
          <a:xfrm>
            <a:off x="104902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9E18C52-F943-4796-A968-23D696930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3"/>
            </p:custDataLst>
          </p:nvPr>
        </p:nvSpPr>
        <p:spPr>
          <a:xfrm>
            <a:off x="105791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36C5496-0C4B-4747-9C08-9939A2068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4"/>
            </p:custDataLst>
          </p:nvPr>
        </p:nvSpPr>
        <p:spPr>
          <a:xfrm>
            <a:off x="10668000" y="2481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0332C5E-7440-4B0C-8286-CDAC38F90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5"/>
            </p:custDataLst>
          </p:nvPr>
        </p:nvSpPr>
        <p:spPr>
          <a:xfrm>
            <a:off x="10756900" y="2481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971463D-569F-4C54-8986-1125C6664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6"/>
            </p:custDataLst>
          </p:nvPr>
        </p:nvSpPr>
        <p:spPr>
          <a:xfrm>
            <a:off x="81788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55EDFD0-A324-4310-81AC-084828803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7"/>
            </p:custDataLst>
          </p:nvPr>
        </p:nvSpPr>
        <p:spPr>
          <a:xfrm>
            <a:off x="82677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376209F-1553-4910-96D1-F330CEAE8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8"/>
            </p:custDataLst>
          </p:nvPr>
        </p:nvSpPr>
        <p:spPr>
          <a:xfrm>
            <a:off x="83566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0215A31-3D0E-47F3-AC05-701971F5E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89"/>
            </p:custDataLst>
          </p:nvPr>
        </p:nvSpPr>
        <p:spPr>
          <a:xfrm>
            <a:off x="84455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9013086-388C-4560-919A-1D55FA3CA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0"/>
            </p:custDataLst>
          </p:nvPr>
        </p:nvSpPr>
        <p:spPr>
          <a:xfrm>
            <a:off x="85344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C1B95F5-8222-4370-9427-E15D16A59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1"/>
            </p:custDataLst>
          </p:nvPr>
        </p:nvSpPr>
        <p:spPr>
          <a:xfrm>
            <a:off x="86233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0203861-7DBB-4A5B-AA0D-DF81A2163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2"/>
            </p:custDataLst>
          </p:nvPr>
        </p:nvSpPr>
        <p:spPr>
          <a:xfrm>
            <a:off x="87122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A98A927-A3E3-493A-A2A8-BC8BAAA8B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3"/>
            </p:custDataLst>
          </p:nvPr>
        </p:nvSpPr>
        <p:spPr>
          <a:xfrm>
            <a:off x="88011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6AB55B9-12F8-477B-9EB9-75336DEA6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4"/>
            </p:custDataLst>
          </p:nvPr>
        </p:nvSpPr>
        <p:spPr>
          <a:xfrm>
            <a:off x="88900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2F8F4F3-18EA-4A0E-9358-737CAEF93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5"/>
            </p:custDataLst>
          </p:nvPr>
        </p:nvSpPr>
        <p:spPr>
          <a:xfrm>
            <a:off x="89789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0925812F-0F11-4852-A9D1-881F87BAA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6"/>
            </p:custDataLst>
          </p:nvPr>
        </p:nvSpPr>
        <p:spPr>
          <a:xfrm>
            <a:off x="90678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6DEFA74F-D546-41BF-95E8-B6C66C4A5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7"/>
            </p:custDataLst>
          </p:nvPr>
        </p:nvSpPr>
        <p:spPr>
          <a:xfrm>
            <a:off x="91567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A0A2FDE-F258-4E3C-952E-8CE056D5E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8"/>
            </p:custDataLst>
          </p:nvPr>
        </p:nvSpPr>
        <p:spPr>
          <a:xfrm>
            <a:off x="92456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1AF3C4F-6384-4A14-BFEE-EC561FF7D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99"/>
            </p:custDataLst>
          </p:nvPr>
        </p:nvSpPr>
        <p:spPr>
          <a:xfrm>
            <a:off x="93345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9E3102D-C96C-4CCC-BD73-8894AFB55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0"/>
            </p:custDataLst>
          </p:nvPr>
        </p:nvSpPr>
        <p:spPr>
          <a:xfrm>
            <a:off x="94234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0EEA88C-5973-4856-B75A-3D57F97AB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1"/>
            </p:custDataLst>
          </p:nvPr>
        </p:nvSpPr>
        <p:spPr>
          <a:xfrm>
            <a:off x="95123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8B6F853-99CD-4C2D-B8FA-8AD6B03B5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2"/>
            </p:custDataLst>
          </p:nvPr>
        </p:nvSpPr>
        <p:spPr>
          <a:xfrm>
            <a:off x="96012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35BF060-2AC5-4C45-B9C0-FE3F8DD6F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3"/>
            </p:custDataLst>
          </p:nvPr>
        </p:nvSpPr>
        <p:spPr>
          <a:xfrm>
            <a:off x="96901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8A4F783-A9F9-4F18-9C6C-D47611986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4"/>
            </p:custDataLst>
          </p:nvPr>
        </p:nvSpPr>
        <p:spPr>
          <a:xfrm>
            <a:off x="97790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CB4E25CE-697A-4D91-8CA3-1568D7DED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5"/>
            </p:custDataLst>
          </p:nvPr>
        </p:nvSpPr>
        <p:spPr>
          <a:xfrm>
            <a:off x="98679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50925C2-15AD-4448-806C-2DF86E23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6"/>
            </p:custDataLst>
          </p:nvPr>
        </p:nvSpPr>
        <p:spPr>
          <a:xfrm>
            <a:off x="99568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09D002F-F2A4-464B-8AFE-1A464BE9C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7"/>
            </p:custDataLst>
          </p:nvPr>
        </p:nvSpPr>
        <p:spPr>
          <a:xfrm>
            <a:off x="100457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0FBDE26-0EB4-4812-940B-B4A239CDC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8"/>
            </p:custDataLst>
          </p:nvPr>
        </p:nvSpPr>
        <p:spPr>
          <a:xfrm>
            <a:off x="10134600" y="2570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856CD4E-8D74-472B-BBF4-EF9ED3276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09"/>
            </p:custDataLst>
          </p:nvPr>
        </p:nvSpPr>
        <p:spPr>
          <a:xfrm>
            <a:off x="102235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B4B5E23-439C-4901-B28A-D3A93E5AD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0"/>
            </p:custDataLst>
          </p:nvPr>
        </p:nvSpPr>
        <p:spPr>
          <a:xfrm>
            <a:off x="103124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5F98B5C-BAA8-4EF8-BB8D-C15D0D14B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1"/>
            </p:custDataLst>
          </p:nvPr>
        </p:nvSpPr>
        <p:spPr>
          <a:xfrm>
            <a:off x="104013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649B140-E94D-4582-8959-8FA5D31DA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2"/>
            </p:custDataLst>
          </p:nvPr>
        </p:nvSpPr>
        <p:spPr>
          <a:xfrm>
            <a:off x="104902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2C96F14-661B-4B3D-8B9F-3AD812E38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3"/>
            </p:custDataLst>
          </p:nvPr>
        </p:nvSpPr>
        <p:spPr>
          <a:xfrm>
            <a:off x="105791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8EBED7-C950-4E3F-836C-E02EEACCC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4"/>
            </p:custDataLst>
          </p:nvPr>
        </p:nvSpPr>
        <p:spPr>
          <a:xfrm>
            <a:off x="106680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201ED12-C677-46FA-817A-23D7206B0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5"/>
            </p:custDataLst>
          </p:nvPr>
        </p:nvSpPr>
        <p:spPr>
          <a:xfrm>
            <a:off x="10756900" y="2570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2526A65-305B-49C7-B805-596399BEA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6"/>
            </p:custDataLst>
          </p:nvPr>
        </p:nvSpPr>
        <p:spPr>
          <a:xfrm>
            <a:off x="81788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69A865D3-8544-4B5B-9A63-56DBB0FC9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7"/>
            </p:custDataLst>
          </p:nvPr>
        </p:nvSpPr>
        <p:spPr>
          <a:xfrm>
            <a:off x="82677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C298C51C-3E7B-4C6D-9151-480FDBC84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8"/>
            </p:custDataLst>
          </p:nvPr>
        </p:nvSpPr>
        <p:spPr>
          <a:xfrm>
            <a:off x="83566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5F8A2BFD-AD49-4607-AA1C-FF06C3E5C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19"/>
            </p:custDataLst>
          </p:nvPr>
        </p:nvSpPr>
        <p:spPr>
          <a:xfrm>
            <a:off x="84455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54AC545-C67E-4970-9FEB-4C7C0C35B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0"/>
            </p:custDataLst>
          </p:nvPr>
        </p:nvSpPr>
        <p:spPr>
          <a:xfrm>
            <a:off x="85344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CE1B422-AD7A-4ADE-A3E3-B6DFC394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1"/>
            </p:custDataLst>
          </p:nvPr>
        </p:nvSpPr>
        <p:spPr>
          <a:xfrm>
            <a:off x="86233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E3285045-4A20-416D-9D56-715BF3CC0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2"/>
            </p:custDataLst>
          </p:nvPr>
        </p:nvSpPr>
        <p:spPr>
          <a:xfrm>
            <a:off x="87122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44C0C77-FFB5-444E-A406-251BAAAD6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3"/>
            </p:custDataLst>
          </p:nvPr>
        </p:nvSpPr>
        <p:spPr>
          <a:xfrm>
            <a:off x="88011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EA8379F7-07F6-40FC-8CE3-1024F0355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4"/>
            </p:custDataLst>
          </p:nvPr>
        </p:nvSpPr>
        <p:spPr>
          <a:xfrm>
            <a:off x="88900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9AFEE19-B6DD-4032-BB71-F5EB45B8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5"/>
            </p:custDataLst>
          </p:nvPr>
        </p:nvSpPr>
        <p:spPr>
          <a:xfrm>
            <a:off x="89789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F742036-72BA-4271-8708-D4CAA4AC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6"/>
            </p:custDataLst>
          </p:nvPr>
        </p:nvSpPr>
        <p:spPr>
          <a:xfrm>
            <a:off x="90678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78F35A65-67CC-4897-BA65-23CBDEAC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7"/>
            </p:custDataLst>
          </p:nvPr>
        </p:nvSpPr>
        <p:spPr>
          <a:xfrm>
            <a:off x="91567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6AB08F1-C653-48CD-B5E0-F2DEBEA70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8"/>
            </p:custDataLst>
          </p:nvPr>
        </p:nvSpPr>
        <p:spPr>
          <a:xfrm>
            <a:off x="92456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B7EF2-EE3C-4102-8DD5-0AFA19E4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29"/>
            </p:custDataLst>
          </p:nvPr>
        </p:nvSpPr>
        <p:spPr>
          <a:xfrm>
            <a:off x="93345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AB10EFA-AA55-464E-9810-B6AED866D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0"/>
            </p:custDataLst>
          </p:nvPr>
        </p:nvSpPr>
        <p:spPr>
          <a:xfrm>
            <a:off x="94234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725A7E2-1461-49DB-896A-0720EBF3A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1"/>
            </p:custDataLst>
          </p:nvPr>
        </p:nvSpPr>
        <p:spPr>
          <a:xfrm>
            <a:off x="95123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23A50E1-A888-41BC-9DCE-5DF96F888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2"/>
            </p:custDataLst>
          </p:nvPr>
        </p:nvSpPr>
        <p:spPr>
          <a:xfrm>
            <a:off x="96012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CA028CB2-D057-4D2D-98B2-EECF5EE43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3"/>
            </p:custDataLst>
          </p:nvPr>
        </p:nvSpPr>
        <p:spPr>
          <a:xfrm>
            <a:off x="96901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F03F12B0-74DB-43B1-9281-C73EDE3B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4"/>
            </p:custDataLst>
          </p:nvPr>
        </p:nvSpPr>
        <p:spPr>
          <a:xfrm>
            <a:off x="97790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771FBDA-E26A-4A94-9A35-82EE650DA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5"/>
            </p:custDataLst>
          </p:nvPr>
        </p:nvSpPr>
        <p:spPr>
          <a:xfrm>
            <a:off x="98679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60B1022-6EB0-4FA6-B0FB-1F613B02C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6"/>
            </p:custDataLst>
          </p:nvPr>
        </p:nvSpPr>
        <p:spPr>
          <a:xfrm>
            <a:off x="9956800" y="2659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11152EA-16BD-4C76-B5FF-50CF5FFC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7"/>
            </p:custDataLst>
          </p:nvPr>
        </p:nvSpPr>
        <p:spPr>
          <a:xfrm>
            <a:off x="10045700" y="2659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DD7F9F5-A36F-4F28-9104-F7A7B8F2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8"/>
            </p:custDataLst>
          </p:nvPr>
        </p:nvSpPr>
        <p:spPr>
          <a:xfrm>
            <a:off x="81788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35E6B32-388A-4751-A942-3B6CDC9F9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39"/>
            </p:custDataLst>
          </p:nvPr>
        </p:nvSpPr>
        <p:spPr>
          <a:xfrm>
            <a:off x="82677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EEDFE768-7B20-4550-8438-D1A9E99D4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0"/>
            </p:custDataLst>
          </p:nvPr>
        </p:nvSpPr>
        <p:spPr>
          <a:xfrm>
            <a:off x="83566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EBD2477-1B23-4C46-BB4C-04A33B7FE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1"/>
            </p:custDataLst>
          </p:nvPr>
        </p:nvSpPr>
        <p:spPr>
          <a:xfrm>
            <a:off x="84455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32FA969F-06FA-4FA8-8C84-40F575160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2"/>
            </p:custDataLst>
          </p:nvPr>
        </p:nvSpPr>
        <p:spPr>
          <a:xfrm>
            <a:off x="85344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22814311-905F-4184-9DA6-E5D75CCCC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3"/>
            </p:custDataLst>
          </p:nvPr>
        </p:nvSpPr>
        <p:spPr>
          <a:xfrm>
            <a:off x="86233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A2A84328-6361-496C-90B5-9ED776DB1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4"/>
            </p:custDataLst>
          </p:nvPr>
        </p:nvSpPr>
        <p:spPr>
          <a:xfrm>
            <a:off x="87122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33815D7-F95E-4586-BBE8-1A032822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5"/>
            </p:custDataLst>
          </p:nvPr>
        </p:nvSpPr>
        <p:spPr>
          <a:xfrm>
            <a:off x="88011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D368F124-572B-4CA4-8FC3-B4576E39A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6"/>
            </p:custDataLst>
          </p:nvPr>
        </p:nvSpPr>
        <p:spPr>
          <a:xfrm>
            <a:off x="88900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45B57DC3-D833-4005-85CA-2CABDCFC9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7"/>
            </p:custDataLst>
          </p:nvPr>
        </p:nvSpPr>
        <p:spPr>
          <a:xfrm>
            <a:off x="89789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29CFD657-1EBA-4E25-B18C-658BD73AF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8"/>
            </p:custDataLst>
          </p:nvPr>
        </p:nvSpPr>
        <p:spPr>
          <a:xfrm>
            <a:off x="90678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2338F99-1F20-4834-AC17-3D4DAE5AF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49"/>
            </p:custDataLst>
          </p:nvPr>
        </p:nvSpPr>
        <p:spPr>
          <a:xfrm>
            <a:off x="91567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C6F92262-7315-4A16-94C2-03C8A147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0"/>
            </p:custDataLst>
          </p:nvPr>
        </p:nvSpPr>
        <p:spPr>
          <a:xfrm>
            <a:off x="92456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221501B2-55EC-4C24-8056-53FD39CC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1"/>
            </p:custDataLst>
          </p:nvPr>
        </p:nvSpPr>
        <p:spPr>
          <a:xfrm>
            <a:off x="93345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CD7A0D2-982C-467A-85A5-CA4BC014B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2"/>
            </p:custDataLst>
          </p:nvPr>
        </p:nvSpPr>
        <p:spPr>
          <a:xfrm>
            <a:off x="94234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2156289A-1EC0-4137-899E-5647DCA56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3"/>
            </p:custDataLst>
          </p:nvPr>
        </p:nvSpPr>
        <p:spPr>
          <a:xfrm>
            <a:off x="95123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C75ABA1-B625-4A88-9E38-6A76F060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4"/>
            </p:custDataLst>
          </p:nvPr>
        </p:nvSpPr>
        <p:spPr>
          <a:xfrm>
            <a:off x="96012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A77AFF8-786F-4E41-B4A6-AF5CBFF01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5"/>
            </p:custDataLst>
          </p:nvPr>
        </p:nvSpPr>
        <p:spPr>
          <a:xfrm>
            <a:off x="96901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903DC563-9BA0-43F4-A178-9704560C1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6"/>
            </p:custDataLst>
          </p:nvPr>
        </p:nvSpPr>
        <p:spPr>
          <a:xfrm>
            <a:off x="97790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9D753EC3-F65D-414D-A416-26179D5F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7"/>
            </p:custDataLst>
          </p:nvPr>
        </p:nvSpPr>
        <p:spPr>
          <a:xfrm>
            <a:off x="98679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6C07F2-EEF6-48AD-9AD7-47295B964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8"/>
            </p:custDataLst>
          </p:nvPr>
        </p:nvSpPr>
        <p:spPr>
          <a:xfrm>
            <a:off x="99568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E1607B92-561D-4FBA-8D73-CA97FD431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59"/>
            </p:custDataLst>
          </p:nvPr>
        </p:nvSpPr>
        <p:spPr>
          <a:xfrm>
            <a:off x="100457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615E0C2E-9630-4B03-B277-68D52DBB9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0"/>
            </p:custDataLst>
          </p:nvPr>
        </p:nvSpPr>
        <p:spPr>
          <a:xfrm>
            <a:off x="10134600" y="2748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911EA45A-3A6C-44DB-B07C-F6D8A95DF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1"/>
            </p:custDataLst>
          </p:nvPr>
        </p:nvSpPr>
        <p:spPr>
          <a:xfrm>
            <a:off x="102235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82E169D-12C2-4127-A732-AC5049B81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2"/>
            </p:custDataLst>
          </p:nvPr>
        </p:nvSpPr>
        <p:spPr>
          <a:xfrm>
            <a:off x="103124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FD4D7C2F-3E91-4DFF-BEF5-9B6EE1126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3"/>
            </p:custDataLst>
          </p:nvPr>
        </p:nvSpPr>
        <p:spPr>
          <a:xfrm>
            <a:off x="104013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9356BB2-11FD-4301-BF59-1A77E92A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4"/>
            </p:custDataLst>
          </p:nvPr>
        </p:nvSpPr>
        <p:spPr>
          <a:xfrm>
            <a:off x="104902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6F66843C-0F07-43AD-B7F1-40EB7ADA1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5"/>
            </p:custDataLst>
          </p:nvPr>
        </p:nvSpPr>
        <p:spPr>
          <a:xfrm>
            <a:off x="10579100" y="2748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1457EC6B-D937-4688-9C42-E0C6BEFFE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6"/>
            </p:custDataLst>
          </p:nvPr>
        </p:nvSpPr>
        <p:spPr>
          <a:xfrm>
            <a:off x="81788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217FE33-41C0-494A-A72D-CC7B65A91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7"/>
            </p:custDataLst>
          </p:nvPr>
        </p:nvSpPr>
        <p:spPr>
          <a:xfrm>
            <a:off x="82677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4111C9E-2503-4837-8B20-81C0833D4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8"/>
            </p:custDataLst>
          </p:nvPr>
        </p:nvSpPr>
        <p:spPr>
          <a:xfrm>
            <a:off x="83566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6F6382FC-D61D-4A84-A772-FC37071EA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69"/>
            </p:custDataLst>
          </p:nvPr>
        </p:nvSpPr>
        <p:spPr>
          <a:xfrm>
            <a:off x="84455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37963B9-C135-4C48-A160-153A3B4F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0"/>
            </p:custDataLst>
          </p:nvPr>
        </p:nvSpPr>
        <p:spPr>
          <a:xfrm>
            <a:off x="85344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45093A5-4DB2-4D29-8A59-EA30B3BA1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1"/>
            </p:custDataLst>
          </p:nvPr>
        </p:nvSpPr>
        <p:spPr>
          <a:xfrm>
            <a:off x="86233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7C1AECF-1586-4546-ADC2-C9080F370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2"/>
            </p:custDataLst>
          </p:nvPr>
        </p:nvSpPr>
        <p:spPr>
          <a:xfrm>
            <a:off x="87122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EAFAB10E-9CD0-4C4B-9DFF-C2620EBD1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3"/>
            </p:custDataLst>
          </p:nvPr>
        </p:nvSpPr>
        <p:spPr>
          <a:xfrm>
            <a:off x="88011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82C18A8-F882-4AB7-A3C3-403583698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4"/>
            </p:custDataLst>
          </p:nvPr>
        </p:nvSpPr>
        <p:spPr>
          <a:xfrm>
            <a:off x="88900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1B754EE-7000-46E5-8639-C14E1BBCF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5"/>
            </p:custDataLst>
          </p:nvPr>
        </p:nvSpPr>
        <p:spPr>
          <a:xfrm>
            <a:off x="89789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CAD9C91-A393-4D8A-B1EB-9B50892C3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6"/>
            </p:custDataLst>
          </p:nvPr>
        </p:nvSpPr>
        <p:spPr>
          <a:xfrm>
            <a:off x="90678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589FEBA3-719A-4F0F-AF13-F95E6006A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7"/>
            </p:custDataLst>
          </p:nvPr>
        </p:nvSpPr>
        <p:spPr>
          <a:xfrm>
            <a:off x="91567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D5373FC4-DFBB-4F5E-836D-D02F0B6F5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8"/>
            </p:custDataLst>
          </p:nvPr>
        </p:nvSpPr>
        <p:spPr>
          <a:xfrm>
            <a:off x="92456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8FE2FE4-6270-417D-B30A-3BAD4A78D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79"/>
            </p:custDataLst>
          </p:nvPr>
        </p:nvSpPr>
        <p:spPr>
          <a:xfrm>
            <a:off x="93345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1FE2141D-7666-4C33-978B-6B0A28FEB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0"/>
            </p:custDataLst>
          </p:nvPr>
        </p:nvSpPr>
        <p:spPr>
          <a:xfrm>
            <a:off x="94234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EFAEAA4A-6569-4F32-A712-8C30242C9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1"/>
            </p:custDataLst>
          </p:nvPr>
        </p:nvSpPr>
        <p:spPr>
          <a:xfrm>
            <a:off x="95123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A02684B-0DDE-4815-8927-6D8EE025F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2"/>
            </p:custDataLst>
          </p:nvPr>
        </p:nvSpPr>
        <p:spPr>
          <a:xfrm>
            <a:off x="96012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7EBE2AF-FA04-4C3B-A0A2-7C09746D3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3"/>
            </p:custDataLst>
          </p:nvPr>
        </p:nvSpPr>
        <p:spPr>
          <a:xfrm>
            <a:off x="96901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ABC0FE0-0CB2-432B-AEF2-0E1A8D455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4"/>
            </p:custDataLst>
          </p:nvPr>
        </p:nvSpPr>
        <p:spPr>
          <a:xfrm>
            <a:off x="97790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4DB5F1F-CFF5-4393-B495-390D9BD3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5"/>
            </p:custDataLst>
          </p:nvPr>
        </p:nvSpPr>
        <p:spPr>
          <a:xfrm>
            <a:off x="98679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1187829E-B9BF-4648-BCE2-B6CB1566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6"/>
            </p:custDataLst>
          </p:nvPr>
        </p:nvSpPr>
        <p:spPr>
          <a:xfrm>
            <a:off x="99568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2535A36-D5B7-40AF-BED2-909E1E131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7"/>
            </p:custDataLst>
          </p:nvPr>
        </p:nvSpPr>
        <p:spPr>
          <a:xfrm>
            <a:off x="100457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9DA10F5D-E028-4EB3-A055-CF6D3CBDF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8"/>
            </p:custDataLst>
          </p:nvPr>
        </p:nvSpPr>
        <p:spPr>
          <a:xfrm>
            <a:off x="101346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95780B9-B333-47A5-A8F5-686D2EA59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89"/>
            </p:custDataLst>
          </p:nvPr>
        </p:nvSpPr>
        <p:spPr>
          <a:xfrm>
            <a:off x="102235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3B05054D-FDCA-4EEC-A657-BC76705A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0"/>
            </p:custDataLst>
          </p:nvPr>
        </p:nvSpPr>
        <p:spPr>
          <a:xfrm>
            <a:off x="103124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12ACA6EA-FDCD-45EF-8A2C-E6D22E62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1"/>
            </p:custDataLst>
          </p:nvPr>
        </p:nvSpPr>
        <p:spPr>
          <a:xfrm>
            <a:off x="104013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55AF9C9-90ED-4C22-BDB0-DBCE44C5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2"/>
            </p:custDataLst>
          </p:nvPr>
        </p:nvSpPr>
        <p:spPr>
          <a:xfrm>
            <a:off x="104902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00A2E0B-005C-4E0B-9CC7-153BFF24C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3"/>
            </p:custDataLst>
          </p:nvPr>
        </p:nvSpPr>
        <p:spPr>
          <a:xfrm>
            <a:off x="105791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3032714-E4F7-4348-A82E-A72811E52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4"/>
            </p:custDataLst>
          </p:nvPr>
        </p:nvSpPr>
        <p:spPr>
          <a:xfrm>
            <a:off x="10668000" y="28371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273A899F-3DEE-44F4-81CC-81FF101EA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5"/>
            </p:custDataLst>
          </p:nvPr>
        </p:nvSpPr>
        <p:spPr>
          <a:xfrm>
            <a:off x="10756900" y="28371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B908EB2B-C8B2-4CFB-822D-3E5F15E1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6"/>
            </p:custDataLst>
          </p:nvPr>
        </p:nvSpPr>
        <p:spPr>
          <a:xfrm>
            <a:off x="81788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37439730-2328-4F9E-9C0F-1EC1C7815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7"/>
            </p:custDataLst>
          </p:nvPr>
        </p:nvSpPr>
        <p:spPr>
          <a:xfrm>
            <a:off x="82677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21A8340-9833-4B32-8F48-AD5F0945F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8"/>
            </p:custDataLst>
          </p:nvPr>
        </p:nvSpPr>
        <p:spPr>
          <a:xfrm>
            <a:off x="83566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0BF06C3C-1470-42DC-B24A-7C09690D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99"/>
            </p:custDataLst>
          </p:nvPr>
        </p:nvSpPr>
        <p:spPr>
          <a:xfrm>
            <a:off x="84455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D65C547A-2B49-45C4-921C-39B4191E7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0"/>
            </p:custDataLst>
          </p:nvPr>
        </p:nvSpPr>
        <p:spPr>
          <a:xfrm>
            <a:off x="85344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86D6882-6FB3-49DD-A2B0-C36CA804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1"/>
            </p:custDataLst>
          </p:nvPr>
        </p:nvSpPr>
        <p:spPr>
          <a:xfrm>
            <a:off x="86233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7F5C4E18-8B69-4620-B003-5A79C686D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2"/>
            </p:custDataLst>
          </p:nvPr>
        </p:nvSpPr>
        <p:spPr>
          <a:xfrm>
            <a:off x="87122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CF425CF-EEF3-4914-882E-F80ED6D44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3"/>
            </p:custDataLst>
          </p:nvPr>
        </p:nvSpPr>
        <p:spPr>
          <a:xfrm>
            <a:off x="88011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E43B29AE-DB26-4F8F-AAD1-58397C40C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4"/>
            </p:custDataLst>
          </p:nvPr>
        </p:nvSpPr>
        <p:spPr>
          <a:xfrm>
            <a:off x="88900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4E3A9F3B-EE75-47AF-BE8C-F1DF6040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5"/>
            </p:custDataLst>
          </p:nvPr>
        </p:nvSpPr>
        <p:spPr>
          <a:xfrm>
            <a:off x="89789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F53C02CB-9AD0-46EE-9B1E-837E1E6CE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6"/>
            </p:custDataLst>
          </p:nvPr>
        </p:nvSpPr>
        <p:spPr>
          <a:xfrm>
            <a:off x="90678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792141B-E21A-46C9-9F2A-0699378F5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7"/>
            </p:custDataLst>
          </p:nvPr>
        </p:nvSpPr>
        <p:spPr>
          <a:xfrm>
            <a:off x="91567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8FC5D23-8C4B-44AD-974A-F0CBED29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8"/>
            </p:custDataLst>
          </p:nvPr>
        </p:nvSpPr>
        <p:spPr>
          <a:xfrm>
            <a:off x="92456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0A5588E0-A466-4D48-BB49-1B4D1C00D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09"/>
            </p:custDataLst>
          </p:nvPr>
        </p:nvSpPr>
        <p:spPr>
          <a:xfrm>
            <a:off x="93345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B35A010C-CAB7-4F49-87C1-21FE9B51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0"/>
            </p:custDataLst>
          </p:nvPr>
        </p:nvSpPr>
        <p:spPr>
          <a:xfrm>
            <a:off x="94234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25A6E07-AB60-4ABC-814C-A8333CF2B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1"/>
            </p:custDataLst>
          </p:nvPr>
        </p:nvSpPr>
        <p:spPr>
          <a:xfrm>
            <a:off x="95123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1323545-8DA7-4D83-B626-3219D67C1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2"/>
            </p:custDataLst>
          </p:nvPr>
        </p:nvSpPr>
        <p:spPr>
          <a:xfrm>
            <a:off x="96012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1E997FB9-8305-48F8-B4FA-032838CCA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3"/>
            </p:custDataLst>
          </p:nvPr>
        </p:nvSpPr>
        <p:spPr>
          <a:xfrm>
            <a:off x="96901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3A23FF95-1FD4-4E23-A25D-6811F09A5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4"/>
            </p:custDataLst>
          </p:nvPr>
        </p:nvSpPr>
        <p:spPr>
          <a:xfrm>
            <a:off x="97790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E35E4BAF-F7F2-4FC6-A8BB-E2436415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5"/>
            </p:custDataLst>
          </p:nvPr>
        </p:nvSpPr>
        <p:spPr>
          <a:xfrm>
            <a:off x="98679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DC29CB7D-EA3E-45C3-9367-647218FC2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6"/>
            </p:custDataLst>
          </p:nvPr>
        </p:nvSpPr>
        <p:spPr>
          <a:xfrm>
            <a:off x="9956800" y="29260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51771D6-2012-4A5D-AB36-B7447D485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7"/>
            </p:custDataLst>
          </p:nvPr>
        </p:nvSpPr>
        <p:spPr>
          <a:xfrm>
            <a:off x="100457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41882790-56FE-4DD9-826C-DB289D9EF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8"/>
            </p:custDataLst>
          </p:nvPr>
        </p:nvSpPr>
        <p:spPr>
          <a:xfrm>
            <a:off x="101346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E7C786D-D263-4DF5-A1E2-52EDBD0F3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19"/>
            </p:custDataLst>
          </p:nvPr>
        </p:nvSpPr>
        <p:spPr>
          <a:xfrm>
            <a:off x="102235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5EDFCC8B-CA9F-4942-BF58-BD80B8AC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0"/>
            </p:custDataLst>
          </p:nvPr>
        </p:nvSpPr>
        <p:spPr>
          <a:xfrm>
            <a:off x="10312400" y="29260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8D9D050-01B9-4A8B-9630-8FD3B074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1"/>
            </p:custDataLst>
          </p:nvPr>
        </p:nvSpPr>
        <p:spPr>
          <a:xfrm>
            <a:off x="81788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ADFEDB83-EC69-407D-A930-2C5274927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2"/>
            </p:custDataLst>
          </p:nvPr>
        </p:nvSpPr>
        <p:spPr>
          <a:xfrm>
            <a:off x="82677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9F01B6D-3013-4F1E-8FE5-C3DC10241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3"/>
            </p:custDataLst>
          </p:nvPr>
        </p:nvSpPr>
        <p:spPr>
          <a:xfrm>
            <a:off x="83566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4C7415EE-ACFE-4B19-A318-0E73A21FA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4"/>
            </p:custDataLst>
          </p:nvPr>
        </p:nvSpPr>
        <p:spPr>
          <a:xfrm>
            <a:off x="84455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A1938E24-F702-4826-AEE9-51762CF8B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5"/>
            </p:custDataLst>
          </p:nvPr>
        </p:nvSpPr>
        <p:spPr>
          <a:xfrm>
            <a:off x="85344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2BE113A8-AF9D-4262-93BB-DE6F74E04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6"/>
            </p:custDataLst>
          </p:nvPr>
        </p:nvSpPr>
        <p:spPr>
          <a:xfrm>
            <a:off x="86233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4A08D22-79CA-450D-8DA6-B637519CB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7"/>
            </p:custDataLst>
          </p:nvPr>
        </p:nvSpPr>
        <p:spPr>
          <a:xfrm>
            <a:off x="87122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7686FF0F-6D75-48B3-92B1-A59DC0922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8"/>
            </p:custDataLst>
          </p:nvPr>
        </p:nvSpPr>
        <p:spPr>
          <a:xfrm>
            <a:off x="88011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9B7C83D7-92DC-41BE-854E-867BA055A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29"/>
            </p:custDataLst>
          </p:nvPr>
        </p:nvSpPr>
        <p:spPr>
          <a:xfrm>
            <a:off x="88900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10F33AFB-45D9-4299-BFDA-847C31C2D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0"/>
            </p:custDataLst>
          </p:nvPr>
        </p:nvSpPr>
        <p:spPr>
          <a:xfrm>
            <a:off x="89789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3594BB8C-8B00-4925-B2B7-AFDBDCE37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1"/>
            </p:custDataLst>
          </p:nvPr>
        </p:nvSpPr>
        <p:spPr>
          <a:xfrm>
            <a:off x="90678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9D741C85-EF98-410B-8E1A-F5C8DB99E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2"/>
            </p:custDataLst>
          </p:nvPr>
        </p:nvSpPr>
        <p:spPr>
          <a:xfrm>
            <a:off x="91567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551578AE-686A-4555-B253-6215FC24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3"/>
            </p:custDataLst>
          </p:nvPr>
        </p:nvSpPr>
        <p:spPr>
          <a:xfrm>
            <a:off x="92456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7D85020-0A43-4198-914C-4960BE5F5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4"/>
            </p:custDataLst>
          </p:nvPr>
        </p:nvSpPr>
        <p:spPr>
          <a:xfrm>
            <a:off x="93345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516966F2-BF09-4042-9F3A-89EB6B81B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5"/>
            </p:custDataLst>
          </p:nvPr>
        </p:nvSpPr>
        <p:spPr>
          <a:xfrm>
            <a:off x="94234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1E827CA-D5B2-4A65-A36F-27AD1FA64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6"/>
            </p:custDataLst>
          </p:nvPr>
        </p:nvSpPr>
        <p:spPr>
          <a:xfrm>
            <a:off x="95123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8CD2BC9B-1C7D-4C5E-87EA-D6458284F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7"/>
            </p:custDataLst>
          </p:nvPr>
        </p:nvSpPr>
        <p:spPr>
          <a:xfrm>
            <a:off x="96012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AFBF13A5-3E13-4FE1-96FB-A07E3882E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8"/>
            </p:custDataLst>
          </p:nvPr>
        </p:nvSpPr>
        <p:spPr>
          <a:xfrm>
            <a:off x="96901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BAC7F10E-02B6-4E86-93D7-2DE78C616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39"/>
            </p:custDataLst>
          </p:nvPr>
        </p:nvSpPr>
        <p:spPr>
          <a:xfrm>
            <a:off x="97790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482EEA5F-181C-4490-B3C5-FE282582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0"/>
            </p:custDataLst>
          </p:nvPr>
        </p:nvSpPr>
        <p:spPr>
          <a:xfrm>
            <a:off x="98679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9A0C8785-4C4E-46B7-9367-8E17AF926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1"/>
            </p:custDataLst>
          </p:nvPr>
        </p:nvSpPr>
        <p:spPr>
          <a:xfrm>
            <a:off x="99568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75A78BBE-E343-42C5-A345-AA5978CD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2"/>
            </p:custDataLst>
          </p:nvPr>
        </p:nvSpPr>
        <p:spPr>
          <a:xfrm>
            <a:off x="100457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689C2110-33AD-43B3-B5AB-EF1497C20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3"/>
            </p:custDataLst>
          </p:nvPr>
        </p:nvSpPr>
        <p:spPr>
          <a:xfrm>
            <a:off x="101346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3BA90B4-366D-42E3-9587-E67CD6D71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4"/>
            </p:custDataLst>
          </p:nvPr>
        </p:nvSpPr>
        <p:spPr>
          <a:xfrm>
            <a:off x="102235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F8EB2C6F-3E01-4F67-93F7-DD0514061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5"/>
            </p:custDataLst>
          </p:nvPr>
        </p:nvSpPr>
        <p:spPr>
          <a:xfrm>
            <a:off x="103124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57CCB2A8-A529-4675-915A-D3E1803A2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6"/>
            </p:custDataLst>
          </p:nvPr>
        </p:nvSpPr>
        <p:spPr>
          <a:xfrm>
            <a:off x="104013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E44DFEF-CD3C-41F3-BD04-60FB04E15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7"/>
            </p:custDataLst>
          </p:nvPr>
        </p:nvSpPr>
        <p:spPr>
          <a:xfrm>
            <a:off x="104902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9E419B5F-9C36-429F-909C-0DDE16B7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8"/>
            </p:custDataLst>
          </p:nvPr>
        </p:nvSpPr>
        <p:spPr>
          <a:xfrm>
            <a:off x="10579100" y="30149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23C98928-644A-469A-A744-C0C9B33DB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49"/>
            </p:custDataLst>
          </p:nvPr>
        </p:nvSpPr>
        <p:spPr>
          <a:xfrm>
            <a:off x="10668000" y="30149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99F78E7D-F992-4263-8E75-7AE2E7F30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0"/>
            </p:custDataLst>
          </p:nvPr>
        </p:nvSpPr>
        <p:spPr>
          <a:xfrm>
            <a:off x="81788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73D0BFD5-7446-4EE1-B553-2D2802A1D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1"/>
            </p:custDataLst>
          </p:nvPr>
        </p:nvSpPr>
        <p:spPr>
          <a:xfrm>
            <a:off x="82677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AD426652-1533-40CA-A95D-8A1E18C0A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2"/>
            </p:custDataLst>
          </p:nvPr>
        </p:nvSpPr>
        <p:spPr>
          <a:xfrm>
            <a:off x="83566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5C5E0B4B-E8B5-4FB5-8754-564D1570E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3"/>
            </p:custDataLst>
          </p:nvPr>
        </p:nvSpPr>
        <p:spPr>
          <a:xfrm>
            <a:off x="84455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AC34BD4E-F471-4DA3-B6A5-4C8964D9A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4"/>
            </p:custDataLst>
          </p:nvPr>
        </p:nvSpPr>
        <p:spPr>
          <a:xfrm>
            <a:off x="85344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5FDB1892-2B3A-4252-A3FF-B4F123183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5"/>
            </p:custDataLst>
          </p:nvPr>
        </p:nvSpPr>
        <p:spPr>
          <a:xfrm>
            <a:off x="86233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5C81DE60-47E4-4858-990D-105571422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6"/>
            </p:custDataLst>
          </p:nvPr>
        </p:nvSpPr>
        <p:spPr>
          <a:xfrm>
            <a:off x="87122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C6458FB5-72A0-4C3C-B5AC-8D4A4DAB1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7"/>
            </p:custDataLst>
          </p:nvPr>
        </p:nvSpPr>
        <p:spPr>
          <a:xfrm>
            <a:off x="88011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54A24F2D-0EC2-4126-A5CA-74E2BF670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8"/>
            </p:custDataLst>
          </p:nvPr>
        </p:nvSpPr>
        <p:spPr>
          <a:xfrm>
            <a:off x="88900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B6009130-C8C9-4B80-8371-F667312A8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59"/>
            </p:custDataLst>
          </p:nvPr>
        </p:nvSpPr>
        <p:spPr>
          <a:xfrm>
            <a:off x="89789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5B78D654-E8C5-48A7-9805-975963D1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0"/>
            </p:custDataLst>
          </p:nvPr>
        </p:nvSpPr>
        <p:spPr>
          <a:xfrm>
            <a:off x="90678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02CD566-24A6-4322-864E-99AEFE85C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1"/>
            </p:custDataLst>
          </p:nvPr>
        </p:nvSpPr>
        <p:spPr>
          <a:xfrm>
            <a:off x="91567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01BB70B0-FDAB-44F4-9383-54E530006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2"/>
            </p:custDataLst>
          </p:nvPr>
        </p:nvSpPr>
        <p:spPr>
          <a:xfrm>
            <a:off x="92456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9168A9-C081-4BE4-81C3-C85F703F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3"/>
            </p:custDataLst>
          </p:nvPr>
        </p:nvSpPr>
        <p:spPr>
          <a:xfrm>
            <a:off x="93345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F1F074A-CF6B-4D7E-8F56-C8E0D1933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4"/>
            </p:custDataLst>
          </p:nvPr>
        </p:nvSpPr>
        <p:spPr>
          <a:xfrm>
            <a:off x="94234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083769BF-BFB5-4F1E-8510-EBB9A4E4F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5"/>
            </p:custDataLst>
          </p:nvPr>
        </p:nvSpPr>
        <p:spPr>
          <a:xfrm>
            <a:off x="95123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38B09E1F-F083-44DD-92FD-F45B8ABDA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6"/>
            </p:custDataLst>
          </p:nvPr>
        </p:nvSpPr>
        <p:spPr>
          <a:xfrm>
            <a:off x="96012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C328CB2-9CDC-46AE-BC44-4A6A12ED0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7"/>
            </p:custDataLst>
          </p:nvPr>
        </p:nvSpPr>
        <p:spPr>
          <a:xfrm>
            <a:off x="96901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1779288-0506-4EE7-8C55-D5356E8A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8"/>
            </p:custDataLst>
          </p:nvPr>
        </p:nvSpPr>
        <p:spPr>
          <a:xfrm>
            <a:off x="97790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F564A006-0A51-4591-BF40-BAC01F880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69"/>
            </p:custDataLst>
          </p:nvPr>
        </p:nvSpPr>
        <p:spPr>
          <a:xfrm>
            <a:off x="98679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9B9AE2B8-361C-4765-B8BD-1ECE6ACD0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0"/>
            </p:custDataLst>
          </p:nvPr>
        </p:nvSpPr>
        <p:spPr>
          <a:xfrm>
            <a:off x="99568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ACF7A970-AEB0-4D0C-94D7-F4BACF500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1"/>
            </p:custDataLst>
          </p:nvPr>
        </p:nvSpPr>
        <p:spPr>
          <a:xfrm>
            <a:off x="100457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EA9A7FA4-636F-4C61-84B2-ACB4A4479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2"/>
            </p:custDataLst>
          </p:nvPr>
        </p:nvSpPr>
        <p:spPr>
          <a:xfrm>
            <a:off x="101346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90D03A2-C227-470F-969B-FD7A35532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3"/>
            </p:custDataLst>
          </p:nvPr>
        </p:nvSpPr>
        <p:spPr>
          <a:xfrm>
            <a:off x="102235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174C49EF-D4C7-4121-A61E-0C6D2E2E2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4"/>
            </p:custDataLst>
          </p:nvPr>
        </p:nvSpPr>
        <p:spPr>
          <a:xfrm>
            <a:off x="103124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193D9EA-9EC4-48A8-BAE6-8F72D499C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5"/>
            </p:custDataLst>
          </p:nvPr>
        </p:nvSpPr>
        <p:spPr>
          <a:xfrm>
            <a:off x="10401300" y="31038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BDBC48B9-7A02-44F0-AECE-E5E8235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6"/>
            </p:custDataLst>
          </p:nvPr>
        </p:nvSpPr>
        <p:spPr>
          <a:xfrm>
            <a:off x="104902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E2EC65B3-35BD-4CFC-AD1A-0DF578AD7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7"/>
            </p:custDataLst>
          </p:nvPr>
        </p:nvSpPr>
        <p:spPr>
          <a:xfrm>
            <a:off x="10579100" y="31038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65F54843-B079-43AD-BB4A-1FADF039D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8"/>
            </p:custDataLst>
          </p:nvPr>
        </p:nvSpPr>
        <p:spPr>
          <a:xfrm>
            <a:off x="81788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2810860A-5401-47CD-BE08-EEB3C3BC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79"/>
            </p:custDataLst>
          </p:nvPr>
        </p:nvSpPr>
        <p:spPr>
          <a:xfrm>
            <a:off x="82677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D8DD21-1631-49D6-BE6C-F33052B74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0"/>
            </p:custDataLst>
          </p:nvPr>
        </p:nvSpPr>
        <p:spPr>
          <a:xfrm>
            <a:off x="83566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BFCFE8FC-83A4-47B4-B00E-7F6E38F41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1"/>
            </p:custDataLst>
          </p:nvPr>
        </p:nvSpPr>
        <p:spPr>
          <a:xfrm>
            <a:off x="84455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7C10AF95-B1D2-4874-AA63-F1B62FA6B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2"/>
            </p:custDataLst>
          </p:nvPr>
        </p:nvSpPr>
        <p:spPr>
          <a:xfrm>
            <a:off x="85344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1D6616FA-1BB9-4E6A-B075-01BF56AC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3"/>
            </p:custDataLst>
          </p:nvPr>
        </p:nvSpPr>
        <p:spPr>
          <a:xfrm>
            <a:off x="86233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800DD18-A3C3-4333-A108-135E71FC0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4"/>
            </p:custDataLst>
          </p:nvPr>
        </p:nvSpPr>
        <p:spPr>
          <a:xfrm>
            <a:off x="87122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1ACE62B1-A814-4FCA-84E1-6D9834D97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5"/>
            </p:custDataLst>
          </p:nvPr>
        </p:nvSpPr>
        <p:spPr>
          <a:xfrm>
            <a:off x="88011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DC407BF2-360B-443D-A067-0DED34B99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6"/>
            </p:custDataLst>
          </p:nvPr>
        </p:nvSpPr>
        <p:spPr>
          <a:xfrm>
            <a:off x="88900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EAA4C575-0DD6-4175-878A-F7669B125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7"/>
            </p:custDataLst>
          </p:nvPr>
        </p:nvSpPr>
        <p:spPr>
          <a:xfrm>
            <a:off x="89789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AF228E8-782B-4247-89D0-C655583E4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8"/>
            </p:custDataLst>
          </p:nvPr>
        </p:nvSpPr>
        <p:spPr>
          <a:xfrm>
            <a:off x="90678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8ECD18CE-93C5-4F09-BE42-2F8F2A8C4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89"/>
            </p:custDataLst>
          </p:nvPr>
        </p:nvSpPr>
        <p:spPr>
          <a:xfrm>
            <a:off x="91567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BD071DC6-A7AD-4814-8337-A54D994E3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0"/>
            </p:custDataLst>
          </p:nvPr>
        </p:nvSpPr>
        <p:spPr>
          <a:xfrm>
            <a:off x="92456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B56111FE-FC82-4752-9EBA-17F4138E0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1"/>
            </p:custDataLst>
          </p:nvPr>
        </p:nvSpPr>
        <p:spPr>
          <a:xfrm>
            <a:off x="93345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D00D1B07-8B6F-410C-BE14-E50FC85E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2"/>
            </p:custDataLst>
          </p:nvPr>
        </p:nvSpPr>
        <p:spPr>
          <a:xfrm>
            <a:off x="94234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765CB08-0993-486C-8CF6-99F59FBEB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3"/>
            </p:custDataLst>
          </p:nvPr>
        </p:nvSpPr>
        <p:spPr>
          <a:xfrm>
            <a:off x="95123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914C268E-D0A1-4007-94C7-7AB107204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4"/>
            </p:custDataLst>
          </p:nvPr>
        </p:nvSpPr>
        <p:spPr>
          <a:xfrm>
            <a:off x="96012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B83E5235-727E-40B7-ABEE-55482CE55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5"/>
            </p:custDataLst>
          </p:nvPr>
        </p:nvSpPr>
        <p:spPr>
          <a:xfrm>
            <a:off x="96901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BCFB77BA-4AD6-4608-A696-24B0A5FA1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6"/>
            </p:custDataLst>
          </p:nvPr>
        </p:nvSpPr>
        <p:spPr>
          <a:xfrm>
            <a:off x="97790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738333E1-23F7-45E5-B8E3-E38025602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7"/>
            </p:custDataLst>
          </p:nvPr>
        </p:nvSpPr>
        <p:spPr>
          <a:xfrm>
            <a:off x="98679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A9CACFE5-2034-4EE0-890E-6D009D218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8"/>
            </p:custDataLst>
          </p:nvPr>
        </p:nvSpPr>
        <p:spPr>
          <a:xfrm>
            <a:off x="99568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5C261EB-981A-4C16-A891-E598EC371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399"/>
            </p:custDataLst>
          </p:nvPr>
        </p:nvSpPr>
        <p:spPr>
          <a:xfrm>
            <a:off x="100457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E0A70C05-D653-4C49-8BA2-463B2DFA2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0"/>
            </p:custDataLst>
          </p:nvPr>
        </p:nvSpPr>
        <p:spPr>
          <a:xfrm>
            <a:off x="101346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3AEF88B6-113D-4540-9919-778D4DBA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1"/>
            </p:custDataLst>
          </p:nvPr>
        </p:nvSpPr>
        <p:spPr>
          <a:xfrm>
            <a:off x="102235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5A10CB90-20FD-4A65-BFE7-EC9AFE577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2"/>
            </p:custDataLst>
          </p:nvPr>
        </p:nvSpPr>
        <p:spPr>
          <a:xfrm>
            <a:off x="103124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69A116FF-B85A-4249-9750-2BE8700BC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3"/>
            </p:custDataLst>
          </p:nvPr>
        </p:nvSpPr>
        <p:spPr>
          <a:xfrm>
            <a:off x="104013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46D44E7E-DC67-48AB-ADA1-1B49CC646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4"/>
            </p:custDataLst>
          </p:nvPr>
        </p:nvSpPr>
        <p:spPr>
          <a:xfrm>
            <a:off x="104902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D6B2EB35-9E16-4310-AF3E-FBD88A5B6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5"/>
            </p:custDataLst>
          </p:nvPr>
        </p:nvSpPr>
        <p:spPr>
          <a:xfrm>
            <a:off x="105791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0D5DBD6-96DE-48BE-838D-B1FFA026E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6"/>
            </p:custDataLst>
          </p:nvPr>
        </p:nvSpPr>
        <p:spPr>
          <a:xfrm>
            <a:off x="10668000" y="31927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9D3DA61-F7D4-4C54-953D-36C9C4CD3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7"/>
            </p:custDataLst>
          </p:nvPr>
        </p:nvSpPr>
        <p:spPr>
          <a:xfrm>
            <a:off x="10756900" y="31927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7933F524-0815-4642-827F-888EF4AFD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8"/>
            </p:custDataLst>
          </p:nvPr>
        </p:nvSpPr>
        <p:spPr>
          <a:xfrm>
            <a:off x="81788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A551BCD-FFBA-4FF8-A065-CBF16AD93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09"/>
            </p:custDataLst>
          </p:nvPr>
        </p:nvSpPr>
        <p:spPr>
          <a:xfrm>
            <a:off x="82677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A27727EE-0D15-4675-BCF3-5C7964BDF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0"/>
            </p:custDataLst>
          </p:nvPr>
        </p:nvSpPr>
        <p:spPr>
          <a:xfrm>
            <a:off x="83566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2D19AD2-1863-4546-828D-78B5586FA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1"/>
            </p:custDataLst>
          </p:nvPr>
        </p:nvSpPr>
        <p:spPr>
          <a:xfrm>
            <a:off x="84455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4D4DD5A8-269E-4A99-A88F-6ADED2A84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2"/>
            </p:custDataLst>
          </p:nvPr>
        </p:nvSpPr>
        <p:spPr>
          <a:xfrm>
            <a:off x="85344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3872F4A6-82C3-4C44-978D-574EF7A2C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3"/>
            </p:custDataLst>
          </p:nvPr>
        </p:nvSpPr>
        <p:spPr>
          <a:xfrm>
            <a:off x="86233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C3407326-2766-444A-A69E-55192816E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4"/>
            </p:custDataLst>
          </p:nvPr>
        </p:nvSpPr>
        <p:spPr>
          <a:xfrm>
            <a:off x="87122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9CB5384D-2C31-481E-8B4A-510D2F662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5"/>
            </p:custDataLst>
          </p:nvPr>
        </p:nvSpPr>
        <p:spPr>
          <a:xfrm>
            <a:off x="88011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C1684DF-A6B2-4BEF-AA14-87CC6ECC4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6"/>
            </p:custDataLst>
          </p:nvPr>
        </p:nvSpPr>
        <p:spPr>
          <a:xfrm>
            <a:off x="88900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B829D302-8DEE-4365-A0F7-CCC929DEA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7"/>
            </p:custDataLst>
          </p:nvPr>
        </p:nvSpPr>
        <p:spPr>
          <a:xfrm>
            <a:off x="89789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071F11-F9EB-4EBC-B05E-987FDE6B8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8"/>
            </p:custDataLst>
          </p:nvPr>
        </p:nvSpPr>
        <p:spPr>
          <a:xfrm>
            <a:off x="90678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474975B4-B3D1-43AF-9EF2-DDE68AB28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19"/>
            </p:custDataLst>
          </p:nvPr>
        </p:nvSpPr>
        <p:spPr>
          <a:xfrm>
            <a:off x="91567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8B2068B3-E1E9-41FA-B8C9-655406F7C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0"/>
            </p:custDataLst>
          </p:nvPr>
        </p:nvSpPr>
        <p:spPr>
          <a:xfrm>
            <a:off x="92456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9EE03E3-DF54-460A-A4D4-A02D7FE0C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1"/>
            </p:custDataLst>
          </p:nvPr>
        </p:nvSpPr>
        <p:spPr>
          <a:xfrm>
            <a:off x="93345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3F2D2CE3-B476-4595-82AA-607B9448D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2"/>
            </p:custDataLst>
          </p:nvPr>
        </p:nvSpPr>
        <p:spPr>
          <a:xfrm>
            <a:off x="94234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47FB3C4A-F362-4081-A9B9-7E3010C66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3"/>
            </p:custDataLst>
          </p:nvPr>
        </p:nvSpPr>
        <p:spPr>
          <a:xfrm>
            <a:off x="95123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8D33FF6E-5F1A-42E5-892A-8BB6E83E3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4"/>
            </p:custDataLst>
          </p:nvPr>
        </p:nvSpPr>
        <p:spPr>
          <a:xfrm>
            <a:off x="96012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F2630C1-E3C6-4D29-9DAD-C15AA42A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5"/>
            </p:custDataLst>
          </p:nvPr>
        </p:nvSpPr>
        <p:spPr>
          <a:xfrm>
            <a:off x="96901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A85801EC-AF87-4BFC-BAF4-68BCF5633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6"/>
            </p:custDataLst>
          </p:nvPr>
        </p:nvSpPr>
        <p:spPr>
          <a:xfrm>
            <a:off x="97790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1B40D46E-AB19-4196-96B2-462D0090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7"/>
            </p:custDataLst>
          </p:nvPr>
        </p:nvSpPr>
        <p:spPr>
          <a:xfrm>
            <a:off x="98679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45F3A3A1-784A-4260-8723-018D0A79F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8"/>
            </p:custDataLst>
          </p:nvPr>
        </p:nvSpPr>
        <p:spPr>
          <a:xfrm>
            <a:off x="99568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26261C99-98FC-428F-8CEE-297E3A10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29"/>
            </p:custDataLst>
          </p:nvPr>
        </p:nvSpPr>
        <p:spPr>
          <a:xfrm>
            <a:off x="100457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95B3F09A-F19E-4208-AADE-07E7D0B01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0"/>
            </p:custDataLst>
          </p:nvPr>
        </p:nvSpPr>
        <p:spPr>
          <a:xfrm>
            <a:off x="101346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CD16C0F7-CF66-4B39-AE25-7464E5FB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1"/>
            </p:custDataLst>
          </p:nvPr>
        </p:nvSpPr>
        <p:spPr>
          <a:xfrm>
            <a:off x="102235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CF702E39-F06F-444D-A575-C64EFAF64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2"/>
            </p:custDataLst>
          </p:nvPr>
        </p:nvSpPr>
        <p:spPr>
          <a:xfrm>
            <a:off x="103124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F93985D2-D30B-4D30-881F-20FF17F96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3"/>
            </p:custDataLst>
          </p:nvPr>
        </p:nvSpPr>
        <p:spPr>
          <a:xfrm>
            <a:off x="10401300" y="3281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54C5E3C3-AA41-4B22-A86C-841D7F038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4"/>
            </p:custDataLst>
          </p:nvPr>
        </p:nvSpPr>
        <p:spPr>
          <a:xfrm>
            <a:off x="104902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0819ED87-34F1-4AAB-A2A1-469995241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5"/>
            </p:custDataLst>
          </p:nvPr>
        </p:nvSpPr>
        <p:spPr>
          <a:xfrm>
            <a:off x="10579100" y="3281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8C15F8D1-60D8-48DC-BBFF-18E4DBF96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6"/>
            </p:custDataLst>
          </p:nvPr>
        </p:nvSpPr>
        <p:spPr>
          <a:xfrm>
            <a:off x="81788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9114AC3C-748E-4417-BF51-63D170E9B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7"/>
            </p:custDataLst>
          </p:nvPr>
        </p:nvSpPr>
        <p:spPr>
          <a:xfrm>
            <a:off x="82677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2C52F864-54DC-47CB-A946-A8310B0E1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8"/>
            </p:custDataLst>
          </p:nvPr>
        </p:nvSpPr>
        <p:spPr>
          <a:xfrm>
            <a:off x="83566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D84BB37D-A4D4-4482-9770-919CBC701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39"/>
            </p:custDataLst>
          </p:nvPr>
        </p:nvSpPr>
        <p:spPr>
          <a:xfrm>
            <a:off x="84455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BF3DF55D-A1F5-4C50-93A7-1FF141BD2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0"/>
            </p:custDataLst>
          </p:nvPr>
        </p:nvSpPr>
        <p:spPr>
          <a:xfrm>
            <a:off x="85344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966C7585-179A-4501-B5F9-A45CAB65C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1"/>
            </p:custDataLst>
          </p:nvPr>
        </p:nvSpPr>
        <p:spPr>
          <a:xfrm>
            <a:off x="86233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6B40EB2E-B8D2-4E87-B051-A6AAA4B84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2"/>
            </p:custDataLst>
          </p:nvPr>
        </p:nvSpPr>
        <p:spPr>
          <a:xfrm>
            <a:off x="87122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352BEA8E-B4FB-47A0-B1AB-F4A34EB5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3"/>
            </p:custDataLst>
          </p:nvPr>
        </p:nvSpPr>
        <p:spPr>
          <a:xfrm>
            <a:off x="88011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5BC111D-124D-4406-9491-8C4FF503F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4"/>
            </p:custDataLst>
          </p:nvPr>
        </p:nvSpPr>
        <p:spPr>
          <a:xfrm>
            <a:off x="88900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8B4F65B1-4C6E-4744-A346-3AAFF1D29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5"/>
            </p:custDataLst>
          </p:nvPr>
        </p:nvSpPr>
        <p:spPr>
          <a:xfrm>
            <a:off x="89789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82CB4532-AB98-4294-9C69-27224416A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6"/>
            </p:custDataLst>
          </p:nvPr>
        </p:nvSpPr>
        <p:spPr>
          <a:xfrm>
            <a:off x="90678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959626DC-A90E-4A36-93B3-03F3034A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7"/>
            </p:custDataLst>
          </p:nvPr>
        </p:nvSpPr>
        <p:spPr>
          <a:xfrm>
            <a:off x="91567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3CEBF8C4-4683-4B4D-BA3D-C5818271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8"/>
            </p:custDataLst>
          </p:nvPr>
        </p:nvSpPr>
        <p:spPr>
          <a:xfrm>
            <a:off x="92456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A134FF9-1D86-406E-9E30-FFD1D2621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49"/>
            </p:custDataLst>
          </p:nvPr>
        </p:nvSpPr>
        <p:spPr>
          <a:xfrm>
            <a:off x="93345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3770855B-025B-42A9-A5FD-C1B2F6FC9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0"/>
            </p:custDataLst>
          </p:nvPr>
        </p:nvSpPr>
        <p:spPr>
          <a:xfrm>
            <a:off x="94234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7CCE184F-5C23-48D7-AF63-A7C9E62AC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1"/>
            </p:custDataLst>
          </p:nvPr>
        </p:nvSpPr>
        <p:spPr>
          <a:xfrm>
            <a:off x="95123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B3D9218A-53CA-456F-A0EB-1CB74CAB1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2"/>
            </p:custDataLst>
          </p:nvPr>
        </p:nvSpPr>
        <p:spPr>
          <a:xfrm>
            <a:off x="96012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279FA6D7-8D68-43D4-B17E-37E42BB42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3"/>
            </p:custDataLst>
          </p:nvPr>
        </p:nvSpPr>
        <p:spPr>
          <a:xfrm>
            <a:off x="96901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6AA1CF4-537B-46D8-A3DA-DEB1C4FF7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4"/>
            </p:custDataLst>
          </p:nvPr>
        </p:nvSpPr>
        <p:spPr>
          <a:xfrm>
            <a:off x="97790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FA81D364-3452-4021-8574-0EC1E78BF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5"/>
            </p:custDataLst>
          </p:nvPr>
        </p:nvSpPr>
        <p:spPr>
          <a:xfrm>
            <a:off x="98679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7EF6B49C-D400-4113-B4FC-FD2AF3E7B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6"/>
            </p:custDataLst>
          </p:nvPr>
        </p:nvSpPr>
        <p:spPr>
          <a:xfrm>
            <a:off x="99568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7906C6A5-E11E-4AB0-BE42-AAA8CB3DE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7"/>
            </p:custDataLst>
          </p:nvPr>
        </p:nvSpPr>
        <p:spPr>
          <a:xfrm>
            <a:off x="100457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82E1D335-1D93-4DD5-8647-24EEA7648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8"/>
            </p:custDataLst>
          </p:nvPr>
        </p:nvSpPr>
        <p:spPr>
          <a:xfrm>
            <a:off x="101346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8880B08E-C26E-43CF-9358-60BA65D59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59"/>
            </p:custDataLst>
          </p:nvPr>
        </p:nvSpPr>
        <p:spPr>
          <a:xfrm>
            <a:off x="102235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48333197-ACF5-4EDF-9702-7BFCFEEA5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0"/>
            </p:custDataLst>
          </p:nvPr>
        </p:nvSpPr>
        <p:spPr>
          <a:xfrm>
            <a:off x="103124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CE17F21-2D5D-4DE2-A7D5-E857B7DE3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1"/>
            </p:custDataLst>
          </p:nvPr>
        </p:nvSpPr>
        <p:spPr>
          <a:xfrm>
            <a:off x="104013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68CE852F-6AC1-42AC-8F7C-7B0CB74BF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2"/>
            </p:custDataLst>
          </p:nvPr>
        </p:nvSpPr>
        <p:spPr>
          <a:xfrm>
            <a:off x="104902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AC21D2CE-046C-4098-A483-6E4B463EA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3"/>
            </p:custDataLst>
          </p:nvPr>
        </p:nvSpPr>
        <p:spPr>
          <a:xfrm>
            <a:off x="10579100" y="33705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86BCD14-3776-4C12-89C4-02F0112BB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4"/>
            </p:custDataLst>
          </p:nvPr>
        </p:nvSpPr>
        <p:spPr>
          <a:xfrm>
            <a:off x="10668000" y="33705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EEEAD883-374F-467A-80C0-DFAC186FA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5"/>
            </p:custDataLst>
          </p:nvPr>
        </p:nvSpPr>
        <p:spPr>
          <a:xfrm>
            <a:off x="81788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25237D57-EDEF-4AD3-8C21-00CB6D4B6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6"/>
            </p:custDataLst>
          </p:nvPr>
        </p:nvSpPr>
        <p:spPr>
          <a:xfrm>
            <a:off x="82677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41E9316C-CDA5-40D9-9BC1-A1AD67076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7"/>
            </p:custDataLst>
          </p:nvPr>
        </p:nvSpPr>
        <p:spPr>
          <a:xfrm>
            <a:off x="83566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15D81C3F-5D0C-44A2-81A3-7C324B8D8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8"/>
            </p:custDataLst>
          </p:nvPr>
        </p:nvSpPr>
        <p:spPr>
          <a:xfrm>
            <a:off x="84455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22D8EA77-39DC-449F-B367-DD507A4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69"/>
            </p:custDataLst>
          </p:nvPr>
        </p:nvSpPr>
        <p:spPr>
          <a:xfrm>
            <a:off x="85344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F9966D09-CD2E-429D-824F-E36EB6B8A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0"/>
            </p:custDataLst>
          </p:nvPr>
        </p:nvSpPr>
        <p:spPr>
          <a:xfrm>
            <a:off x="86233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0D9129F-B1FB-4174-B99A-402D85A6D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1"/>
            </p:custDataLst>
          </p:nvPr>
        </p:nvSpPr>
        <p:spPr>
          <a:xfrm>
            <a:off x="87122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C8435A15-8A10-4C21-9976-74C80EB62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2"/>
            </p:custDataLst>
          </p:nvPr>
        </p:nvSpPr>
        <p:spPr>
          <a:xfrm>
            <a:off x="88011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71AEEE93-B408-46BF-8353-908A0BB64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3"/>
            </p:custDataLst>
          </p:nvPr>
        </p:nvSpPr>
        <p:spPr>
          <a:xfrm>
            <a:off x="88900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084DE11B-16DB-49F1-8AB6-B448C2F5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4"/>
            </p:custDataLst>
          </p:nvPr>
        </p:nvSpPr>
        <p:spPr>
          <a:xfrm>
            <a:off x="89789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5E8A6F7A-E8C5-4A8E-B8DA-3939AE4AF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5"/>
            </p:custDataLst>
          </p:nvPr>
        </p:nvSpPr>
        <p:spPr>
          <a:xfrm>
            <a:off x="90678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D4ED6863-3554-4C67-9DBC-021A47ED9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6"/>
            </p:custDataLst>
          </p:nvPr>
        </p:nvSpPr>
        <p:spPr>
          <a:xfrm>
            <a:off x="91567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3ECE8ABA-34FB-4608-9AF7-0CA4D1718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7"/>
            </p:custDataLst>
          </p:nvPr>
        </p:nvSpPr>
        <p:spPr>
          <a:xfrm>
            <a:off x="92456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D2B34DC0-3D9F-4A56-8F76-4204BDB60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8"/>
            </p:custDataLst>
          </p:nvPr>
        </p:nvSpPr>
        <p:spPr>
          <a:xfrm>
            <a:off x="93345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454063AF-7209-45E5-8DD7-942FC5B48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79"/>
            </p:custDataLst>
          </p:nvPr>
        </p:nvSpPr>
        <p:spPr>
          <a:xfrm>
            <a:off x="94234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C1C44FA2-214D-4EB7-96EC-CA9D5BE82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0"/>
            </p:custDataLst>
          </p:nvPr>
        </p:nvSpPr>
        <p:spPr>
          <a:xfrm>
            <a:off x="95123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03605FE9-58F1-4E7E-8257-19466C140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1"/>
            </p:custDataLst>
          </p:nvPr>
        </p:nvSpPr>
        <p:spPr>
          <a:xfrm>
            <a:off x="96012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D580F0E-2EFD-4E10-94B2-6C1A35E0B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2"/>
            </p:custDataLst>
          </p:nvPr>
        </p:nvSpPr>
        <p:spPr>
          <a:xfrm>
            <a:off x="96901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72E37CA9-6C90-4714-AA09-4231B120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3"/>
            </p:custDataLst>
          </p:nvPr>
        </p:nvSpPr>
        <p:spPr>
          <a:xfrm>
            <a:off x="97790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37F88DF5-D744-4AF6-BFE1-B67F9A066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4"/>
            </p:custDataLst>
          </p:nvPr>
        </p:nvSpPr>
        <p:spPr>
          <a:xfrm>
            <a:off x="98679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8FC216C3-5909-4B97-9E07-B897CA711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5"/>
            </p:custDataLst>
          </p:nvPr>
        </p:nvSpPr>
        <p:spPr>
          <a:xfrm>
            <a:off x="99568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F709D721-F2D9-4871-A6E1-830A0BDA9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6"/>
            </p:custDataLst>
          </p:nvPr>
        </p:nvSpPr>
        <p:spPr>
          <a:xfrm>
            <a:off x="100457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8ED22B96-F1ED-4309-A8AF-E726AC72E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7"/>
            </p:custDataLst>
          </p:nvPr>
        </p:nvSpPr>
        <p:spPr>
          <a:xfrm>
            <a:off x="101346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929D7FFD-CA8B-4517-9E35-C8EC55578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8"/>
            </p:custDataLst>
          </p:nvPr>
        </p:nvSpPr>
        <p:spPr>
          <a:xfrm>
            <a:off x="102235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D83F766-0D31-4566-A549-CD8FE2982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89"/>
            </p:custDataLst>
          </p:nvPr>
        </p:nvSpPr>
        <p:spPr>
          <a:xfrm>
            <a:off x="103124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1EA3B5F4-4332-4405-BBDB-F06D622D5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0"/>
            </p:custDataLst>
          </p:nvPr>
        </p:nvSpPr>
        <p:spPr>
          <a:xfrm>
            <a:off x="10401300" y="34594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30671B3A-302F-4635-9502-17569553D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1"/>
            </p:custDataLst>
          </p:nvPr>
        </p:nvSpPr>
        <p:spPr>
          <a:xfrm>
            <a:off x="104902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88BF3A0A-F9B4-4707-80AE-499A46A4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2"/>
            </p:custDataLst>
          </p:nvPr>
        </p:nvSpPr>
        <p:spPr>
          <a:xfrm>
            <a:off x="10579100" y="34594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A1F71EDA-1B0A-4CC8-8625-9CE2B5076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3"/>
            </p:custDataLst>
          </p:nvPr>
        </p:nvSpPr>
        <p:spPr>
          <a:xfrm>
            <a:off x="81788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472B854E-0051-46A3-BC3B-C52B1DC0E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4"/>
            </p:custDataLst>
          </p:nvPr>
        </p:nvSpPr>
        <p:spPr>
          <a:xfrm>
            <a:off x="82677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0D922B8C-1B85-46B3-A2E6-370653A74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5"/>
            </p:custDataLst>
          </p:nvPr>
        </p:nvSpPr>
        <p:spPr>
          <a:xfrm>
            <a:off x="83566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74F0620-C3DF-479C-92FA-A45E038D7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6"/>
            </p:custDataLst>
          </p:nvPr>
        </p:nvSpPr>
        <p:spPr>
          <a:xfrm>
            <a:off x="84455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33981C3F-E2A7-40EA-BFA1-618CAE016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7"/>
            </p:custDataLst>
          </p:nvPr>
        </p:nvSpPr>
        <p:spPr>
          <a:xfrm>
            <a:off x="85344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1678640-28AB-4FC8-AC19-D40E6917A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8"/>
            </p:custDataLst>
          </p:nvPr>
        </p:nvSpPr>
        <p:spPr>
          <a:xfrm>
            <a:off x="86233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1DEC15E3-C365-40E0-88ED-C369115C3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99"/>
            </p:custDataLst>
          </p:nvPr>
        </p:nvSpPr>
        <p:spPr>
          <a:xfrm>
            <a:off x="87122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CD089EB9-A0D4-49BE-BDA4-0F5D7595C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0"/>
            </p:custDataLst>
          </p:nvPr>
        </p:nvSpPr>
        <p:spPr>
          <a:xfrm>
            <a:off x="88011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96E19E50-95DB-4597-99DB-B354EF87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1"/>
            </p:custDataLst>
          </p:nvPr>
        </p:nvSpPr>
        <p:spPr>
          <a:xfrm>
            <a:off x="88900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793D2217-FADB-4B15-A609-7548BAF39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2"/>
            </p:custDataLst>
          </p:nvPr>
        </p:nvSpPr>
        <p:spPr>
          <a:xfrm>
            <a:off x="89789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0BD63193-EC49-4996-8BB9-C8DC7F8FE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3"/>
            </p:custDataLst>
          </p:nvPr>
        </p:nvSpPr>
        <p:spPr>
          <a:xfrm>
            <a:off x="90678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7644C009-E496-46A9-8035-B9175A12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4"/>
            </p:custDataLst>
          </p:nvPr>
        </p:nvSpPr>
        <p:spPr>
          <a:xfrm>
            <a:off x="91567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6144D591-45F6-410B-B115-0CEEA03CE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5"/>
            </p:custDataLst>
          </p:nvPr>
        </p:nvSpPr>
        <p:spPr>
          <a:xfrm>
            <a:off x="92456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E43BD8B-A649-42C5-AFFF-0F3948366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6"/>
            </p:custDataLst>
          </p:nvPr>
        </p:nvSpPr>
        <p:spPr>
          <a:xfrm>
            <a:off x="93345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C4AD1B08-C153-45C6-AE62-ADEEFCA3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7"/>
            </p:custDataLst>
          </p:nvPr>
        </p:nvSpPr>
        <p:spPr>
          <a:xfrm>
            <a:off x="94234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6A46CAFA-1294-4774-8F3F-D14AE3441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8"/>
            </p:custDataLst>
          </p:nvPr>
        </p:nvSpPr>
        <p:spPr>
          <a:xfrm>
            <a:off x="95123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A49505FB-4DE3-44AF-83A7-10922CDDB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09"/>
            </p:custDataLst>
          </p:nvPr>
        </p:nvSpPr>
        <p:spPr>
          <a:xfrm>
            <a:off x="96012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172168AF-5649-47BD-A2DF-9E0F35677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0"/>
            </p:custDataLst>
          </p:nvPr>
        </p:nvSpPr>
        <p:spPr>
          <a:xfrm>
            <a:off x="96901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6B7D5F-B2CC-41B6-9DD0-471F4B26B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1"/>
            </p:custDataLst>
          </p:nvPr>
        </p:nvSpPr>
        <p:spPr>
          <a:xfrm>
            <a:off x="97790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C0A1ABD-C63E-481A-AD5C-F1D20FA0D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2"/>
            </p:custDataLst>
          </p:nvPr>
        </p:nvSpPr>
        <p:spPr>
          <a:xfrm>
            <a:off x="98679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C692CB99-3A97-42B0-9573-D67213DE2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3"/>
            </p:custDataLst>
          </p:nvPr>
        </p:nvSpPr>
        <p:spPr>
          <a:xfrm>
            <a:off x="99568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9A1166BA-2208-4687-B1CF-2720A2E9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4"/>
            </p:custDataLst>
          </p:nvPr>
        </p:nvSpPr>
        <p:spPr>
          <a:xfrm>
            <a:off x="100457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6951B33-3E0B-4E28-936C-98C996204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5"/>
            </p:custDataLst>
          </p:nvPr>
        </p:nvSpPr>
        <p:spPr>
          <a:xfrm>
            <a:off x="101346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0942E864-DA8E-4222-83B7-24C9F5E57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6"/>
            </p:custDataLst>
          </p:nvPr>
        </p:nvSpPr>
        <p:spPr>
          <a:xfrm>
            <a:off x="102235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D32E544-0C09-4E7C-BAB5-98F5B3A38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7"/>
            </p:custDataLst>
          </p:nvPr>
        </p:nvSpPr>
        <p:spPr>
          <a:xfrm>
            <a:off x="103124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9510A08F-DA8A-4C46-86AB-1F6475661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8"/>
            </p:custDataLst>
          </p:nvPr>
        </p:nvSpPr>
        <p:spPr>
          <a:xfrm>
            <a:off x="104013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D699FD7B-1117-4C9B-94D9-2E60504E2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19"/>
            </p:custDataLst>
          </p:nvPr>
        </p:nvSpPr>
        <p:spPr>
          <a:xfrm>
            <a:off x="104902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A644CB41-CF7D-4138-92B0-4E87483DE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0"/>
            </p:custDataLst>
          </p:nvPr>
        </p:nvSpPr>
        <p:spPr>
          <a:xfrm>
            <a:off x="105791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CFCF6372-55EB-4ECD-AE10-08B5E7265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1"/>
            </p:custDataLst>
          </p:nvPr>
        </p:nvSpPr>
        <p:spPr>
          <a:xfrm>
            <a:off x="10668000" y="35483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BEF4824D-7DA7-4AE0-AA88-D1491ADCC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2"/>
            </p:custDataLst>
          </p:nvPr>
        </p:nvSpPr>
        <p:spPr>
          <a:xfrm>
            <a:off x="10756900" y="35483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6F8FE57E-CA42-4A76-9EAE-4DDF79A0A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3"/>
            </p:custDataLst>
          </p:nvPr>
        </p:nvSpPr>
        <p:spPr>
          <a:xfrm>
            <a:off x="81788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02177F7F-2811-42C5-AB57-AE83E6D49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4"/>
            </p:custDataLst>
          </p:nvPr>
        </p:nvSpPr>
        <p:spPr>
          <a:xfrm>
            <a:off x="82677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E1AC2A2D-9297-4EB6-A56B-C661671B5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5"/>
            </p:custDataLst>
          </p:nvPr>
        </p:nvSpPr>
        <p:spPr>
          <a:xfrm>
            <a:off x="83566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E2A56B2-8CC0-4A38-8030-C75233D7D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6"/>
            </p:custDataLst>
          </p:nvPr>
        </p:nvSpPr>
        <p:spPr>
          <a:xfrm>
            <a:off x="84455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6D886B7C-2387-4870-A2C1-70E43402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7"/>
            </p:custDataLst>
          </p:nvPr>
        </p:nvSpPr>
        <p:spPr>
          <a:xfrm>
            <a:off x="85344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28B99213-0757-4B4A-B592-C18844CF0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8"/>
            </p:custDataLst>
          </p:nvPr>
        </p:nvSpPr>
        <p:spPr>
          <a:xfrm>
            <a:off x="86233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2FEA76F-79D3-4425-9ABC-B9820046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29"/>
            </p:custDataLst>
          </p:nvPr>
        </p:nvSpPr>
        <p:spPr>
          <a:xfrm>
            <a:off x="87122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FED0274-80D0-42E2-AB4E-6B14BBAB2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0"/>
            </p:custDataLst>
          </p:nvPr>
        </p:nvSpPr>
        <p:spPr>
          <a:xfrm>
            <a:off x="88011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7BC977AA-4FA9-4BD4-8C52-C0F65DD23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1"/>
            </p:custDataLst>
          </p:nvPr>
        </p:nvSpPr>
        <p:spPr>
          <a:xfrm>
            <a:off x="88900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5667AE6-A27E-4851-9EB5-04A2E0EDE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2"/>
            </p:custDataLst>
          </p:nvPr>
        </p:nvSpPr>
        <p:spPr>
          <a:xfrm>
            <a:off x="89789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1C851874-EBCB-4FFF-8B0C-363277190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3"/>
            </p:custDataLst>
          </p:nvPr>
        </p:nvSpPr>
        <p:spPr>
          <a:xfrm>
            <a:off x="90678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52E919FC-417F-4400-BC0B-5EFBB7880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4"/>
            </p:custDataLst>
          </p:nvPr>
        </p:nvSpPr>
        <p:spPr>
          <a:xfrm>
            <a:off x="91567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C8A65E7F-48E5-4C86-B2D3-B8D8D8438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5"/>
            </p:custDataLst>
          </p:nvPr>
        </p:nvSpPr>
        <p:spPr>
          <a:xfrm>
            <a:off x="92456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9AD23EE7-82D3-4F47-9D99-8C8FA86F4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6"/>
            </p:custDataLst>
          </p:nvPr>
        </p:nvSpPr>
        <p:spPr>
          <a:xfrm>
            <a:off x="93345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91D482E-540D-4F58-BC28-E950A0096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7"/>
            </p:custDataLst>
          </p:nvPr>
        </p:nvSpPr>
        <p:spPr>
          <a:xfrm>
            <a:off x="94234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E5EE9657-C38D-440D-8E8C-81F86C7A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8"/>
            </p:custDataLst>
          </p:nvPr>
        </p:nvSpPr>
        <p:spPr>
          <a:xfrm>
            <a:off x="95123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592B9E3-688E-46EE-A53F-647ABFCDE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39"/>
            </p:custDataLst>
          </p:nvPr>
        </p:nvSpPr>
        <p:spPr>
          <a:xfrm>
            <a:off x="96012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15169A69-75F4-4AB9-B323-236E82953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0"/>
            </p:custDataLst>
          </p:nvPr>
        </p:nvSpPr>
        <p:spPr>
          <a:xfrm>
            <a:off x="96901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823FD54A-31C8-4CB9-B886-CCAB84C1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1"/>
            </p:custDataLst>
          </p:nvPr>
        </p:nvSpPr>
        <p:spPr>
          <a:xfrm>
            <a:off x="97790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0DD20D-0306-40FD-8A2A-4ED25E459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2"/>
            </p:custDataLst>
          </p:nvPr>
        </p:nvSpPr>
        <p:spPr>
          <a:xfrm>
            <a:off x="98679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C2656F95-D664-45F2-AE59-E5452108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3"/>
            </p:custDataLst>
          </p:nvPr>
        </p:nvSpPr>
        <p:spPr>
          <a:xfrm>
            <a:off x="99568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D92A2C0E-88AB-4161-8D47-7777522F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4"/>
            </p:custDataLst>
          </p:nvPr>
        </p:nvSpPr>
        <p:spPr>
          <a:xfrm>
            <a:off x="100457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972E7C73-8C19-4E21-BCA7-CEB5DB62D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5"/>
            </p:custDataLst>
          </p:nvPr>
        </p:nvSpPr>
        <p:spPr>
          <a:xfrm>
            <a:off x="101346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5B271E6B-B22B-4110-9B8E-0AE868051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6"/>
            </p:custDataLst>
          </p:nvPr>
        </p:nvSpPr>
        <p:spPr>
          <a:xfrm>
            <a:off x="102235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F8880B95-9668-41F4-BD10-10CE7EEA4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7"/>
            </p:custDataLst>
          </p:nvPr>
        </p:nvSpPr>
        <p:spPr>
          <a:xfrm>
            <a:off x="103124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B89AED8-EE96-4B4F-B871-ED6920FF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8"/>
            </p:custDataLst>
          </p:nvPr>
        </p:nvSpPr>
        <p:spPr>
          <a:xfrm>
            <a:off x="104013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3B256DC-32F4-4114-B906-D8901AB8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49"/>
            </p:custDataLst>
          </p:nvPr>
        </p:nvSpPr>
        <p:spPr>
          <a:xfrm>
            <a:off x="10490200" y="36372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532F4851-9C8C-424C-94BD-9A9F2882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0"/>
            </p:custDataLst>
          </p:nvPr>
        </p:nvSpPr>
        <p:spPr>
          <a:xfrm>
            <a:off x="10579100" y="36372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6FE233FB-AC03-4825-8017-A3248B12D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1"/>
            </p:custDataLst>
          </p:nvPr>
        </p:nvSpPr>
        <p:spPr>
          <a:xfrm>
            <a:off x="81788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32DBDFDC-9006-454C-9669-DC7A8AD7E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2"/>
            </p:custDataLst>
          </p:nvPr>
        </p:nvSpPr>
        <p:spPr>
          <a:xfrm>
            <a:off x="82677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D603D98A-BE25-402F-9C7E-BF4DC9E5C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3"/>
            </p:custDataLst>
          </p:nvPr>
        </p:nvSpPr>
        <p:spPr>
          <a:xfrm>
            <a:off x="83566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24DB44F-57AF-4BCC-83B7-A7F85D33E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4"/>
            </p:custDataLst>
          </p:nvPr>
        </p:nvSpPr>
        <p:spPr>
          <a:xfrm>
            <a:off x="84455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DAE08AF5-B55C-46E0-B0D8-9001BF6B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5"/>
            </p:custDataLst>
          </p:nvPr>
        </p:nvSpPr>
        <p:spPr>
          <a:xfrm>
            <a:off x="85344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7D362DEA-63E0-4901-879B-5AE942599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6"/>
            </p:custDataLst>
          </p:nvPr>
        </p:nvSpPr>
        <p:spPr>
          <a:xfrm>
            <a:off x="86233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4B61D398-77CA-42D9-A151-9FD306DE2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7"/>
            </p:custDataLst>
          </p:nvPr>
        </p:nvSpPr>
        <p:spPr>
          <a:xfrm>
            <a:off x="87122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50FED6DE-D7CB-48F7-B17B-7926CAB14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8"/>
            </p:custDataLst>
          </p:nvPr>
        </p:nvSpPr>
        <p:spPr>
          <a:xfrm>
            <a:off x="88011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7157E399-6983-46E9-B91C-F6FFC19C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59"/>
            </p:custDataLst>
          </p:nvPr>
        </p:nvSpPr>
        <p:spPr>
          <a:xfrm>
            <a:off x="88900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0F3B8363-71CB-469B-92D8-8E4D26B45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0"/>
            </p:custDataLst>
          </p:nvPr>
        </p:nvSpPr>
        <p:spPr>
          <a:xfrm>
            <a:off x="89789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6CB4BD61-3ED6-4389-B1E9-F68A2890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1"/>
            </p:custDataLst>
          </p:nvPr>
        </p:nvSpPr>
        <p:spPr>
          <a:xfrm>
            <a:off x="90678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CC3A943E-9BC1-466E-A047-E34792CE1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2"/>
            </p:custDataLst>
          </p:nvPr>
        </p:nvSpPr>
        <p:spPr>
          <a:xfrm>
            <a:off x="91567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F588391-6653-4B52-B1FE-0EA67DFA9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3"/>
            </p:custDataLst>
          </p:nvPr>
        </p:nvSpPr>
        <p:spPr>
          <a:xfrm>
            <a:off x="92456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4D54B488-BCD8-4B00-8125-654AC9638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4"/>
            </p:custDataLst>
          </p:nvPr>
        </p:nvSpPr>
        <p:spPr>
          <a:xfrm>
            <a:off x="93345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81C23994-AC13-46CC-8DA3-34698FF62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5"/>
            </p:custDataLst>
          </p:nvPr>
        </p:nvSpPr>
        <p:spPr>
          <a:xfrm>
            <a:off x="94234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B36E69EC-D759-49CD-8348-686A40D76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6"/>
            </p:custDataLst>
          </p:nvPr>
        </p:nvSpPr>
        <p:spPr>
          <a:xfrm>
            <a:off x="95123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AAC200B9-12D1-4A02-8158-F6C32E124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7"/>
            </p:custDataLst>
          </p:nvPr>
        </p:nvSpPr>
        <p:spPr>
          <a:xfrm>
            <a:off x="96012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257553D9-1EF7-4000-B028-A6C0F60E7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8"/>
            </p:custDataLst>
          </p:nvPr>
        </p:nvSpPr>
        <p:spPr>
          <a:xfrm>
            <a:off x="96901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B0DFD6DE-82D0-4A79-9624-B4C820D83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69"/>
            </p:custDataLst>
          </p:nvPr>
        </p:nvSpPr>
        <p:spPr>
          <a:xfrm>
            <a:off x="97790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04013D48-2981-409C-9ECB-C529EB40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0"/>
            </p:custDataLst>
          </p:nvPr>
        </p:nvSpPr>
        <p:spPr>
          <a:xfrm>
            <a:off x="98679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0286CB21-DF05-49B8-9CBF-9CD1240EC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1"/>
            </p:custDataLst>
          </p:nvPr>
        </p:nvSpPr>
        <p:spPr>
          <a:xfrm>
            <a:off x="99568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1F8494D6-B418-4493-AB1A-71643345F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2"/>
            </p:custDataLst>
          </p:nvPr>
        </p:nvSpPr>
        <p:spPr>
          <a:xfrm>
            <a:off x="100457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D3B074F2-24A9-4EFE-98FC-A5801788F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3"/>
            </p:custDataLst>
          </p:nvPr>
        </p:nvSpPr>
        <p:spPr>
          <a:xfrm>
            <a:off x="101346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06582FFD-5054-483B-8765-EEE1B281D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4"/>
            </p:custDataLst>
          </p:nvPr>
        </p:nvSpPr>
        <p:spPr>
          <a:xfrm>
            <a:off x="102235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190BF0E5-96EB-4C25-9A1F-81D5C40A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5"/>
            </p:custDataLst>
          </p:nvPr>
        </p:nvSpPr>
        <p:spPr>
          <a:xfrm>
            <a:off x="103124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3ACAC9EE-03EE-49BD-8646-2FCB58141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6"/>
            </p:custDataLst>
          </p:nvPr>
        </p:nvSpPr>
        <p:spPr>
          <a:xfrm>
            <a:off x="104013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D856B27C-E8D6-47A1-A52F-224394371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7"/>
            </p:custDataLst>
          </p:nvPr>
        </p:nvSpPr>
        <p:spPr>
          <a:xfrm>
            <a:off x="104902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27EC8A1F-02A9-41ED-8829-1183BE02B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8"/>
            </p:custDataLst>
          </p:nvPr>
        </p:nvSpPr>
        <p:spPr>
          <a:xfrm>
            <a:off x="10579100" y="37261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AF2AB7D-49F0-47CF-A984-B4FC4760F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79"/>
            </p:custDataLst>
          </p:nvPr>
        </p:nvSpPr>
        <p:spPr>
          <a:xfrm>
            <a:off x="10668000" y="37261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9E3C8A8A-ACC8-45D2-A7A9-D41F2B84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0"/>
            </p:custDataLst>
          </p:nvPr>
        </p:nvSpPr>
        <p:spPr>
          <a:xfrm>
            <a:off x="81788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678FA2D-3A46-46B2-A253-7C1D10400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1"/>
            </p:custDataLst>
          </p:nvPr>
        </p:nvSpPr>
        <p:spPr>
          <a:xfrm>
            <a:off x="82677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5E160FF5-315C-44EB-96A8-254AC5CFE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2"/>
            </p:custDataLst>
          </p:nvPr>
        </p:nvSpPr>
        <p:spPr>
          <a:xfrm>
            <a:off x="83566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EC6AC0F-2D63-4CBE-AEE6-71B6EBF20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3"/>
            </p:custDataLst>
          </p:nvPr>
        </p:nvSpPr>
        <p:spPr>
          <a:xfrm>
            <a:off x="84455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8A8C343F-2DAD-45E6-8038-D1AA126DB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4"/>
            </p:custDataLst>
          </p:nvPr>
        </p:nvSpPr>
        <p:spPr>
          <a:xfrm>
            <a:off x="85344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A5EEC548-6E99-422B-A8EE-F04867E52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5"/>
            </p:custDataLst>
          </p:nvPr>
        </p:nvSpPr>
        <p:spPr>
          <a:xfrm>
            <a:off x="86233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1714324A-2F61-4964-BCAA-5D2B81DF6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6"/>
            </p:custDataLst>
          </p:nvPr>
        </p:nvSpPr>
        <p:spPr>
          <a:xfrm>
            <a:off x="87122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BA84A6AE-31A8-4304-B8A8-0F1F7C68A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7"/>
            </p:custDataLst>
          </p:nvPr>
        </p:nvSpPr>
        <p:spPr>
          <a:xfrm>
            <a:off x="88011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401EE0AE-A9AB-485B-BA64-AAD242CE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8"/>
            </p:custDataLst>
          </p:nvPr>
        </p:nvSpPr>
        <p:spPr>
          <a:xfrm>
            <a:off x="88900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787DBEE6-9AB9-4823-A53F-48017A8CD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89"/>
            </p:custDataLst>
          </p:nvPr>
        </p:nvSpPr>
        <p:spPr>
          <a:xfrm>
            <a:off x="89789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6A79EED1-C407-42CB-B675-8CF2286D8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0"/>
            </p:custDataLst>
          </p:nvPr>
        </p:nvSpPr>
        <p:spPr>
          <a:xfrm>
            <a:off x="90678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0EE8ABCA-B2D7-4C6E-A65F-CD92A293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1"/>
            </p:custDataLst>
          </p:nvPr>
        </p:nvSpPr>
        <p:spPr>
          <a:xfrm>
            <a:off x="91567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111D7B0-0047-4ACB-AFF1-FF158C026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2"/>
            </p:custDataLst>
          </p:nvPr>
        </p:nvSpPr>
        <p:spPr>
          <a:xfrm>
            <a:off x="92456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D8AD2F42-2F51-4B89-B530-8B1F1DCCC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3"/>
            </p:custDataLst>
          </p:nvPr>
        </p:nvSpPr>
        <p:spPr>
          <a:xfrm>
            <a:off x="93345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D9A33630-CA58-41AA-B9ED-E97D67BE3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4"/>
            </p:custDataLst>
          </p:nvPr>
        </p:nvSpPr>
        <p:spPr>
          <a:xfrm>
            <a:off x="94234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289B5A5-CB46-461C-80A9-6C5217007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5"/>
            </p:custDataLst>
          </p:nvPr>
        </p:nvSpPr>
        <p:spPr>
          <a:xfrm>
            <a:off x="95123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CC1417FF-0B69-47D9-9A53-9C478C27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6"/>
            </p:custDataLst>
          </p:nvPr>
        </p:nvSpPr>
        <p:spPr>
          <a:xfrm>
            <a:off x="96012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89041DB9-4370-4027-B5F7-C93EE42B1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7"/>
            </p:custDataLst>
          </p:nvPr>
        </p:nvSpPr>
        <p:spPr>
          <a:xfrm>
            <a:off x="96901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3967BBDB-ACD8-47C0-BFB7-6E302D20D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8"/>
            </p:custDataLst>
          </p:nvPr>
        </p:nvSpPr>
        <p:spPr>
          <a:xfrm>
            <a:off x="97790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52E2C80E-8597-4935-BC2F-18DA277D1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99"/>
            </p:custDataLst>
          </p:nvPr>
        </p:nvSpPr>
        <p:spPr>
          <a:xfrm>
            <a:off x="98679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2139F82-5BBA-454E-A6A9-1B816EF7C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0"/>
            </p:custDataLst>
          </p:nvPr>
        </p:nvSpPr>
        <p:spPr>
          <a:xfrm>
            <a:off x="99568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0EFE7B06-6A77-4228-B3ED-E57F02F8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1"/>
            </p:custDataLst>
          </p:nvPr>
        </p:nvSpPr>
        <p:spPr>
          <a:xfrm>
            <a:off x="100457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B23AE30-EA5F-451D-95FC-3DF32FDBE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2"/>
            </p:custDataLst>
          </p:nvPr>
        </p:nvSpPr>
        <p:spPr>
          <a:xfrm>
            <a:off x="101346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3BC98AB-56C6-43F1-986A-D91A203A0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3"/>
            </p:custDataLst>
          </p:nvPr>
        </p:nvSpPr>
        <p:spPr>
          <a:xfrm>
            <a:off x="102235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452E6A8F-5B0B-4C0D-AF0F-129A80539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4"/>
            </p:custDataLst>
          </p:nvPr>
        </p:nvSpPr>
        <p:spPr>
          <a:xfrm>
            <a:off x="103124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4C830C46-F2F3-49F9-A065-3D1240D77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5"/>
            </p:custDataLst>
          </p:nvPr>
        </p:nvSpPr>
        <p:spPr>
          <a:xfrm>
            <a:off x="104013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CA17BD49-B81E-4F42-A88E-CFB38407C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6"/>
            </p:custDataLst>
          </p:nvPr>
        </p:nvSpPr>
        <p:spPr>
          <a:xfrm>
            <a:off x="10490200" y="38150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DC6415F0-9AD6-4169-B3E1-BCF40C542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7"/>
            </p:custDataLst>
          </p:nvPr>
        </p:nvSpPr>
        <p:spPr>
          <a:xfrm>
            <a:off x="105791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0C0B843-8A0E-4975-8BCD-D07315B73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8"/>
            </p:custDataLst>
          </p:nvPr>
        </p:nvSpPr>
        <p:spPr>
          <a:xfrm>
            <a:off x="106680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A8E1497-6C07-472C-B0DB-F25F7547A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09"/>
            </p:custDataLst>
          </p:nvPr>
        </p:nvSpPr>
        <p:spPr>
          <a:xfrm>
            <a:off x="10756900" y="38150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5937AE1-A95C-4A6D-8670-26EB1B8B5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0"/>
            </p:custDataLst>
          </p:nvPr>
        </p:nvSpPr>
        <p:spPr>
          <a:xfrm>
            <a:off x="81788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13103E11-025C-49AF-8952-BB3D6A854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1"/>
            </p:custDataLst>
          </p:nvPr>
        </p:nvSpPr>
        <p:spPr>
          <a:xfrm>
            <a:off x="82677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0FCB00D8-0603-4B2D-8D42-CDCB3FB94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2"/>
            </p:custDataLst>
          </p:nvPr>
        </p:nvSpPr>
        <p:spPr>
          <a:xfrm>
            <a:off x="83566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04BD416C-507B-4269-B411-F2700A6C2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3"/>
            </p:custDataLst>
          </p:nvPr>
        </p:nvSpPr>
        <p:spPr>
          <a:xfrm>
            <a:off x="84455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9179EAAF-3C10-4397-BC81-4691DBADB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4"/>
            </p:custDataLst>
          </p:nvPr>
        </p:nvSpPr>
        <p:spPr>
          <a:xfrm>
            <a:off x="85344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F1918004-DB12-437A-A17D-A95FB836F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5"/>
            </p:custDataLst>
          </p:nvPr>
        </p:nvSpPr>
        <p:spPr>
          <a:xfrm>
            <a:off x="86233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EA01A41C-E29A-4A39-BBBE-22B59884C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6"/>
            </p:custDataLst>
          </p:nvPr>
        </p:nvSpPr>
        <p:spPr>
          <a:xfrm>
            <a:off x="87122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31C4B0E9-DA63-4C30-B159-8D84713C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7"/>
            </p:custDataLst>
          </p:nvPr>
        </p:nvSpPr>
        <p:spPr>
          <a:xfrm>
            <a:off x="88011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9D2C5E2-AD28-41F5-8E45-4E73C3F22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8"/>
            </p:custDataLst>
          </p:nvPr>
        </p:nvSpPr>
        <p:spPr>
          <a:xfrm>
            <a:off x="88900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B2447F2-143A-49CF-A4A6-1E0947754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19"/>
            </p:custDataLst>
          </p:nvPr>
        </p:nvSpPr>
        <p:spPr>
          <a:xfrm>
            <a:off x="89789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30FA9782-D599-4713-8115-9D214C7A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0"/>
            </p:custDataLst>
          </p:nvPr>
        </p:nvSpPr>
        <p:spPr>
          <a:xfrm>
            <a:off x="90678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77B21498-34B5-436A-BEDD-9D2647A1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1"/>
            </p:custDataLst>
          </p:nvPr>
        </p:nvSpPr>
        <p:spPr>
          <a:xfrm>
            <a:off x="91567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729625FB-5950-447C-846E-787B781AA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2"/>
            </p:custDataLst>
          </p:nvPr>
        </p:nvSpPr>
        <p:spPr>
          <a:xfrm>
            <a:off x="92456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4AC0296E-BD4E-4115-91AA-AD25BC8A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3"/>
            </p:custDataLst>
          </p:nvPr>
        </p:nvSpPr>
        <p:spPr>
          <a:xfrm>
            <a:off x="93345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830DC677-6F37-4E09-9E4A-5E012BB50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4"/>
            </p:custDataLst>
          </p:nvPr>
        </p:nvSpPr>
        <p:spPr>
          <a:xfrm>
            <a:off x="94234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90708228-0B8B-466C-BCD8-DF113CE6E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5"/>
            </p:custDataLst>
          </p:nvPr>
        </p:nvSpPr>
        <p:spPr>
          <a:xfrm>
            <a:off x="95123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1ADB5E45-BE41-41CE-AB3D-522AF1878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6"/>
            </p:custDataLst>
          </p:nvPr>
        </p:nvSpPr>
        <p:spPr>
          <a:xfrm>
            <a:off x="96012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F7FB0C8E-3A98-4853-B3EA-6FDDE9C43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7"/>
            </p:custDataLst>
          </p:nvPr>
        </p:nvSpPr>
        <p:spPr>
          <a:xfrm>
            <a:off x="96901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7CB6AA34-E33E-4392-9D75-22152731F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8"/>
            </p:custDataLst>
          </p:nvPr>
        </p:nvSpPr>
        <p:spPr>
          <a:xfrm>
            <a:off x="97790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F9F1496F-9265-4055-8ACC-FBF0E1063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29"/>
            </p:custDataLst>
          </p:nvPr>
        </p:nvSpPr>
        <p:spPr>
          <a:xfrm>
            <a:off x="98679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678B63A3-2A05-42D9-9510-B99661BE9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0"/>
            </p:custDataLst>
          </p:nvPr>
        </p:nvSpPr>
        <p:spPr>
          <a:xfrm>
            <a:off x="99568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3A2F3F0C-19E4-4C7F-A4CD-35083ACB0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1"/>
            </p:custDataLst>
          </p:nvPr>
        </p:nvSpPr>
        <p:spPr>
          <a:xfrm>
            <a:off x="100457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158DE891-0D82-445F-B911-92127616A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2"/>
            </p:custDataLst>
          </p:nvPr>
        </p:nvSpPr>
        <p:spPr>
          <a:xfrm>
            <a:off x="101346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A1E8CF9A-90A0-4BB8-B9CB-14EEE233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3"/>
            </p:custDataLst>
          </p:nvPr>
        </p:nvSpPr>
        <p:spPr>
          <a:xfrm>
            <a:off x="102235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C48BAD11-428D-4398-A974-A26E646D8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4"/>
            </p:custDataLst>
          </p:nvPr>
        </p:nvSpPr>
        <p:spPr>
          <a:xfrm>
            <a:off x="10312400" y="39039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7D4E3FEF-68DD-4A5D-A8CC-A2E08F5D6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5"/>
            </p:custDataLst>
          </p:nvPr>
        </p:nvSpPr>
        <p:spPr>
          <a:xfrm>
            <a:off x="104013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05E15B53-C172-4245-9AC9-425B48DED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6"/>
            </p:custDataLst>
          </p:nvPr>
        </p:nvSpPr>
        <p:spPr>
          <a:xfrm>
            <a:off x="104902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B55853EF-8C49-4B52-8432-AE7A77A8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7"/>
            </p:custDataLst>
          </p:nvPr>
        </p:nvSpPr>
        <p:spPr>
          <a:xfrm>
            <a:off x="105791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43947A25-82CC-430E-B7E9-9C2C501E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8"/>
            </p:custDataLst>
          </p:nvPr>
        </p:nvSpPr>
        <p:spPr>
          <a:xfrm>
            <a:off x="106680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DD124A53-E7AA-40DC-A9A1-882AF6C87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39"/>
            </p:custDataLst>
          </p:nvPr>
        </p:nvSpPr>
        <p:spPr>
          <a:xfrm>
            <a:off x="10756900" y="39039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211E27BB-2A76-4C22-AA97-47673AAD4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0"/>
            </p:custDataLst>
          </p:nvPr>
        </p:nvSpPr>
        <p:spPr>
          <a:xfrm>
            <a:off x="81788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8C452EF-C274-4BC6-8291-FA56FDF3F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1"/>
            </p:custDataLst>
          </p:nvPr>
        </p:nvSpPr>
        <p:spPr>
          <a:xfrm>
            <a:off x="82677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70CF3A89-17B1-4E6A-A800-4AE0DCEE5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2"/>
            </p:custDataLst>
          </p:nvPr>
        </p:nvSpPr>
        <p:spPr>
          <a:xfrm>
            <a:off x="83566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CCDFFCCB-9188-4EEB-8769-89AD3C25E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3"/>
            </p:custDataLst>
          </p:nvPr>
        </p:nvSpPr>
        <p:spPr>
          <a:xfrm>
            <a:off x="84455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A5DF987A-7643-4442-98AD-0C9C15156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4"/>
            </p:custDataLst>
          </p:nvPr>
        </p:nvSpPr>
        <p:spPr>
          <a:xfrm>
            <a:off x="85344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B1F1BC-80A7-40E8-A723-4B3A6B2AE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5"/>
            </p:custDataLst>
          </p:nvPr>
        </p:nvSpPr>
        <p:spPr>
          <a:xfrm>
            <a:off x="86233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793F36AE-E072-417A-83CB-2370CAB6F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6"/>
            </p:custDataLst>
          </p:nvPr>
        </p:nvSpPr>
        <p:spPr>
          <a:xfrm>
            <a:off x="87122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27A1E911-1306-4D1C-8875-7B6C26E0B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7"/>
            </p:custDataLst>
          </p:nvPr>
        </p:nvSpPr>
        <p:spPr>
          <a:xfrm>
            <a:off x="88011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3A07F18-C676-400A-AAC0-EB63D4368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8"/>
            </p:custDataLst>
          </p:nvPr>
        </p:nvSpPr>
        <p:spPr>
          <a:xfrm>
            <a:off x="88900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460C1A1E-2A6B-4C61-8041-D93D42591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49"/>
            </p:custDataLst>
          </p:nvPr>
        </p:nvSpPr>
        <p:spPr>
          <a:xfrm>
            <a:off x="89789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19592DF3-63ED-4B60-9A5B-695ADC2D5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0"/>
            </p:custDataLst>
          </p:nvPr>
        </p:nvSpPr>
        <p:spPr>
          <a:xfrm>
            <a:off x="90678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68834C60-4958-4723-848F-7CC021659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1"/>
            </p:custDataLst>
          </p:nvPr>
        </p:nvSpPr>
        <p:spPr>
          <a:xfrm>
            <a:off x="91567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E7CA5BD0-F393-4306-BCC1-CD8EAA2BC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2"/>
            </p:custDataLst>
          </p:nvPr>
        </p:nvSpPr>
        <p:spPr>
          <a:xfrm>
            <a:off x="92456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9D502822-C4A2-4057-AB9D-D10494F3E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3"/>
            </p:custDataLst>
          </p:nvPr>
        </p:nvSpPr>
        <p:spPr>
          <a:xfrm>
            <a:off x="93345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3A90E314-3A4E-4599-A4FE-A1499BF74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4"/>
            </p:custDataLst>
          </p:nvPr>
        </p:nvSpPr>
        <p:spPr>
          <a:xfrm>
            <a:off x="94234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E528F58-D976-4354-81B1-4C6E0E2B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5"/>
            </p:custDataLst>
          </p:nvPr>
        </p:nvSpPr>
        <p:spPr>
          <a:xfrm>
            <a:off x="95123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E83D05D2-CA29-4759-B492-E3B88D241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6"/>
            </p:custDataLst>
          </p:nvPr>
        </p:nvSpPr>
        <p:spPr>
          <a:xfrm>
            <a:off x="96012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66226525-D426-4876-B5F8-A2011074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7"/>
            </p:custDataLst>
          </p:nvPr>
        </p:nvSpPr>
        <p:spPr>
          <a:xfrm>
            <a:off x="96901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E617E836-C1CB-4ACE-B6CF-F33B886C1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8"/>
            </p:custDataLst>
          </p:nvPr>
        </p:nvSpPr>
        <p:spPr>
          <a:xfrm>
            <a:off x="97790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DC64F6BA-DE13-4659-AE87-C9AE85A75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59"/>
            </p:custDataLst>
          </p:nvPr>
        </p:nvSpPr>
        <p:spPr>
          <a:xfrm>
            <a:off x="98679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8CA1F0A4-058D-4270-BE85-00C22951F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0"/>
            </p:custDataLst>
          </p:nvPr>
        </p:nvSpPr>
        <p:spPr>
          <a:xfrm>
            <a:off x="99568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146F6C60-DA38-4B57-9F9D-1A4905CF9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1"/>
            </p:custDataLst>
          </p:nvPr>
        </p:nvSpPr>
        <p:spPr>
          <a:xfrm>
            <a:off x="100457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802B22D0-75AF-420A-8813-417B2F6EC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2"/>
            </p:custDataLst>
          </p:nvPr>
        </p:nvSpPr>
        <p:spPr>
          <a:xfrm>
            <a:off x="101346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6DF6E49F-971D-4CD9-9156-38418A9C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3"/>
            </p:custDataLst>
          </p:nvPr>
        </p:nvSpPr>
        <p:spPr>
          <a:xfrm>
            <a:off x="102235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C14FC678-2BE2-4121-B683-27EEC5BF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4"/>
            </p:custDataLst>
          </p:nvPr>
        </p:nvSpPr>
        <p:spPr>
          <a:xfrm>
            <a:off x="10312400" y="39928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936E7F75-E48A-49BE-A96A-4C0E4E15B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5"/>
            </p:custDataLst>
          </p:nvPr>
        </p:nvSpPr>
        <p:spPr>
          <a:xfrm>
            <a:off x="104013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8019BA88-EF06-4C56-8527-793BE2DC5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6"/>
            </p:custDataLst>
          </p:nvPr>
        </p:nvSpPr>
        <p:spPr>
          <a:xfrm>
            <a:off x="104902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19FF7758-F09B-4B0F-9E5A-E8F1443F3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7"/>
            </p:custDataLst>
          </p:nvPr>
        </p:nvSpPr>
        <p:spPr>
          <a:xfrm>
            <a:off x="10579100" y="39928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43876118-7C94-4E1C-B146-2E2220190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8"/>
            </p:custDataLst>
          </p:nvPr>
        </p:nvSpPr>
        <p:spPr>
          <a:xfrm>
            <a:off x="81788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08A26AB8-F0A5-48E2-AB68-4B16D076F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69"/>
            </p:custDataLst>
          </p:nvPr>
        </p:nvSpPr>
        <p:spPr>
          <a:xfrm>
            <a:off x="82677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9FACF8BF-746B-42F4-9921-0F56C2599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0"/>
            </p:custDataLst>
          </p:nvPr>
        </p:nvSpPr>
        <p:spPr>
          <a:xfrm>
            <a:off x="83566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01E7A204-F34B-4BC6-AD12-53C6A9D26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1"/>
            </p:custDataLst>
          </p:nvPr>
        </p:nvSpPr>
        <p:spPr>
          <a:xfrm>
            <a:off x="84455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245C0D2-FD2D-4C09-A792-173846AE7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2"/>
            </p:custDataLst>
          </p:nvPr>
        </p:nvSpPr>
        <p:spPr>
          <a:xfrm>
            <a:off x="85344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FA9D165F-5A4B-4FC3-BFAB-77C2AE44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3"/>
            </p:custDataLst>
          </p:nvPr>
        </p:nvSpPr>
        <p:spPr>
          <a:xfrm>
            <a:off x="86233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44A0697-9F94-4F2F-A2CF-D941B93D5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4"/>
            </p:custDataLst>
          </p:nvPr>
        </p:nvSpPr>
        <p:spPr>
          <a:xfrm>
            <a:off x="87122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4A72BD16-3179-4704-9BD6-7902DF74B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5"/>
            </p:custDataLst>
          </p:nvPr>
        </p:nvSpPr>
        <p:spPr>
          <a:xfrm>
            <a:off x="88011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700BAD18-7B34-40ED-9BE6-39FB83496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6"/>
            </p:custDataLst>
          </p:nvPr>
        </p:nvSpPr>
        <p:spPr>
          <a:xfrm>
            <a:off x="88900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2096F9A3-5919-44B1-8E76-1EB2219DA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7"/>
            </p:custDataLst>
          </p:nvPr>
        </p:nvSpPr>
        <p:spPr>
          <a:xfrm>
            <a:off x="89789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4D44EE5D-8793-43E7-B817-8EB580AA2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8"/>
            </p:custDataLst>
          </p:nvPr>
        </p:nvSpPr>
        <p:spPr>
          <a:xfrm>
            <a:off x="90678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E0A2C669-AE74-4FE8-8EA4-7A52A953C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79"/>
            </p:custDataLst>
          </p:nvPr>
        </p:nvSpPr>
        <p:spPr>
          <a:xfrm>
            <a:off x="91567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E2C3C5FF-ABDF-44B6-86AC-078DF4AD8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0"/>
            </p:custDataLst>
          </p:nvPr>
        </p:nvSpPr>
        <p:spPr>
          <a:xfrm>
            <a:off x="92456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43925CEF-289E-479C-B445-4261E76D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1"/>
            </p:custDataLst>
          </p:nvPr>
        </p:nvSpPr>
        <p:spPr>
          <a:xfrm>
            <a:off x="93345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1C2E859D-F0C0-4A4D-9FDD-3B6DDAAF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2"/>
            </p:custDataLst>
          </p:nvPr>
        </p:nvSpPr>
        <p:spPr>
          <a:xfrm>
            <a:off x="94234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66687071-C6C9-400E-8A75-FC44E4F2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3"/>
            </p:custDataLst>
          </p:nvPr>
        </p:nvSpPr>
        <p:spPr>
          <a:xfrm>
            <a:off x="95123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54A45540-4AD4-474C-B059-00DBC8709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4"/>
            </p:custDataLst>
          </p:nvPr>
        </p:nvSpPr>
        <p:spPr>
          <a:xfrm>
            <a:off x="96012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8454BCAA-2486-47B6-89F9-E5B8FD8DE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5"/>
            </p:custDataLst>
          </p:nvPr>
        </p:nvSpPr>
        <p:spPr>
          <a:xfrm>
            <a:off x="96901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5ABC9D52-B66F-45CD-B852-A5C069CF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6"/>
            </p:custDataLst>
          </p:nvPr>
        </p:nvSpPr>
        <p:spPr>
          <a:xfrm>
            <a:off x="97790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075D74EE-3E33-4A08-8BDD-AB7125539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7"/>
            </p:custDataLst>
          </p:nvPr>
        </p:nvSpPr>
        <p:spPr>
          <a:xfrm>
            <a:off x="98679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B8EA9F2C-61C7-421F-A51C-B9EF92170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8"/>
            </p:custDataLst>
          </p:nvPr>
        </p:nvSpPr>
        <p:spPr>
          <a:xfrm>
            <a:off x="99568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05C2EACB-ECB8-41B6-B938-E68A8D13E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89"/>
            </p:custDataLst>
          </p:nvPr>
        </p:nvSpPr>
        <p:spPr>
          <a:xfrm>
            <a:off x="100457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7D516F64-9379-4DDB-8968-0C3BF7147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0"/>
            </p:custDataLst>
          </p:nvPr>
        </p:nvSpPr>
        <p:spPr>
          <a:xfrm>
            <a:off x="101346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1CD6FBC5-E743-4E81-8335-1048E8C7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1"/>
            </p:custDataLst>
          </p:nvPr>
        </p:nvSpPr>
        <p:spPr>
          <a:xfrm>
            <a:off x="102235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EBBFDABB-EB1E-48D2-8151-2A1E8BF25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2"/>
            </p:custDataLst>
          </p:nvPr>
        </p:nvSpPr>
        <p:spPr>
          <a:xfrm>
            <a:off x="103124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937347C5-F56F-4A40-8FA6-65B04D908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3"/>
            </p:custDataLst>
          </p:nvPr>
        </p:nvSpPr>
        <p:spPr>
          <a:xfrm>
            <a:off x="104013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41EC03DD-18C1-4DA4-AEEC-CA4F9683C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4"/>
            </p:custDataLst>
          </p:nvPr>
        </p:nvSpPr>
        <p:spPr>
          <a:xfrm>
            <a:off x="104902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70800561-E265-4634-B79C-EC7A8B27D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5"/>
            </p:custDataLst>
          </p:nvPr>
        </p:nvSpPr>
        <p:spPr>
          <a:xfrm>
            <a:off x="10579100" y="40817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5A00E3C0-0A9E-4F40-956D-25F6BD59B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6"/>
            </p:custDataLst>
          </p:nvPr>
        </p:nvSpPr>
        <p:spPr>
          <a:xfrm>
            <a:off x="106680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E758321A-F890-4618-B3E7-96192E38C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7"/>
            </p:custDataLst>
          </p:nvPr>
        </p:nvSpPr>
        <p:spPr>
          <a:xfrm>
            <a:off x="10756900" y="40817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AED1B908-6E80-4773-B437-052F7893A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8"/>
            </p:custDataLst>
          </p:nvPr>
        </p:nvSpPr>
        <p:spPr>
          <a:xfrm>
            <a:off x="81788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44B64902-B5C3-4D99-9A2B-80AE82AA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99"/>
            </p:custDataLst>
          </p:nvPr>
        </p:nvSpPr>
        <p:spPr>
          <a:xfrm>
            <a:off x="82677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39AFF911-FB4E-4562-B821-D620A6D1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0"/>
            </p:custDataLst>
          </p:nvPr>
        </p:nvSpPr>
        <p:spPr>
          <a:xfrm>
            <a:off x="83566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DC52A1FC-679D-43A0-B00C-46AA56A81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1"/>
            </p:custDataLst>
          </p:nvPr>
        </p:nvSpPr>
        <p:spPr>
          <a:xfrm>
            <a:off x="84455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2" name="Rectangle 701">
            <a:extLst>
              <a:ext uri="{FF2B5EF4-FFF2-40B4-BE49-F238E27FC236}">
                <a16:creationId xmlns:a16="http://schemas.microsoft.com/office/drawing/2014/main" id="{AA87D798-4B11-4C58-90B2-F16AC097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2"/>
            </p:custDataLst>
          </p:nvPr>
        </p:nvSpPr>
        <p:spPr>
          <a:xfrm>
            <a:off x="85344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0CBC7AC6-96D7-41B8-8373-BD8B43378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3"/>
            </p:custDataLst>
          </p:nvPr>
        </p:nvSpPr>
        <p:spPr>
          <a:xfrm>
            <a:off x="86233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79B0ABB0-D869-4363-9AD6-093E2D06D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4"/>
            </p:custDataLst>
          </p:nvPr>
        </p:nvSpPr>
        <p:spPr>
          <a:xfrm>
            <a:off x="87122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5D275E1A-F829-481D-B863-BF18C50AD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5"/>
            </p:custDataLst>
          </p:nvPr>
        </p:nvSpPr>
        <p:spPr>
          <a:xfrm>
            <a:off x="88011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09090368-495B-445D-A73B-82D7F861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6"/>
            </p:custDataLst>
          </p:nvPr>
        </p:nvSpPr>
        <p:spPr>
          <a:xfrm>
            <a:off x="88900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9818BC25-932E-4433-A998-B42F003E9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7"/>
            </p:custDataLst>
          </p:nvPr>
        </p:nvSpPr>
        <p:spPr>
          <a:xfrm>
            <a:off x="89789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F403E2FD-5F81-40FB-BA68-F26B7BC28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8"/>
            </p:custDataLst>
          </p:nvPr>
        </p:nvSpPr>
        <p:spPr>
          <a:xfrm>
            <a:off x="90678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6F3050C6-451D-4D15-A911-4B7B605AD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09"/>
            </p:custDataLst>
          </p:nvPr>
        </p:nvSpPr>
        <p:spPr>
          <a:xfrm>
            <a:off x="91567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39323BA9-A399-4C30-8BA7-C3A73AE58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0"/>
            </p:custDataLst>
          </p:nvPr>
        </p:nvSpPr>
        <p:spPr>
          <a:xfrm>
            <a:off x="92456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AEE1F7E3-3E85-4A43-905F-54540DC68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1"/>
            </p:custDataLst>
          </p:nvPr>
        </p:nvSpPr>
        <p:spPr>
          <a:xfrm>
            <a:off x="93345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5E0FDA9F-A33D-444F-8BA1-F21ACE07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2"/>
            </p:custDataLst>
          </p:nvPr>
        </p:nvSpPr>
        <p:spPr>
          <a:xfrm>
            <a:off x="94234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3" name="Rectangle 712">
            <a:extLst>
              <a:ext uri="{FF2B5EF4-FFF2-40B4-BE49-F238E27FC236}">
                <a16:creationId xmlns:a16="http://schemas.microsoft.com/office/drawing/2014/main" id="{33257CBB-20EB-4F16-9E8E-FF8852E99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3"/>
            </p:custDataLst>
          </p:nvPr>
        </p:nvSpPr>
        <p:spPr>
          <a:xfrm>
            <a:off x="95123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4" name="Rectangle 713">
            <a:extLst>
              <a:ext uri="{FF2B5EF4-FFF2-40B4-BE49-F238E27FC236}">
                <a16:creationId xmlns:a16="http://schemas.microsoft.com/office/drawing/2014/main" id="{7923CB9F-249C-4A77-A1ED-402369B94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4"/>
            </p:custDataLst>
          </p:nvPr>
        </p:nvSpPr>
        <p:spPr>
          <a:xfrm>
            <a:off x="96012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01CD73E2-2299-4B3A-AB24-B178B222C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5"/>
            </p:custDataLst>
          </p:nvPr>
        </p:nvSpPr>
        <p:spPr>
          <a:xfrm>
            <a:off x="96901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7F3EB986-6212-4EA6-9AFF-DF0E0952B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6"/>
            </p:custDataLst>
          </p:nvPr>
        </p:nvSpPr>
        <p:spPr>
          <a:xfrm>
            <a:off x="97790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68A5BBA6-8EE4-4059-807B-679DF5B4C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7"/>
            </p:custDataLst>
          </p:nvPr>
        </p:nvSpPr>
        <p:spPr>
          <a:xfrm>
            <a:off x="98679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4E2F2590-7197-48B2-91ED-E148C71DD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8"/>
            </p:custDataLst>
          </p:nvPr>
        </p:nvSpPr>
        <p:spPr>
          <a:xfrm>
            <a:off x="99568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15AD12A5-66F3-470B-8C9C-8998DB921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19"/>
            </p:custDataLst>
          </p:nvPr>
        </p:nvSpPr>
        <p:spPr>
          <a:xfrm>
            <a:off x="100457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6F143C79-060A-4472-9BF7-8E3701E45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0"/>
            </p:custDataLst>
          </p:nvPr>
        </p:nvSpPr>
        <p:spPr>
          <a:xfrm>
            <a:off x="101346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C11541E3-E1FB-414C-BFFB-365FC716D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1"/>
            </p:custDataLst>
          </p:nvPr>
        </p:nvSpPr>
        <p:spPr>
          <a:xfrm>
            <a:off x="102235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C13AC18-5093-4CAC-92AE-CA78A9CB9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2"/>
            </p:custDataLst>
          </p:nvPr>
        </p:nvSpPr>
        <p:spPr>
          <a:xfrm>
            <a:off x="103124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DF575F02-4AFB-459F-B20E-ACDD5DC34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3"/>
            </p:custDataLst>
          </p:nvPr>
        </p:nvSpPr>
        <p:spPr>
          <a:xfrm>
            <a:off x="104013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63385E28-BA63-491A-851B-E774E986F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4"/>
            </p:custDataLst>
          </p:nvPr>
        </p:nvSpPr>
        <p:spPr>
          <a:xfrm>
            <a:off x="10490200" y="4170679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0451A660-FA0C-4E10-A970-63CE657E2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5"/>
            </p:custDataLst>
          </p:nvPr>
        </p:nvSpPr>
        <p:spPr>
          <a:xfrm>
            <a:off x="10579100" y="4170679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5275A46-D6AB-4C2F-8298-B4A6D77FC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6"/>
            </p:custDataLst>
          </p:nvPr>
        </p:nvSpPr>
        <p:spPr>
          <a:xfrm>
            <a:off x="81788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018617A2-DB44-48A1-83D9-8C4FA5EC2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7"/>
            </p:custDataLst>
          </p:nvPr>
        </p:nvSpPr>
        <p:spPr>
          <a:xfrm>
            <a:off x="82677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E9353964-41B2-4FDD-AE72-F510AB090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8"/>
            </p:custDataLst>
          </p:nvPr>
        </p:nvSpPr>
        <p:spPr>
          <a:xfrm>
            <a:off x="83566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46AA65E6-29FA-464F-B80D-2AD3FA80D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29"/>
            </p:custDataLst>
          </p:nvPr>
        </p:nvSpPr>
        <p:spPr>
          <a:xfrm>
            <a:off x="84455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0" name="Rectangle 729">
            <a:extLst>
              <a:ext uri="{FF2B5EF4-FFF2-40B4-BE49-F238E27FC236}">
                <a16:creationId xmlns:a16="http://schemas.microsoft.com/office/drawing/2014/main" id="{68FB91FD-E9B2-41CD-8C30-94B65CCD2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0"/>
            </p:custDataLst>
          </p:nvPr>
        </p:nvSpPr>
        <p:spPr>
          <a:xfrm>
            <a:off x="85344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1" name="Rectangle 730">
            <a:extLst>
              <a:ext uri="{FF2B5EF4-FFF2-40B4-BE49-F238E27FC236}">
                <a16:creationId xmlns:a16="http://schemas.microsoft.com/office/drawing/2014/main" id="{6BEB47C1-B444-4D15-B7E9-4CA022EAF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1"/>
            </p:custDataLst>
          </p:nvPr>
        </p:nvSpPr>
        <p:spPr>
          <a:xfrm>
            <a:off x="86233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1BA9782D-604F-4797-A60C-9AB378165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2"/>
            </p:custDataLst>
          </p:nvPr>
        </p:nvSpPr>
        <p:spPr>
          <a:xfrm>
            <a:off x="87122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3" name="Rectangle 732">
            <a:extLst>
              <a:ext uri="{FF2B5EF4-FFF2-40B4-BE49-F238E27FC236}">
                <a16:creationId xmlns:a16="http://schemas.microsoft.com/office/drawing/2014/main" id="{328FE612-1289-46F7-9CA0-D506841B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3"/>
            </p:custDataLst>
          </p:nvPr>
        </p:nvSpPr>
        <p:spPr>
          <a:xfrm>
            <a:off x="88011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4" name="Rectangle 733">
            <a:extLst>
              <a:ext uri="{FF2B5EF4-FFF2-40B4-BE49-F238E27FC236}">
                <a16:creationId xmlns:a16="http://schemas.microsoft.com/office/drawing/2014/main" id="{94D66B4A-CE23-417B-A9A7-E9914F0AE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4"/>
            </p:custDataLst>
          </p:nvPr>
        </p:nvSpPr>
        <p:spPr>
          <a:xfrm>
            <a:off x="88900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5" name="Rectangle 734">
            <a:extLst>
              <a:ext uri="{FF2B5EF4-FFF2-40B4-BE49-F238E27FC236}">
                <a16:creationId xmlns:a16="http://schemas.microsoft.com/office/drawing/2014/main" id="{C16F2C94-C20E-4CE5-8476-58D31D357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5"/>
            </p:custDataLst>
          </p:nvPr>
        </p:nvSpPr>
        <p:spPr>
          <a:xfrm>
            <a:off x="89789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6" name="Rectangle 735">
            <a:extLst>
              <a:ext uri="{FF2B5EF4-FFF2-40B4-BE49-F238E27FC236}">
                <a16:creationId xmlns:a16="http://schemas.microsoft.com/office/drawing/2014/main" id="{9299301F-A257-4ED5-9A72-7AC045F57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6"/>
            </p:custDataLst>
          </p:nvPr>
        </p:nvSpPr>
        <p:spPr>
          <a:xfrm>
            <a:off x="90678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7" name="Rectangle 736">
            <a:extLst>
              <a:ext uri="{FF2B5EF4-FFF2-40B4-BE49-F238E27FC236}">
                <a16:creationId xmlns:a16="http://schemas.microsoft.com/office/drawing/2014/main" id="{9941F9C4-F70D-4535-9E52-9680E1D0C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7"/>
            </p:custDataLst>
          </p:nvPr>
        </p:nvSpPr>
        <p:spPr>
          <a:xfrm>
            <a:off x="91567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EAEEBBD0-CDF6-4F89-B591-46AA90E02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8"/>
            </p:custDataLst>
          </p:nvPr>
        </p:nvSpPr>
        <p:spPr>
          <a:xfrm>
            <a:off x="92456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C13838B0-0D68-4CAF-A56D-098779E39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39"/>
            </p:custDataLst>
          </p:nvPr>
        </p:nvSpPr>
        <p:spPr>
          <a:xfrm>
            <a:off x="93345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ECAFE994-A3AB-4B58-9CE5-D10A604BB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0"/>
            </p:custDataLst>
          </p:nvPr>
        </p:nvSpPr>
        <p:spPr>
          <a:xfrm>
            <a:off x="94234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1" name="Rectangle 740">
            <a:extLst>
              <a:ext uri="{FF2B5EF4-FFF2-40B4-BE49-F238E27FC236}">
                <a16:creationId xmlns:a16="http://schemas.microsoft.com/office/drawing/2014/main" id="{F4ECCB10-5B71-4F96-8818-8F0AA6E5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1"/>
            </p:custDataLst>
          </p:nvPr>
        </p:nvSpPr>
        <p:spPr>
          <a:xfrm>
            <a:off x="95123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2" name="Rectangle 741">
            <a:extLst>
              <a:ext uri="{FF2B5EF4-FFF2-40B4-BE49-F238E27FC236}">
                <a16:creationId xmlns:a16="http://schemas.microsoft.com/office/drawing/2014/main" id="{94BCF402-E577-496A-A858-1691CC24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2"/>
            </p:custDataLst>
          </p:nvPr>
        </p:nvSpPr>
        <p:spPr>
          <a:xfrm>
            <a:off x="96012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3" name="Rectangle 742">
            <a:extLst>
              <a:ext uri="{FF2B5EF4-FFF2-40B4-BE49-F238E27FC236}">
                <a16:creationId xmlns:a16="http://schemas.microsoft.com/office/drawing/2014/main" id="{8C4E0649-0108-4278-AE80-E652FFC1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3"/>
            </p:custDataLst>
          </p:nvPr>
        </p:nvSpPr>
        <p:spPr>
          <a:xfrm>
            <a:off x="96901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5E6C9891-0EEE-4B6C-A366-B3769BED4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4"/>
            </p:custDataLst>
          </p:nvPr>
        </p:nvSpPr>
        <p:spPr>
          <a:xfrm>
            <a:off x="97790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8C9CBAD3-5C7D-4312-9938-AA17D5380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5"/>
            </p:custDataLst>
          </p:nvPr>
        </p:nvSpPr>
        <p:spPr>
          <a:xfrm>
            <a:off x="98679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E724B954-1EDC-4986-A72F-6F9CB2EC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6"/>
            </p:custDataLst>
          </p:nvPr>
        </p:nvSpPr>
        <p:spPr>
          <a:xfrm>
            <a:off x="99568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B5BE17C2-E2D8-4AA4-BFC3-9C38EE153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7"/>
            </p:custDataLst>
          </p:nvPr>
        </p:nvSpPr>
        <p:spPr>
          <a:xfrm>
            <a:off x="100457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254FF9F9-69B4-4460-9574-CCF08C20A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8"/>
            </p:custDataLst>
          </p:nvPr>
        </p:nvSpPr>
        <p:spPr>
          <a:xfrm>
            <a:off x="101346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49" name="Rectangle 748">
            <a:extLst>
              <a:ext uri="{FF2B5EF4-FFF2-40B4-BE49-F238E27FC236}">
                <a16:creationId xmlns:a16="http://schemas.microsoft.com/office/drawing/2014/main" id="{DF707C6A-38B7-4F85-B619-CDD043903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49"/>
            </p:custDataLst>
          </p:nvPr>
        </p:nvSpPr>
        <p:spPr>
          <a:xfrm>
            <a:off x="102235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18F4F3BE-DB27-43D8-B62A-897D7E813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0"/>
            </p:custDataLst>
          </p:nvPr>
        </p:nvSpPr>
        <p:spPr>
          <a:xfrm>
            <a:off x="103124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D7B139E8-E7B6-484F-AF04-1254A230A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1"/>
            </p:custDataLst>
          </p:nvPr>
        </p:nvSpPr>
        <p:spPr>
          <a:xfrm>
            <a:off x="10401300" y="42595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0FC8D17C-586D-45B6-A8B3-E3D18276B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2"/>
            </p:custDataLst>
          </p:nvPr>
        </p:nvSpPr>
        <p:spPr>
          <a:xfrm>
            <a:off x="104902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63A32E5F-C39A-4FB1-8B10-2998B9E9B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3"/>
            </p:custDataLst>
          </p:nvPr>
        </p:nvSpPr>
        <p:spPr>
          <a:xfrm>
            <a:off x="10579100" y="42595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7029174E-37E1-4697-A106-79489475E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4"/>
            </p:custDataLst>
          </p:nvPr>
        </p:nvSpPr>
        <p:spPr>
          <a:xfrm>
            <a:off x="81788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47A8DF77-6784-4627-9695-1F5906C4B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5"/>
            </p:custDataLst>
          </p:nvPr>
        </p:nvSpPr>
        <p:spPr>
          <a:xfrm>
            <a:off x="82677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F043D824-851D-44FE-807B-8E21A206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6"/>
            </p:custDataLst>
          </p:nvPr>
        </p:nvSpPr>
        <p:spPr>
          <a:xfrm>
            <a:off x="83566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F6F4C97-0865-44EA-93FD-34A77067A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7"/>
            </p:custDataLst>
          </p:nvPr>
        </p:nvSpPr>
        <p:spPr>
          <a:xfrm>
            <a:off x="84455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7BE1173C-53B8-4058-936A-F251BE85E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8"/>
            </p:custDataLst>
          </p:nvPr>
        </p:nvSpPr>
        <p:spPr>
          <a:xfrm>
            <a:off x="85344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32462048-FDF2-4755-9664-2F3A8639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59"/>
            </p:custDataLst>
          </p:nvPr>
        </p:nvSpPr>
        <p:spPr>
          <a:xfrm>
            <a:off x="86233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0D334ED7-7D40-463F-852D-1EF501B88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0"/>
            </p:custDataLst>
          </p:nvPr>
        </p:nvSpPr>
        <p:spPr>
          <a:xfrm>
            <a:off x="87122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6128667F-5F97-496A-B2D4-8164F6AFA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1"/>
            </p:custDataLst>
          </p:nvPr>
        </p:nvSpPr>
        <p:spPr>
          <a:xfrm>
            <a:off x="88011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3BA1A6E5-5963-4459-9CB5-65D60FFC6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2"/>
            </p:custDataLst>
          </p:nvPr>
        </p:nvSpPr>
        <p:spPr>
          <a:xfrm>
            <a:off x="88900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E59C6829-5893-4F09-A85F-CB62E1979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3"/>
            </p:custDataLst>
          </p:nvPr>
        </p:nvSpPr>
        <p:spPr>
          <a:xfrm>
            <a:off x="89789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DBC2DD93-BB00-4699-992B-D585EEE54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4"/>
            </p:custDataLst>
          </p:nvPr>
        </p:nvSpPr>
        <p:spPr>
          <a:xfrm>
            <a:off x="90678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5A62BC6F-CC57-42BC-8CFE-C34E12F3E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5"/>
            </p:custDataLst>
          </p:nvPr>
        </p:nvSpPr>
        <p:spPr>
          <a:xfrm>
            <a:off x="91567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DE9E1710-30C3-4107-80E2-3B12996A1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6"/>
            </p:custDataLst>
          </p:nvPr>
        </p:nvSpPr>
        <p:spPr>
          <a:xfrm>
            <a:off x="92456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38465B00-0FE1-4460-9FB9-7937B83EE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7"/>
            </p:custDataLst>
          </p:nvPr>
        </p:nvSpPr>
        <p:spPr>
          <a:xfrm>
            <a:off x="93345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7C45B734-11C9-44DA-AF17-22541FFFB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8"/>
            </p:custDataLst>
          </p:nvPr>
        </p:nvSpPr>
        <p:spPr>
          <a:xfrm>
            <a:off x="94234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14822B0D-589B-4787-8C5A-F3B1C79E7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69"/>
            </p:custDataLst>
          </p:nvPr>
        </p:nvSpPr>
        <p:spPr>
          <a:xfrm>
            <a:off x="95123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3939C3C4-3F27-4BFF-82DB-2F1BC22AC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0"/>
            </p:custDataLst>
          </p:nvPr>
        </p:nvSpPr>
        <p:spPr>
          <a:xfrm>
            <a:off x="96012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D4000723-4A43-4B0D-81EF-39EE842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1"/>
            </p:custDataLst>
          </p:nvPr>
        </p:nvSpPr>
        <p:spPr>
          <a:xfrm>
            <a:off x="96901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D963D150-2995-4F5A-8755-A07DE2340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2"/>
            </p:custDataLst>
          </p:nvPr>
        </p:nvSpPr>
        <p:spPr>
          <a:xfrm>
            <a:off x="97790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3B3AEED3-4E06-4B66-BD60-F0B1B62A1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3"/>
            </p:custDataLst>
          </p:nvPr>
        </p:nvSpPr>
        <p:spPr>
          <a:xfrm>
            <a:off x="98679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7376539C-9A47-41FB-891E-A240599E1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4"/>
            </p:custDataLst>
          </p:nvPr>
        </p:nvSpPr>
        <p:spPr>
          <a:xfrm>
            <a:off x="99568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FA7C4231-CE44-4A51-8291-78C4DAE7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5"/>
            </p:custDataLst>
          </p:nvPr>
        </p:nvSpPr>
        <p:spPr>
          <a:xfrm>
            <a:off x="100457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3033C95F-9D75-4CA8-9384-1641DA3E1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6"/>
            </p:custDataLst>
          </p:nvPr>
        </p:nvSpPr>
        <p:spPr>
          <a:xfrm>
            <a:off x="10134600" y="43484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D9CC9153-BF24-4A78-948A-8619E7CE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7"/>
            </p:custDataLst>
          </p:nvPr>
        </p:nvSpPr>
        <p:spPr>
          <a:xfrm>
            <a:off x="102235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A4E6CA57-1C6F-4F3A-BE19-D6F3F04E8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8"/>
            </p:custDataLst>
          </p:nvPr>
        </p:nvSpPr>
        <p:spPr>
          <a:xfrm>
            <a:off x="103124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06376390-0469-4E9D-99E6-DAD68EC54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79"/>
            </p:custDataLst>
          </p:nvPr>
        </p:nvSpPr>
        <p:spPr>
          <a:xfrm>
            <a:off x="104013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480A92FB-0E41-4104-8778-6E8A432D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0"/>
            </p:custDataLst>
          </p:nvPr>
        </p:nvSpPr>
        <p:spPr>
          <a:xfrm>
            <a:off x="104902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186E4BA3-8BBC-494F-A983-0B76F47A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1"/>
            </p:custDataLst>
          </p:nvPr>
        </p:nvSpPr>
        <p:spPr>
          <a:xfrm>
            <a:off x="105791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53563DD8-7A9A-493F-8C7B-8BAA63C1D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2"/>
            </p:custDataLst>
          </p:nvPr>
        </p:nvSpPr>
        <p:spPr>
          <a:xfrm>
            <a:off x="10668000" y="43484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F21F0C98-DE6A-408E-BB80-3E6BF5A6E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3"/>
            </p:custDataLst>
          </p:nvPr>
        </p:nvSpPr>
        <p:spPr>
          <a:xfrm>
            <a:off x="81788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3DC7D6E2-A5C0-4A25-A952-ACF9D4E9B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4"/>
            </p:custDataLst>
          </p:nvPr>
        </p:nvSpPr>
        <p:spPr>
          <a:xfrm>
            <a:off x="82677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D1400CBD-6A77-4713-9992-15DD25122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5"/>
            </p:custDataLst>
          </p:nvPr>
        </p:nvSpPr>
        <p:spPr>
          <a:xfrm>
            <a:off x="83566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A906BB38-4454-47F8-AB5E-CD5C9270B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6"/>
            </p:custDataLst>
          </p:nvPr>
        </p:nvSpPr>
        <p:spPr>
          <a:xfrm>
            <a:off x="84455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9658082-E778-4C0E-8770-9AB4A4D54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7"/>
            </p:custDataLst>
          </p:nvPr>
        </p:nvSpPr>
        <p:spPr>
          <a:xfrm>
            <a:off x="85344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B6C1355F-F476-44E4-95A3-4BA25A38A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8"/>
            </p:custDataLst>
          </p:nvPr>
        </p:nvSpPr>
        <p:spPr>
          <a:xfrm>
            <a:off x="86233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89" name="Rectangle 788">
            <a:extLst>
              <a:ext uri="{FF2B5EF4-FFF2-40B4-BE49-F238E27FC236}">
                <a16:creationId xmlns:a16="http://schemas.microsoft.com/office/drawing/2014/main" id="{A6AF462B-8D3A-403E-A759-6350D9A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89"/>
            </p:custDataLst>
          </p:nvPr>
        </p:nvSpPr>
        <p:spPr>
          <a:xfrm>
            <a:off x="87122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C50E42EA-2563-4C29-9A9B-46BDC0969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0"/>
            </p:custDataLst>
          </p:nvPr>
        </p:nvSpPr>
        <p:spPr>
          <a:xfrm>
            <a:off x="88011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7A496DDF-A01D-48B5-A64C-8BF4E5460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1"/>
            </p:custDataLst>
          </p:nvPr>
        </p:nvSpPr>
        <p:spPr>
          <a:xfrm>
            <a:off x="88900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1082B8DD-09AA-4409-81A3-3DE6B242B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2"/>
            </p:custDataLst>
          </p:nvPr>
        </p:nvSpPr>
        <p:spPr>
          <a:xfrm>
            <a:off x="89789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B4ED5930-03B6-49AB-96F0-A9819F5D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3"/>
            </p:custDataLst>
          </p:nvPr>
        </p:nvSpPr>
        <p:spPr>
          <a:xfrm>
            <a:off x="90678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91A5ACAC-8FDC-4521-83DB-D817E5F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4"/>
            </p:custDataLst>
          </p:nvPr>
        </p:nvSpPr>
        <p:spPr>
          <a:xfrm>
            <a:off x="91567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44DE70A4-91E6-4B56-92D7-4C1D8C131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5"/>
            </p:custDataLst>
          </p:nvPr>
        </p:nvSpPr>
        <p:spPr>
          <a:xfrm>
            <a:off x="92456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0AEC418E-6418-4CBB-917B-CC03D022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6"/>
            </p:custDataLst>
          </p:nvPr>
        </p:nvSpPr>
        <p:spPr>
          <a:xfrm>
            <a:off x="93345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F2B72042-9AEC-4EDC-9A50-1F6043EA9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7"/>
            </p:custDataLst>
          </p:nvPr>
        </p:nvSpPr>
        <p:spPr>
          <a:xfrm>
            <a:off x="94234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66546964-9AE9-4010-A199-1C2CFB966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8"/>
            </p:custDataLst>
          </p:nvPr>
        </p:nvSpPr>
        <p:spPr>
          <a:xfrm>
            <a:off x="95123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E9681A87-8F0E-4FF2-AB22-C5DF6A838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99"/>
            </p:custDataLst>
          </p:nvPr>
        </p:nvSpPr>
        <p:spPr>
          <a:xfrm>
            <a:off x="96012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E7BC3338-C150-4E25-AB12-7FDB03089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0"/>
            </p:custDataLst>
          </p:nvPr>
        </p:nvSpPr>
        <p:spPr>
          <a:xfrm>
            <a:off x="96901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98C011F2-7DE3-497D-8E25-84622AACF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1"/>
            </p:custDataLst>
          </p:nvPr>
        </p:nvSpPr>
        <p:spPr>
          <a:xfrm>
            <a:off x="97790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E544F1B4-EE0E-4BB0-BA2A-F34F45EA9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2"/>
            </p:custDataLst>
          </p:nvPr>
        </p:nvSpPr>
        <p:spPr>
          <a:xfrm>
            <a:off x="98679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6C4B79DE-CE15-41DC-93CA-D627D26DF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3"/>
            </p:custDataLst>
          </p:nvPr>
        </p:nvSpPr>
        <p:spPr>
          <a:xfrm>
            <a:off x="99568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6B79D02F-809F-44A9-BCA6-A620E37CF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4"/>
            </p:custDataLst>
          </p:nvPr>
        </p:nvSpPr>
        <p:spPr>
          <a:xfrm>
            <a:off x="100457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5" name="Rectangle 804">
            <a:extLst>
              <a:ext uri="{FF2B5EF4-FFF2-40B4-BE49-F238E27FC236}">
                <a16:creationId xmlns:a16="http://schemas.microsoft.com/office/drawing/2014/main" id="{4CFF4E7D-9E77-4B61-B9A8-47CD683DB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5"/>
            </p:custDataLst>
          </p:nvPr>
        </p:nvSpPr>
        <p:spPr>
          <a:xfrm>
            <a:off x="101346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52FAC1BD-3205-4653-A474-036DE48AC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6"/>
            </p:custDataLst>
          </p:nvPr>
        </p:nvSpPr>
        <p:spPr>
          <a:xfrm>
            <a:off x="102235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9A3AB755-748E-454F-BD7B-D75CC4F0D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7"/>
            </p:custDataLst>
          </p:nvPr>
        </p:nvSpPr>
        <p:spPr>
          <a:xfrm>
            <a:off x="103124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4599196C-0155-4197-A86D-736D75B48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8"/>
            </p:custDataLst>
          </p:nvPr>
        </p:nvSpPr>
        <p:spPr>
          <a:xfrm>
            <a:off x="104013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3D5B5E91-7432-47F6-94C8-A4F72837C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09"/>
            </p:custDataLst>
          </p:nvPr>
        </p:nvSpPr>
        <p:spPr>
          <a:xfrm>
            <a:off x="104902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7918430A-00A5-4F35-8D99-2031B0112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0"/>
            </p:custDataLst>
          </p:nvPr>
        </p:nvSpPr>
        <p:spPr>
          <a:xfrm>
            <a:off x="10579100" y="44373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F5CFF607-BD22-40EB-BC39-147A4E577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1"/>
            </p:custDataLst>
          </p:nvPr>
        </p:nvSpPr>
        <p:spPr>
          <a:xfrm>
            <a:off x="10668000" y="44373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04C444B9-E3EE-4787-9E93-9BE8A954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2"/>
            </p:custDataLst>
          </p:nvPr>
        </p:nvSpPr>
        <p:spPr>
          <a:xfrm>
            <a:off x="81788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EB59CAA4-1E95-4B78-BF8B-E3D1EE63E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3"/>
            </p:custDataLst>
          </p:nvPr>
        </p:nvSpPr>
        <p:spPr>
          <a:xfrm>
            <a:off x="82677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B8F826FF-5FEB-434B-B3A0-9941B15B8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4"/>
            </p:custDataLst>
          </p:nvPr>
        </p:nvSpPr>
        <p:spPr>
          <a:xfrm>
            <a:off x="83566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E32C2D4C-D4F9-4441-8747-C18FC19E2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5"/>
            </p:custDataLst>
          </p:nvPr>
        </p:nvSpPr>
        <p:spPr>
          <a:xfrm>
            <a:off x="84455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9ADD4C15-0C27-422E-AF99-76B818ED0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6"/>
            </p:custDataLst>
          </p:nvPr>
        </p:nvSpPr>
        <p:spPr>
          <a:xfrm>
            <a:off x="85344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64864125-7E09-4684-828C-2B379189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7"/>
            </p:custDataLst>
          </p:nvPr>
        </p:nvSpPr>
        <p:spPr>
          <a:xfrm>
            <a:off x="86233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326853F6-EA51-4523-94B7-9A72CFFEF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8"/>
            </p:custDataLst>
          </p:nvPr>
        </p:nvSpPr>
        <p:spPr>
          <a:xfrm>
            <a:off x="87122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C6C67AD2-3F82-4AD7-AAB2-F5AC8D8AE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19"/>
            </p:custDataLst>
          </p:nvPr>
        </p:nvSpPr>
        <p:spPr>
          <a:xfrm>
            <a:off x="88011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D2EA0047-EC83-42DB-B3C7-CDE3814A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0"/>
            </p:custDataLst>
          </p:nvPr>
        </p:nvSpPr>
        <p:spPr>
          <a:xfrm>
            <a:off x="88900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4C7323B3-339A-407D-9993-B00426817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1"/>
            </p:custDataLst>
          </p:nvPr>
        </p:nvSpPr>
        <p:spPr>
          <a:xfrm>
            <a:off x="89789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599839F4-074F-4BD1-B5AE-289142641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2"/>
            </p:custDataLst>
          </p:nvPr>
        </p:nvSpPr>
        <p:spPr>
          <a:xfrm>
            <a:off x="90678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509F593-ECD6-471D-A6C1-50AC6B32D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3"/>
            </p:custDataLst>
          </p:nvPr>
        </p:nvSpPr>
        <p:spPr>
          <a:xfrm>
            <a:off x="91567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0257CA82-38F6-4009-9B98-95A703D34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4"/>
            </p:custDataLst>
          </p:nvPr>
        </p:nvSpPr>
        <p:spPr>
          <a:xfrm>
            <a:off x="92456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3A8B527A-AC30-4127-93D5-E4D8A869B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5"/>
            </p:custDataLst>
          </p:nvPr>
        </p:nvSpPr>
        <p:spPr>
          <a:xfrm>
            <a:off x="93345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0FBCE62B-4A15-4F17-B868-46C4230A2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6"/>
            </p:custDataLst>
          </p:nvPr>
        </p:nvSpPr>
        <p:spPr>
          <a:xfrm>
            <a:off x="94234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AB9ADDA0-DC6A-4E77-B1AD-D2D859A42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7"/>
            </p:custDataLst>
          </p:nvPr>
        </p:nvSpPr>
        <p:spPr>
          <a:xfrm>
            <a:off x="95123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AA2A8D67-3C03-4EAA-9263-C8E6CA364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8"/>
            </p:custDataLst>
          </p:nvPr>
        </p:nvSpPr>
        <p:spPr>
          <a:xfrm>
            <a:off x="96012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D23072F2-EA03-4772-AC20-9A7B0A587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29"/>
            </p:custDataLst>
          </p:nvPr>
        </p:nvSpPr>
        <p:spPr>
          <a:xfrm>
            <a:off x="96901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B6BBB038-94C5-4BBA-A3B3-8D75E01AE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0"/>
            </p:custDataLst>
          </p:nvPr>
        </p:nvSpPr>
        <p:spPr>
          <a:xfrm>
            <a:off x="97790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6031BBCF-EC78-4D36-BFCF-C680F610F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1"/>
            </p:custDataLst>
          </p:nvPr>
        </p:nvSpPr>
        <p:spPr>
          <a:xfrm>
            <a:off x="98679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5635E9EB-E9AD-423A-80FC-840468B48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2"/>
            </p:custDataLst>
          </p:nvPr>
        </p:nvSpPr>
        <p:spPr>
          <a:xfrm>
            <a:off x="99568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366C2E50-ACBC-4840-9DFD-615D6C41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3"/>
            </p:custDataLst>
          </p:nvPr>
        </p:nvSpPr>
        <p:spPr>
          <a:xfrm>
            <a:off x="100457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AC3A12BD-5761-45BC-919C-BE9E6B6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4"/>
            </p:custDataLst>
          </p:nvPr>
        </p:nvSpPr>
        <p:spPr>
          <a:xfrm>
            <a:off x="101346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878A9760-D07A-426A-B932-73E97CDA8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5"/>
            </p:custDataLst>
          </p:nvPr>
        </p:nvSpPr>
        <p:spPr>
          <a:xfrm>
            <a:off x="10223500" y="4526280"/>
            <a:ext cx="88900" cy="88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3644A975-F624-4C80-9E42-6EE0C5CB8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6"/>
            </p:custDataLst>
          </p:nvPr>
        </p:nvSpPr>
        <p:spPr>
          <a:xfrm>
            <a:off x="103124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97F91331-8F15-4FD3-B899-6A58AB5DF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7"/>
            </p:custDataLst>
          </p:nvPr>
        </p:nvSpPr>
        <p:spPr>
          <a:xfrm>
            <a:off x="104013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A8F55158-9F04-4E75-899F-115C3DD4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8"/>
            </p:custDataLst>
          </p:nvPr>
        </p:nvSpPr>
        <p:spPr>
          <a:xfrm>
            <a:off x="104902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56F7354A-76F3-4E0B-82EB-7FA9BAA1A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39"/>
            </p:custDataLst>
          </p:nvPr>
        </p:nvSpPr>
        <p:spPr>
          <a:xfrm>
            <a:off x="10579100" y="4526280"/>
            <a:ext cx="88900" cy="88900"/>
          </a:xfrm>
          <a:prstGeom prst="rect">
            <a:avLst/>
          </a:prstGeom>
          <a:solidFill>
            <a:srgbClr val="000000"/>
          </a:solidFill>
          <a:ln w="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4581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63226" y="254000"/>
            <a:ext cx="11685973" cy="1154096"/>
          </a:xfrm>
        </p:spPr>
        <p:txBody>
          <a:bodyPr>
            <a:noAutofit/>
          </a:bodyPr>
          <a:lstStyle/>
          <a:p>
            <a:r>
              <a:rPr lang="en-GB" sz="2800" dirty="0"/>
              <a:t>What issues or topics are you most interested in researching?</a:t>
            </a:r>
            <a:endParaRPr lang="en-FI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27D873-2C0C-2FAE-C285-94FF890F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2540000" y="190500"/>
            <a:ext cx="0" cy="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B97BF0-4D4C-481C-67BC-B5E1C204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2540000" y="381000"/>
            <a:ext cx="0" cy="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F7CD5-3FCD-C7F7-C116-CBEA49170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254000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2CD57-B2E9-F4BD-279D-974AA1F84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2540000" y="571500"/>
            <a:ext cx="0" cy="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0DA46-7AE2-44B7-7C46-36BE5904F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-2540000" y="762000"/>
            <a:ext cx="0" cy="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A965C6-2143-8D42-170D-2D8FFD20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-2540000" y="952500"/>
            <a:ext cx="0" cy="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FC1913-E410-4CFE-AA18-54EEF9451FE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3500" y="63500"/>
            <a:ext cx="20320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 anchorCtr="1"/>
          <a:lstStyle/>
          <a:p>
            <a:pPr algn="l"/>
            <a:r>
              <a:rPr lang="en-GB"/>
              <a:t>##/##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C02B90-EC28-47DE-9851-5D1876E31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096500" y="63500"/>
            <a:ext cx="20320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 anchorCtr="1"/>
          <a:lstStyle/>
          <a:p>
            <a:pPr algn="l"/>
            <a:r>
              <a:rPr lang="en-GB"/>
              <a:t>Question slide</a:t>
            </a:r>
          </a:p>
        </p:txBody>
      </p:sp>
      <p:sp>
        <p:nvSpPr>
          <p:cNvPr id="12" name="Snip Same Side Corner Rectangle 11">
            <a:extLst>
              <a:ext uri="{FF2B5EF4-FFF2-40B4-BE49-F238E27FC236}">
                <a16:creationId xmlns:a16="http://schemas.microsoft.com/office/drawing/2014/main" id="{5EFB4BBA-6B66-4255-9B33-3D9E49C18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D1C7E9-9199-45A8-B7D8-B0343EDF2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6B5E49-AA27-448B-B596-695552E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341100" y="6007100"/>
            <a:ext cx="762000" cy="762000"/>
          </a:xfrm>
          <a:prstGeom prst="ellipse">
            <a:avLst/>
          </a:prstGeom>
          <a:solidFill>
            <a:srgbClr val="4472C4"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4472C4">
                <a:shade val="1500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rIns="0" rtlCol="0" anchor="ctr" anchorCtr="1"/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B0674-2316-4585-ACAF-B1817F014D8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4290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/>
              <a:t>Join at: </a:t>
            </a:r>
            <a:r>
              <a:rPr lang="en-GB" b="1"/>
              <a:t>vevox.app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54E2A-CE9E-42AE-A3AF-07106260A4B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3500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/>
              <a:t>ID: </a:t>
            </a:r>
            <a:r>
              <a:rPr lang="en-GB" b="1"/>
              <a:t>196-472-727</a:t>
            </a:r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C512E-69C7-4A13-B081-F1CE2835A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838200" y="1798320"/>
            <a:ext cx="10515600" cy="4429760"/>
          </a:xfrm>
          <a:prstGeom prst="rect">
            <a:avLst/>
          </a:prstGeom>
          <a:solidFill>
            <a:srgbClr val="4472C4">
              <a:alpha val="0"/>
            </a:srgbClr>
          </a:solidFill>
          <a:ln w="12700" cap="flat" cmpd="sng" algn="ctr">
            <a:noFill/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889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190500"/>
            <a:ext cx="11685973" cy="1154096"/>
          </a:xfrm>
        </p:spPr>
        <p:txBody>
          <a:bodyPr>
            <a:noAutofit/>
          </a:bodyPr>
          <a:lstStyle/>
          <a:p>
            <a:r>
              <a:rPr lang="en-GB" sz="2800" dirty="0"/>
              <a:t>What issues or topics are you most interested in researching?</a:t>
            </a:r>
            <a:endParaRPr lang="en-FI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27D873-2C0C-2FAE-C285-94FF890F4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2540000" y="190500"/>
            <a:ext cx="0" cy="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B97BF0-4D4C-481C-67BC-B5E1C204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2540000" y="381000"/>
            <a:ext cx="0" cy="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F7CD5-3FCD-C7F7-C116-CBEA49170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254000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2CD57-B2E9-F4BD-279D-974AA1F84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-2540000" y="571500"/>
            <a:ext cx="0" cy="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0DA46-7AE2-44B7-7C46-36BE5904F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-2540000" y="762000"/>
            <a:ext cx="0" cy="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A965C6-2143-8D42-170D-2D8FFD20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-2540000" y="952500"/>
            <a:ext cx="0" cy="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FI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FI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AE938D-637B-4C6B-BCE6-F06892A2696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3500" y="63500"/>
            <a:ext cx="20320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 anchorCtr="1"/>
          <a:lstStyle/>
          <a:p>
            <a:pPr algn="l"/>
            <a:r>
              <a:rPr lang="en-GB"/>
              <a:t>##/##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EC4C1D-BE76-4AA8-AF32-E0183E7A6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096500" y="63500"/>
            <a:ext cx="20320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0" tIns="0" rIns="0" bIns="0" rtlCol="0" anchor="ctr" anchorCtr="1"/>
          <a:lstStyle/>
          <a:p>
            <a:pPr algn="l"/>
            <a:r>
              <a:rPr lang="en-GB"/>
              <a:t>Preparing Results</a:t>
            </a:r>
          </a:p>
        </p:txBody>
      </p:sp>
      <p:sp>
        <p:nvSpPr>
          <p:cNvPr id="12" name="Snip Same Side Corner Rectangle 11">
            <a:extLst>
              <a:ext uri="{FF2B5EF4-FFF2-40B4-BE49-F238E27FC236}">
                <a16:creationId xmlns:a16="http://schemas.microsoft.com/office/drawing/2014/main" id="{12A8287D-40AE-46D9-BE17-8740E752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7E43A0-7B07-4644-8D56-DBC8F7A79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A32E1B-7B9D-43A8-9430-FCAD40AEC47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4290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/>
              <a:t>Join at: </a:t>
            </a:r>
            <a:r>
              <a:rPr lang="en-GB" b="1"/>
              <a:t>vevox.app</a:t>
            </a:r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6CFD5-F128-44F8-BCF1-8763E9B0ECB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3500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/>
              <a:t>ID: </a:t>
            </a:r>
            <a:r>
              <a:rPr lang="en-GB" b="1"/>
              <a:t>196-472-727</a:t>
            </a:r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FC6667-C5DF-4CB2-9F1D-7A507CF91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200" y="1798320"/>
            <a:ext cx="10515600" cy="4429760"/>
          </a:xfrm>
          <a:prstGeom prst="rect">
            <a:avLst/>
          </a:prstGeom>
          <a:solidFill>
            <a:srgbClr val="4472C4">
              <a:alpha val="0"/>
            </a:srgbClr>
          </a:solidFill>
          <a:ln w="12700" cap="flat" cmpd="sng" algn="ctr">
            <a:noFill/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8DA22-2E7D-4E74-BF16-D0EF8C38D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0" y="5486400"/>
            <a:ext cx="121920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40000"/>
              <a:alpha val="0"/>
              <a:alpha val="4000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40000"/>
                <a:alpha val="0"/>
                <a:alpha val="40000"/>
              </a:srgbClr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1"/>
          <a:lstStyle/>
          <a:p>
            <a:pPr algn="l"/>
            <a:r>
              <a:rPr lang="en-GB" sz="8000">
                <a:solidFill>
                  <a:srgbClr val="FFFFFF"/>
                </a:solidFill>
              </a:rPr>
              <a:t>RESULTS SLIDE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3557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FB2A20-082F-348C-0600-F511C0BEFE9C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1A474-6E39-96AC-888B-D1EB9322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we be assessed?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DE96-0037-2D6E-604A-3056BAC00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Gill Sans MT" panose="020B0502020104020203" pitchFamily="34" charset="0"/>
              </a:rPr>
              <a:t>Research proposal (</a:t>
            </a:r>
            <a:r>
              <a:rPr lang="en-US" dirty="0"/>
              <a:t>40</a:t>
            </a:r>
            <a:r>
              <a:rPr lang="en-US" dirty="0">
                <a:latin typeface="Gill Sans MT" panose="020B0502020104020203" pitchFamily="34" charset="0"/>
              </a:rPr>
              <a:t>%)</a:t>
            </a:r>
          </a:p>
          <a:p>
            <a:pPr>
              <a:lnSpc>
                <a:spcPct val="100000"/>
              </a:lnSpc>
            </a:pPr>
            <a:endParaRPr lang="en-US" dirty="0">
              <a:latin typeface="Gill Sans MT" panose="020B05020201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err="1"/>
              <a:t>I</a:t>
            </a:r>
            <a:r>
              <a:rPr lang="en-US" dirty="0" err="1">
                <a:latin typeface="Gill Sans MT" panose="020B0502020104020203" pitchFamily="34" charset="0"/>
              </a:rPr>
              <a:t>nspera</a:t>
            </a:r>
            <a:r>
              <a:rPr lang="en-US" dirty="0">
                <a:latin typeface="Gill Sans MT" panose="020B0502020104020203" pitchFamily="34" charset="0"/>
              </a:rPr>
              <a:t> digital exam (6</a:t>
            </a:r>
            <a:r>
              <a:rPr lang="en-US" dirty="0"/>
              <a:t>0</a:t>
            </a:r>
            <a:r>
              <a:rPr lang="en-US" dirty="0">
                <a:latin typeface="Gill Sans MT" panose="020B0502020104020203" pitchFamily="34" charset="0"/>
              </a:rPr>
              <a:t>%)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>
                <a:latin typeface="Gill Sans MT" panose="020B0502020104020203" pitchFamily="34" charset="0"/>
              </a:rPr>
              <a:t>Formative assessment (0%)</a:t>
            </a:r>
            <a:endParaRPr lang="en-GB" dirty="0">
              <a:latin typeface="Gill Sans MT" panose="020B0502020104020203" pitchFamily="34" charset="0"/>
            </a:endParaRP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9F14-041D-83BB-4A33-9737A5DD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89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FB2A20-082F-348C-0600-F511C0BEFE9C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1A474-6E39-96AC-888B-D1EB9322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we be assessed?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DE96-0037-2D6E-604A-3056BAC00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89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Gill Sans MT" panose="020B0502020104020203" pitchFamily="34" charset="0"/>
              </a:rPr>
              <a:t>Research Proposal (40%)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Take home assignment (1,500 words), due week 9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Covers content from weeks 1-8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		1) Picking your own research question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		2) Finding relevant academic literature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		3) Selecting appropriate methods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9F14-041D-83BB-4A33-9737A5DD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39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FB2A20-082F-348C-0600-F511C0BEFE9C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1A474-6E39-96AC-888B-D1EB9322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we be assessed?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DE96-0037-2D6E-604A-3056BAC00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Gill Sans MT" panose="020B0502020104020203" pitchFamily="34" charset="0"/>
              </a:rPr>
              <a:t>Digital exam (60%)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90 minute essay style exam, held in May exam period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3 prompts, select 2 to answer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For a given research question, how you would apply one of the methods covered in class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Open book – can bring limited set of notes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9F14-041D-83BB-4A33-9737A5DD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1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FB2A20-082F-348C-0600-F511C0BEFE9C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1A474-6E39-96AC-888B-D1EB9322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will we be assessed?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DE96-0037-2D6E-604A-3056BAC00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9400" cy="40967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 Formative Assessment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300 words, due week 4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Submit your chosen research topic/question for your proposal, to get written feedback beforehand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compulsory to complete module</a:t>
            </a:r>
          </a:p>
          <a:p>
            <a:pPr lvl="1">
              <a:lnSpc>
                <a:spcPct val="100000"/>
              </a:lnSpc>
            </a:pPr>
            <a:endParaRPr lang="en-US" sz="2800" dirty="0"/>
          </a:p>
          <a:p>
            <a:pPr marL="914400" lvl="2" indent="0">
              <a:lnSpc>
                <a:spcPct val="100000"/>
              </a:lnSpc>
              <a:buNone/>
            </a:pPr>
            <a:endParaRPr lang="en-US" sz="2800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>
              <a:latin typeface="Gill Sans MT" panose="020B0502020104020203" pitchFamily="34" charset="0"/>
            </a:endParaRP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B9F14-041D-83BB-4A33-9737A5DD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717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FCA8-0B5A-10DF-2352-47D9CE53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D5E6A0-EE81-2E91-D7EF-7138B24D3657}"/>
              </a:ext>
            </a:extLst>
          </p:cNvPr>
          <p:cNvSpPr/>
          <p:nvPr/>
        </p:nvSpPr>
        <p:spPr>
          <a:xfrm>
            <a:off x="0" y="0"/>
            <a:ext cx="12192000" cy="1154096"/>
          </a:xfrm>
          <a:prstGeom prst="rect">
            <a:avLst/>
          </a:prstGeom>
          <a:solidFill>
            <a:srgbClr val="01A08A"/>
          </a:solidFill>
          <a:ln>
            <a:solidFill>
              <a:srgbClr val="01A0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D7BBC-66AD-8BDB-A36A-ABC9645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Assessment Preparation</a:t>
            </a:r>
            <a:endParaRPr lang="en-GB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5710-DDAA-5192-A952-8607256C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We will spend time in class covering how to prepare for each assessment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Gill Sans MT" panose="020B0502020104020203" pitchFamily="34" charset="0"/>
              </a:rPr>
              <a:t>Assessment guides will also be posted to canvas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Please make use of office hours if you have any questions about assessment</a:t>
            </a:r>
            <a:endParaRPr lang="en-GB" sz="3600" dirty="0"/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C3A15-6474-8376-A389-14088601B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69DB-CAE7-4C85-A9AF-7D4D8DE4CA22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216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C377-C1A4-BE9C-CC10-D3832870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EA5D5D-3DBA-430A-90DA-4FA61829138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99440" y="79374"/>
            <a:ext cx="8026400" cy="6382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Types of Feedback available to you in Politics 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376795"/>
                </a:solidFill>
              </a:rPr>
              <a:t>Coursework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2400" b="1" dirty="0"/>
              <a:t>Summary feedback</a:t>
            </a:r>
            <a:r>
              <a:rPr lang="en-GB" sz="2400" dirty="0"/>
              <a:t> will highlight the strengths, weaknesses, and provide direction to improve your work.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 sz="2400" b="1" dirty="0"/>
              <a:t>In-text annotations</a:t>
            </a:r>
            <a:r>
              <a:rPr lang="en-GB" sz="2400" dirty="0"/>
              <a:t> for written assessments will provide comments specific to your text. </a:t>
            </a:r>
          </a:p>
          <a:p>
            <a:pPr marL="0" lvl="0" indent="0">
              <a:buNone/>
            </a:pPr>
            <a:r>
              <a:rPr lang="en-GB" sz="2400" b="1" dirty="0">
                <a:solidFill>
                  <a:srgbClr val="376795"/>
                </a:solidFill>
              </a:rPr>
              <a:t>Exams</a:t>
            </a:r>
          </a:p>
          <a:p>
            <a:pPr marL="180975" lvl="0" indent="-180975">
              <a:buFont typeface="Arial" panose="020B0604020202020204" pitchFamily="34" charset="0"/>
              <a:buChar char="•"/>
            </a:pPr>
            <a:r>
              <a:rPr lang="en-GB" sz="2400" b="1" dirty="0"/>
              <a:t>Generic/cohort feedback </a:t>
            </a:r>
            <a:r>
              <a:rPr lang="en-GB" sz="2400" dirty="0"/>
              <a:t>covering common strengths, mistakes, and misconceptions across the module. </a:t>
            </a:r>
          </a:p>
          <a:p>
            <a:pPr marL="0" lvl="0" indent="0">
              <a:buNone/>
            </a:pPr>
            <a:r>
              <a:rPr lang="en-GB" sz="2400" b="1" dirty="0">
                <a:solidFill>
                  <a:srgbClr val="376795"/>
                </a:solidFill>
              </a:rPr>
              <a:t>Need More help?</a:t>
            </a:r>
          </a:p>
          <a:p>
            <a:pPr marL="180975" lvl="0" indent="-180975">
              <a:buFont typeface="Arial" panose="020B0604020202020204" pitchFamily="34" charset="0"/>
              <a:buChar char="•"/>
            </a:pPr>
            <a:r>
              <a:rPr lang="en-GB" sz="2400" dirty="0"/>
              <a:t>You can contact the module leader for </a:t>
            </a:r>
            <a:r>
              <a:rPr lang="en-GB" sz="2400" b="1" dirty="0"/>
              <a:t>additional in-person feedback</a:t>
            </a:r>
            <a:r>
              <a:rPr lang="en-GB" sz="2400" dirty="0"/>
              <a:t>. </a:t>
            </a:r>
          </a:p>
          <a:p>
            <a:pPr marL="180975" lvl="0" indent="-180975">
              <a:buFont typeface="Arial" panose="020B0604020202020204" pitchFamily="34" charset="0"/>
              <a:buChar char="•"/>
            </a:pPr>
            <a:r>
              <a:rPr lang="en-GB" sz="2400" dirty="0"/>
              <a:t>Approach your </a:t>
            </a:r>
            <a:r>
              <a:rPr lang="en-GB" sz="2400" b="1" dirty="0"/>
              <a:t>personal tutor for additional support </a:t>
            </a:r>
            <a:r>
              <a:rPr lang="en-GB" sz="2400" dirty="0"/>
              <a:t>if you struggle to understand the comments/feedback on your work. </a:t>
            </a:r>
          </a:p>
          <a:p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0DBB0F-1DCC-9696-5E8B-DA9F2D2F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651" y="1025056"/>
            <a:ext cx="2233034" cy="22330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940FA7-E62E-0E30-B3E4-16CA77A8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393" y="4167744"/>
            <a:ext cx="2573549" cy="2573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9DA782-1102-B0FE-8A64-3D312730D1C1}"/>
              </a:ext>
            </a:extLst>
          </p:cNvPr>
          <p:cNvSpPr txBox="1"/>
          <p:nvPr/>
        </p:nvSpPr>
        <p:spPr>
          <a:xfrm>
            <a:off x="8850236" y="161261"/>
            <a:ext cx="325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376795"/>
                </a:solidFill>
                <a:latin typeface="Aptos" panose="020B0004020202020204" pitchFamily="34" charset="0"/>
              </a:rPr>
              <a:t>Scan this QR code to learn how to access your feedback for Canvas assignments</a:t>
            </a:r>
            <a:endParaRPr lang="en-GB" sz="2400" dirty="0">
              <a:solidFill>
                <a:srgbClr val="376795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10D40-47B5-6A45-549B-1EA6E677ED98}"/>
              </a:ext>
            </a:extLst>
          </p:cNvPr>
          <p:cNvSpPr txBox="1"/>
          <p:nvPr/>
        </p:nvSpPr>
        <p:spPr>
          <a:xfrm>
            <a:off x="8625840" y="3451277"/>
            <a:ext cx="37023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376795"/>
                </a:solidFill>
                <a:latin typeface="Aptos" panose="020B0004020202020204" pitchFamily="34" charset="0"/>
              </a:rPr>
              <a:t>Scan this code to learn how to use the feedback for your assessment.</a:t>
            </a:r>
          </a:p>
        </p:txBody>
      </p:sp>
    </p:spTree>
    <p:extLst>
      <p:ext uri="{BB962C8B-B14F-4D97-AF65-F5344CB8AC3E}">
        <p14:creationId xmlns:p14="http://schemas.microsoft.com/office/powerpoint/2010/main" val="2299534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5F9A28-054E-7104-AB63-70E26BD0B408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F1074-3685-91E2-80F6-AF92B942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565" y="1322744"/>
            <a:ext cx="9893031" cy="2626469"/>
          </a:xfrm>
        </p:spPr>
        <p:txBody>
          <a:bodyPr/>
          <a:lstStyle/>
          <a:p>
            <a:r>
              <a:rPr lang="en-US" dirty="0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3400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61FD-1440-437C-F6AA-23B3BE60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42" y="1245141"/>
            <a:ext cx="9893031" cy="2626469"/>
          </a:xfrm>
        </p:spPr>
        <p:txBody>
          <a:bodyPr/>
          <a:lstStyle/>
          <a:p>
            <a:r>
              <a:rPr lang="en-GB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459769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DIMENSIONS" val="29"/>
  <p:tag name="VEVOX.INSTRUCTIONS.V2" val="1964727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LIDE" val="join_instructions_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.TEXT" val="join_instructions_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0)"/>
  <p:tag name="VEVOX.ACCESSIBILITY.DECORATIV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  <p:tag name="VEVOX.ACCESSIBILITY.DECORATIV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  <p:tag name="VEVOX.ACCESSIBILITY.DECORATIV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  <p:tag name="VEVOX.ACCESSIBILITY.DECORATIV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  <p:tag name="VEVOX.ACCESSIBILITY.DECORATIV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  <p:tag name="VEVOX.ACCESSIBILITY.DECORATIV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  <p:tag name="VEVOX.ACCESSIBILITY.DECORATIV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  <p:tag name="VEVOX.ACCESSIBILITY.DECORATIV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0)"/>
  <p:tag name="VEVOX.ACCESSIBILITY.DECORATIV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0)"/>
  <p:tag name="VEVOX.ACCESSIBILITY.DECORATIV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0)"/>
  <p:tag name="VEVOX.ACCESSIBILITY.DECORATIV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0)"/>
  <p:tag name="VEVOX.ACCESSIBILITY.DECORATIV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0)"/>
  <p:tag name="VEVOX.ACCESSIBILITY.DECORATIV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0)"/>
  <p:tag name="VEVOX.ACCESSIBILITY.DECORATIV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0)"/>
  <p:tag name="VEVOX.ACCESSIBILITY.DECORATIV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0)"/>
  <p:tag name="VEVOX.ACCESSIBILITY.DECORATIV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0)"/>
  <p:tag name="VEVOX.ACCESSIBILITY.DECORATIV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0)"/>
  <p:tag name="VEVOX.ACCESSIBILITY.DECORATIV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0)"/>
  <p:tag name="VEVOX.ACCESSIBILITY.DECORATIV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0)"/>
  <p:tag name="VEVOX.ACCESSIBILITY.DECORATIV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0)"/>
  <p:tag name="VEVOX.ACCESSIBILITY.DECORATIV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0)"/>
  <p:tag name="VEVOX.ACCESSIBILITY.DECORATIV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0)"/>
  <p:tag name="VEVOX.ACCESSIBILITY.DECORATIV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  <p:tag name="VEVOX.ACCESSIBILITY.DECORATIV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  <p:tag name="VEVOX.ACCESSIBILITY.DECORATIV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  <p:tag name="VEVOX.ACCESSIBILITY.DECORATIV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  <p:tag name="VEVOX.ACCESSIBILITY.DECORATIV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  <p:tag name="VEVOX.ACCESSIBILITY.DECORATIV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  <p:tag name="VEVOX.ACCESSIBILITY.DECORATIV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  <p:tag name="VEVOX.ACCESSIBILITY.DECORATIV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)"/>
  <p:tag name="VEVOX.ACCESSIBILITY.DECORATIV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  <p:tag name="VEVOX.ACCESSIBILITY.DECORATIV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)"/>
  <p:tag name="VEVOX.ACCESSIBILITY.DECORATIV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)"/>
  <p:tag name="VEVOX.ACCESSIBILITY.DECORATIV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)"/>
  <p:tag name="VEVOX.ACCESSIBILITY.DECORATIV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)"/>
  <p:tag name="VEVOX.ACCESSIBILITY.DECORATIV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)"/>
  <p:tag name="VEVOX.ACCESSIBILITY.DECORATIV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  <p:tag name="VEVOX.ACCESSIBILITY.DECORATIV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)"/>
  <p:tag name="VEVOX.ACCESSIBILITY.DECORATIV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)"/>
  <p:tag name="VEVOX.ACCESSIBILITY.DECORATIV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)"/>
  <p:tag name="VEVOX.ACCESSIBILITY.DECORATIV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)"/>
  <p:tag name="VEVOX.ACCESSIBILITY.DECORATIV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)"/>
  <p:tag name="VEVOX.ACCESSIBILITY.DECORATIV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)"/>
  <p:tag name="VEVOX.ACCESSIBILITY.DECORATIV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)"/>
  <p:tag name="VEVOX.ACCESSIBILITY.DECORATIV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)"/>
  <p:tag name="VEVOX.ACCESSIBILITY.DECORATIV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)"/>
  <p:tag name="VEVOX.ACCESSIBILITY.DECORATIV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  <p:tag name="VEVOX.ACCESSIBILITY.DECORATIV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)"/>
  <p:tag name="VEVOX.ACCESSIBILITY.DECORATIV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  <p:tag name="VEVOX.ACCESSIBILITY.DECORATIV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)"/>
  <p:tag name="VEVOX.ACCESSIBILITY.DECORATIV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)"/>
  <p:tag name="VEVOX.ACCESSIBILITY.DECORATIV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)"/>
  <p:tag name="VEVOX.ACCESSIBILITY.DECORATIV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  <p:tag name="VEVOX.ACCESSIBILITY.DECORATIV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)"/>
  <p:tag name="VEVOX.ACCESSIBILITY.DECORATIV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)"/>
  <p:tag name="VEVOX.ACCESSIBILITY.DECORATIV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)"/>
  <p:tag name="VEVOX.ACCESSIBILITY.DECORATIV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)"/>
  <p:tag name="VEVOX.ACCESSIBILITY.DECORATIV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)"/>
  <p:tag name="VEVOX.ACCESSIBILITY.DECORATIV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  <p:tag name="VEVOX.ACCESSIBILITY.DECORATIV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)"/>
  <p:tag name="VEVOX.ACCESSIBILITY.DECORATIV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  <p:tag name="VEVOX.ACCESSIBILITY.DECORATIV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)"/>
  <p:tag name="VEVOX.ACCESSIBILITY.DECORATIV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  <p:tag name="VEVOX.ACCESSIBILITY.DECORATIV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  <p:tag name="VEVOX.ACCESSIBILITY.DECORATIV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  <p:tag name="VEVOX.ACCESSIBILITY.DECORATIV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)"/>
  <p:tag name="VEVOX.ACCESSIBILITY.DECORATIV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  <p:tag name="VEVOX.ACCESSIBILITY.DECORATIV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)"/>
  <p:tag name="VEVOX.ACCESSIBILITY.DECORATIV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)"/>
  <p:tag name="VEVOX.ACCESSIBILITY.DECORATIV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)"/>
  <p:tag name="VEVOX.ACCESSIBILITY.DECORATIV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)"/>
  <p:tag name="VEVOX.ACCESSIBILITY.DECORATIV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)"/>
  <p:tag name="VEVOX.ACCESSIBILITY.DECORATIV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)"/>
  <p:tag name="VEVOX.ACCESSIBILITY.DECORATIV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  <p:tag name="VEVOX.ACCESSIBILITY.DECORATIV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)"/>
  <p:tag name="VEVOX.ACCESSIBILITY.DECORATIVE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  <p:tag name="VEVOX.ACCESSIBILITY.DECORATIV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)"/>
  <p:tag name="VEVOX.ACCESSIBILITY.DECORATIV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)"/>
  <p:tag name="VEVOX.ACCESSIBILITY.DECORATIV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)"/>
  <p:tag name="VEVOX.ACCESSIBILITY.DECORATIV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  <p:tag name="VEVOX.ACCESSIBILITY.DECORATIV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  <p:tag name="VEVOX.ACCESSIBILITY.DECORATIV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)"/>
  <p:tag name="VEVOX.ACCESSIBILITY.DECORATIV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  <p:tag name="VEVOX.ACCESSIBILITY.DECORATIVE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)"/>
  <p:tag name="VEVOX.ACCESSIBILITY.DECORATIVE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  <p:tag name="VEVOX.ACCESSIBILITY.DECORATIV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  <p:tag name="VEVOX.ACCESSIBILITY.DECORATIV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  <p:tag name="VEVOX.ACCESSIBILITY.DECORATIV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)"/>
  <p:tag name="VEVOX.ACCESSIBILITY.DECORATIVE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  <p:tag name="VEVOX.ACCESSIBILITY.DECORATIV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3)"/>
  <p:tag name="VEVOX.ACCESSIBILITY.DECORATIVE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  <p:tag name="VEVOX.ACCESSIBILITY.DECORATIVE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3)"/>
  <p:tag name="VEVOX.ACCESSIBILITY.DECORATIVE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  <p:tag name="VEVOX.ACCESSIBILITY.DECORATIV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  <p:tag name="VEVOX.ACCESSIBILITY.DECORATIV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  <p:tag name="VEVOX.ACCESSIBILITY.DECORATIV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3)"/>
  <p:tag name="VEVOX.ACCESSIBILITY.DECORATIV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  <p:tag name="VEVOX.ACCESSIBILITY.DECORATIV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3)"/>
  <p:tag name="VEVOX.ACCESSIBILITY.DECORATIV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  <p:tag name="VEVOX.ACCESSIBILITY.DECORATIV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  <p:tag name="VEVOX.ACCESSIBILITY.DECORATIV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  <p:tag name="VEVOX.ACCESSIBILITY.DECORATIV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3)"/>
  <p:tag name="VEVOX.ACCESSIBILITY.DECORATIV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3)"/>
  <p:tag name="VEVOX.ACCESSIBILITY.DECORATIV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3)"/>
  <p:tag name="VEVOX.ACCESSIBILITY.DECORATIV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  <p:tag name="VEVOX.ACCESSIBILITY.DECORATIV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  <p:tag name="VEVOX.ACCESSIBILITY.DECORATIV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3)"/>
  <p:tag name="VEVOX.ACCESSIBILITY.DECORATIV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3)"/>
  <p:tag name="VEVOX.ACCESSIBILITY.DECORATIV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3)"/>
  <p:tag name="VEVOX.ACCESSIBILITY.DECORATIV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  <p:tag name="VEVOX.ACCESSIBILITY.DECORATIV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3)"/>
  <p:tag name="VEVOX.ACCESSIBILITY.DECORATIV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3)"/>
  <p:tag name="VEVOX.ACCESSIBILITY.DECORATIV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  <p:tag name="VEVOX.ACCESSIBILITY.DECORATIV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3)"/>
  <p:tag name="VEVOX.ACCESSIBILITY.DECORATIV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  <p:tag name="VEVOX.ACCESSIBILITY.DECORATIVE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  <p:tag name="VEVOX.ACCESSIBILITY.DECORATIV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  <p:tag name="VEVOX.ACCESSIBILITY.DECORATIV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3)"/>
  <p:tag name="VEVOX.ACCESSIBILITY.DECORATIV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  <p:tag name="VEVOX.ACCESSIBILITY.DECORATIV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4)"/>
  <p:tag name="VEVOX.ACCESSIBILITY.DECORATIV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  <p:tag name="VEVOX.ACCESSIBILITY.DECORATIV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4)"/>
  <p:tag name="VEVOX.ACCESSIBILITY.DECORATIV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  <p:tag name="VEVOX.ACCESSIBILITY.DECORATIV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  <p:tag name="VEVOX.ACCESSIBILITY.DECORATIVE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  <p:tag name="VEVOX.ACCESSIBILITY.DECORATIV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4)"/>
  <p:tag name="VEVOX.ACCESSIBILITY.DECORATIV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  <p:tag name="VEVOX.ACCESSIBILITY.DECORATIV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4)"/>
  <p:tag name="VEVOX.ACCESSIBILITY.DECORATIV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  <p:tag name="VEVOX.ACCESSIBILITY.DECORATIV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4)"/>
  <p:tag name="VEVOX.ACCESSIBILITY.DECORATIV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4)"/>
  <p:tag name="VEVOX.ACCESSIBILITY.DECORATIV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4)"/>
  <p:tag name="VEVOX.ACCESSIBILITY.DECORATIV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4)"/>
  <p:tag name="VEVOX.ACCESSIBILITY.DECORATIV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4)"/>
  <p:tag name="VEVOX.ACCESSIBILITY.DECORATIV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4)"/>
  <p:tag name="VEVOX.ACCESSIBILITY.DECORATIV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4)"/>
  <p:tag name="VEVOX.ACCESSIBILITY.DECORATIV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  <p:tag name="VEVOX.ACCESSIBILITY.DECORATIV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4)"/>
  <p:tag name="VEVOX.ACCESSIBILITY.DECORATIV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  <p:tag name="VEVOX.ACCESSIBILITY.DECORATIV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4)"/>
  <p:tag name="VEVOX.ACCESSIBILITY.DECORATIV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4)"/>
  <p:tag name="VEVOX.ACCESSIBILITY.DECORATIV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4)"/>
  <p:tag name="VEVOX.ACCESSIBILITY.DECORATIV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  <p:tag name="VEVOX.ACCESSIBILITY.DECORATIV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4)"/>
  <p:tag name="VEVOX.ACCESSIBILITY.DECORATIV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  <p:tag name="VEVOX.ACCESSIBILITY.DECORATIV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  <p:tag name="VEVOX.ACCESSIBILITY.DECORATIV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  <p:tag name="VEVOX.ACCESSIBILITY.DECORATIV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4)"/>
  <p:tag name="VEVOX.ACCESSIBILITY.DECORATIV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  <p:tag name="VEVOX.ACCESSIBILITY.DECORATIV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5)"/>
  <p:tag name="VEVOX.ACCESSIBILITY.DECORATIVE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  <p:tag name="VEVOX.ACCESSIBILITY.DECORATIV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5)"/>
  <p:tag name="VEVOX.ACCESSIBILITY.DECORATIV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5)"/>
  <p:tag name="VEVOX.ACCESSIBILITY.DECORATIV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5)"/>
  <p:tag name="VEVOX.ACCESSIBILITY.DECORATIV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5)"/>
  <p:tag name="VEVOX.ACCESSIBILITY.DECORATIV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5)"/>
  <p:tag name="VEVOX.ACCESSIBILITY.DECORATIV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  <p:tag name="VEVOX.ACCESSIBILITY.DECORATIV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5)"/>
  <p:tag name="VEVOX.ACCESSIBILITY.DECORATIV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  <p:tag name="VEVOX.ACCESSIBILITY.DECORATIV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5)"/>
  <p:tag name="VEVOX.ACCESSIBILITY.DECORATIV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5)"/>
  <p:tag name="VEVOX.ACCESSIBILITY.DECORATIVE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5)"/>
  <p:tag name="VEVOX.ACCESSIBILITY.DECORATIV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5)"/>
  <p:tag name="VEVOX.ACCESSIBILITY.DECORATIV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5)"/>
  <p:tag name="VEVOX.ACCESSIBILITY.DECORATIV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5)"/>
  <p:tag name="VEVOX.ACCESSIBILITY.DECORATIV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5)"/>
  <p:tag name="VEVOX.ACCESSIBILITY.DECORATIV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5)"/>
  <p:tag name="VEVOX.ACCESSIBILITY.DECORATIV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5)"/>
  <p:tag name="VEVOX.ACCESSIBILITY.DECORATIV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5)"/>
  <p:tag name="VEVOX.ACCESSIBILITY.DECORATIV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5)"/>
  <p:tag name="VEVOX.ACCESSIBILITY.DECORATIV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5)"/>
  <p:tag name="VEVOX.ACCESSIBILITY.DECORATIVE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5)"/>
  <p:tag name="VEVOX.ACCESSIBILITY.DECORATIV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  <p:tag name="VEVOX.ACCESSIBILITY.DECORATIVE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5)"/>
  <p:tag name="VEVOX.ACCESSIBILITY.DECORATIV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5)"/>
  <p:tag name="VEVOX.ACCESSIBILITY.DECORATIV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5)"/>
  <p:tag name="VEVOX.ACCESSIBILITY.DECORATIV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5)"/>
  <p:tag name="VEVOX.ACCESSIBILITY.DECORATIV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5)"/>
  <p:tag name="VEVOX.ACCESSIBILITY.DECORATIV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  <p:tag name="VEVOX.ACCESSIBILITY.DECORATIV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6)"/>
  <p:tag name="VEVOX.ACCESSIBILITY.DECORATIV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  <p:tag name="VEVOX.ACCESSIBILITY.DECORATIV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  <p:tag name="VEVOX.ACCESSIBILITY.DECORATIVE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  <p:tag name="VEVOX.ACCESSIBILITY.DECORATIV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  <p:tag name="VEVOX.ACCESSIBILITY.DECORATIV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  <p:tag name="VEVOX.ACCESSIBILITY.DECORATIV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  <p:tag name="VEVOX.ACCESSIBILITY.DECORATIVE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  <p:tag name="VEVOX.ACCESSIBILITY.DECORATIV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6)"/>
  <p:tag name="VEVOX.ACCESSIBILITY.DECORATIV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  <p:tag name="VEVOX.ACCESSIBILITY.DECORATIV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6)"/>
  <p:tag name="VEVOX.ACCESSIBILITY.DECORATIVE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  <p:tag name="VEVOX.ACCESSIBILITY.DECORATIV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6)"/>
  <p:tag name="VEVOX.ACCESSIBILITY.DECORATIVE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  <p:tag name="VEVOX.ACCESSIBILITY.DECORATIVE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6)"/>
  <p:tag name="VEVOX.ACCESSIBILITY.DECORATIV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  <p:tag name="VEVOX.ACCESSIBILITY.DECORATIV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6)"/>
  <p:tag name="VEVOX.ACCESSIBILITY.DECORATIV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  <p:tag name="VEVOX.ACCESSIBILITY.DECORATIV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6)"/>
  <p:tag name="VEVOX.ACCESSIBILITY.DECORATIVE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  <p:tag name="VEVOX.ACCESSIBILITY.DECORATIV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6)"/>
  <p:tag name="VEVOX.ACCESSIBILITY.DECORATIV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  <p:tag name="VEVOX.ACCESSIBILITY.DECORATIV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6)"/>
  <p:tag name="VEVOX.ACCESSIBILITY.DECORATIV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  <p:tag name="VEVOX.ACCESSIBILITY.DECORATIV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  <p:tag name="VEVOX.ACCESSIBILITY.DECORATIVE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  <p:tag name="VEVOX.ACCESSIBILITY.DECORATIVE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  <p:tag name="VEVOX.ACCESSIBILITY.DECORATIVE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  <p:tag name="VEVOX.ACCESSIBILITY.DECORATIV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  <p:tag name="VEVOX.ACCESSIBILITY.DECORATIV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  <p:tag name="VEVOX.ACCESSIBILITY.DECORATIV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7)"/>
  <p:tag name="VEVOX.ACCESSIBILITY.DECORATIV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7)"/>
  <p:tag name="VEVOX.ACCESSIBILITY.DECORATIVE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7)"/>
  <p:tag name="VEVOX.ACCESSIBILITY.DECORATIVE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7)"/>
  <p:tag name="VEVOX.ACCESSIBILITY.DECORATIVE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7)"/>
  <p:tag name="VEVOX.ACCESSIBILITY.DECORATIVE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7)"/>
  <p:tag name="VEVOX.ACCESSIBILITY.DECORATIVE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7)"/>
  <p:tag name="VEVOX.ACCESSIBILITY.DECORATIVE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7)"/>
  <p:tag name="VEVOX.ACCESSIBILITY.DECORATIVE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7)"/>
  <p:tag name="VEVOX.ACCESSIBILITY.DECORATIVE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  <p:tag name="VEVOX.ACCESSIBILITY.DECORATIVE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7)"/>
  <p:tag name="VEVOX.ACCESSIBILITY.DECORATIVE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7)"/>
  <p:tag name="VEVOX.ACCESSIBILITY.DECORATIVE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  <p:tag name="VEVOX.ACCESSIBILITY.DECORATIVE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7)"/>
  <p:tag name="VEVOX.ACCESSIBILITY.DECORATIVE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7)"/>
  <p:tag name="VEVOX.ACCESSIBILITY.DECORATIVE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  <p:tag name="VEVOX.ACCESSIBILITY.DECORATIVE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7)"/>
  <p:tag name="VEVOX.ACCESSIBILITY.DECORATIVE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7)"/>
  <p:tag name="VEVOX.ACCESSIBILITY.DECORATIVE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7)"/>
  <p:tag name="VEVOX.ACCESSIBILITY.DECORATIVE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7)"/>
  <p:tag name="VEVOX.ACCESSIBILITY.DECORATIVE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7)"/>
  <p:tag name="VEVOX.ACCESSIBILITY.DECORATIVE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  <p:tag name="VEVOX.ACCESSIBILITY.DECORATIVE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8)"/>
  <p:tag name="VEVOX.ACCESSIBILITY.DECORATIVE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  <p:tag name="VEVOX.ACCESSIBILITY.DECORATIVE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8)"/>
  <p:tag name="VEVOX.ACCESSIBILITY.DECORATIVE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8)"/>
  <p:tag name="VEVOX.ACCESSIBILITY.DECORATIVE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8)"/>
  <p:tag name="VEVOX.ACCESSIBILITY.DECORATIVE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  <p:tag name="VEVOX.ACCESSIBILITY.DECORATIVE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8)"/>
  <p:tag name="VEVOX.ACCESSIBILITY.DECORATIVE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  <p:tag name="VEVOX.ACCESSIBILITY.DECORATIVE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8)"/>
  <p:tag name="VEVOX.ACCESSIBILITY.DECORATIVE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8)"/>
  <p:tag name="VEVOX.ACCESSIBILITY.DECORATIVE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8)"/>
  <p:tag name="VEVOX.ACCESSIBILITY.DECORATIVE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  <p:tag name="VEVOX.ACCESSIBILITY.DECORATIVE" val="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8)"/>
  <p:tag name="VEVOX.ACCESSIBILITY.DECORATIVE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8)"/>
  <p:tag name="VEVOX.ACCESSIBILITY.DECORATIVE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8)"/>
  <p:tag name="VEVOX.ACCESSIBILITY.DECORATIVE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8)"/>
  <p:tag name="VEVOX.ACCESSIBILITY.DECORATIVE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8)"/>
  <p:tag name="VEVOX.ACCESSIBILITY.DECORATIV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  <p:tag name="VEVOX.ACCESSIBILITY.DECORATIV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8)"/>
  <p:tag name="VEVOX.ACCESSIBILITY.DECORATIVE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  <p:tag name="VEVOX.ACCESSIBILITY.DECORATIV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8)"/>
  <p:tag name="VEVOX.ACCESSIBILITY.DECORATIV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8)"/>
  <p:tag name="VEVOX.ACCESSIBILITY.DECORATIV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8)"/>
  <p:tag name="VEVOX.ACCESSIBILITY.DECORATIV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  <p:tag name="VEVOX.ACCESSIBILITY.DECORATIVE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  <p:tag name="VEVOX.ACCESSIBILITY.DECORATIV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  <p:tag name="VEVOX.ACCESSIBILITY.DECORATIV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  <p:tag name="VEVOX.ACCESSIBILITY.DECORATIVE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8)"/>
  <p:tag name="VEVOX.ACCESSIBILITY.DECORATIVE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9)"/>
  <p:tag name="VEVOX.ACCESSIBILITY.DECORATIVE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9)"/>
  <p:tag name="VEVOX.ACCESSIBILITY.DECORATIVE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  <p:tag name="VEVOX.ACCESSIBILITY.DECORATIVE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9)"/>
  <p:tag name="VEVOX.ACCESSIBILITY.DECORATIVE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9)"/>
  <p:tag name="VEVOX.ACCESSIBILITY.DECORATIVE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9)"/>
  <p:tag name="VEVOX.ACCESSIBILITY.DECORATIVE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9)"/>
  <p:tag name="VEVOX.ACCESSIBILITY.DECORATIVE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9)"/>
  <p:tag name="VEVOX.ACCESSIBILITY.DECORATIVE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9)"/>
  <p:tag name="VEVOX.ACCESSIBILITY.DECORATIVE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9)"/>
  <p:tag name="VEVOX.ACCESSIBILITY.DECORATIVE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9)"/>
  <p:tag name="VEVOX.ACCESSIBILITY.DECORATIVE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9)"/>
  <p:tag name="VEVOX.ACCESSIBILITY.DECORATIV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9)"/>
  <p:tag name="VEVOX.ACCESSIBILITY.DECORATIV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9)"/>
  <p:tag name="VEVOX.ACCESSIBILITY.DECORATIVE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9)"/>
  <p:tag name="VEVOX.ACCESSIBILITY.DECORATIV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9)"/>
  <p:tag name="VEVOX.ACCESSIBILITY.DECORATIV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9)"/>
  <p:tag name="VEVOX.ACCESSIBILITY.DECORATIV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9)"/>
  <p:tag name="VEVOX.ACCESSIBILITY.DECORATIVE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9)"/>
  <p:tag name="VEVOX.ACCESSIBILITY.DECORATIVE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9)"/>
  <p:tag name="VEVOX.ACCESSIBILITY.DECORATIVE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9)"/>
  <p:tag name="VEVOX.ACCESSIBILITY.DECORATIVE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9)"/>
  <p:tag name="VEVOX.ACCESSIBILITY.DECORATIVE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9)"/>
  <p:tag name="VEVOX.ACCESSIBILITY.DECORATIVE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  <p:tag name="VEVOX.ACCESSIBILITY.DECORATIVE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  <p:tag name="VEVOX.ACCESSIBILITY.DECORATIVE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  <p:tag name="VEVOX.ACCESSIBILITY.DECORATIVE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9)"/>
  <p:tag name="VEVOX.ACCESSIBILITY.DECORATIVE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9)"/>
  <p:tag name="VEVOX.ACCESSIBILITY.DECORATIVE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9)"/>
  <p:tag name="VEVOX.ACCESSIBILITY.DECORATIVE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  <p:tag name="VEVOX.ACCESSIBILITY.DECORATIVE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0)"/>
  <p:tag name="VEVOX.ACCESSIBILITY.DECORATIVE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0)"/>
  <p:tag name="VEVOX.ACCESSIBILITY.DECORATIVE" val="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0)"/>
  <p:tag name="VEVOX.ACCESSIBILITY.DECORATIVE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0)"/>
  <p:tag name="VEVOX.ACCESSIBILITY.DECORATIVE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0)"/>
  <p:tag name="VEVOX.ACCESSIBILITY.DECORATIVE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0)"/>
  <p:tag name="VEVOX.ACCESSIBILITY.DECORATIVE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0)"/>
  <p:tag name="VEVOX.ACCESSIBILITY.DECORATIVE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  <p:tag name="VEVOX.ACCESSIBILITY.DECORATIVE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0)"/>
  <p:tag name="VEVOX.ACCESSIBILITY.DECORATIV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0)"/>
  <p:tag name="VEVOX.ACCESSIBILITY.DECORATIV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0)"/>
  <p:tag name="VEVOX.ACCESSIBILITY.DECORATIV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0)"/>
  <p:tag name="VEVOX.ACCESSIBILITY.DECORATIV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  <p:tag name="VEVOX.ACCESSIBILITY.DECORATIVE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0)"/>
  <p:tag name="VEVOX.ACCESSIBILITY.DECORATIVE" val="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  <p:tag name="VEVOX.ACCESSIBILITY.DECORATIVE" val="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  <p:tag name="VEVOX.ACCESSIBILITY.DECORATIVE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  <p:tag name="VEVOX.ACCESSIBILITY.DECORATIVE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0)"/>
  <p:tag name="VEVOX.ACCESSIBILITY.DECORATIVE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0)"/>
  <p:tag name="VEVOX.ACCESSIBILITY.DECORATIVE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0)"/>
  <p:tag name="VEVOX.ACCESSIBILITY.DECORATIVE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0)"/>
  <p:tag name="VEVOX.ACCESSIBILITY.DECORATIV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  <p:tag name="VEVOX.ACCESSIBILITY.DECORATIV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  <p:tag name="VEVOX.ACCESSIBILITY.DECORATIV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0)"/>
  <p:tag name="VEVOX.ACCESSIBILITY.DECORATIV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0)"/>
  <p:tag name="VEVOX.ACCESSIBILITY.DECORATIV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1)"/>
  <p:tag name="VEVOX.ACCESSIBILITY.DECORATIV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1)"/>
  <p:tag name="VEVOX.ACCESSIBILITY.DECORATIVE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1)"/>
  <p:tag name="VEVOX.ACCESSIBILITY.DECORATIVE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1)"/>
  <p:tag name="VEVOX.ACCESSIBILITY.DECORATIVE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1)"/>
  <p:tag name="VEVOX.ACCESSIBILITY.DECORATIV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  <p:tag name="VEVOX.ACCESSIBILITY.DECORATIV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1)"/>
  <p:tag name="VEVOX.ACCESSIBILITY.DECORATIV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1)"/>
  <p:tag name="VEVOX.ACCESSIBILITY.DECORATIV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1)"/>
  <p:tag name="VEVOX.ACCESSIBILITY.DECORATIV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1)"/>
  <p:tag name="VEVOX.ACCESSIBILITY.DECORATIV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1)"/>
  <p:tag name="VEVOX.ACCESSIBILITY.DECORATIV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1)"/>
  <p:tag name="VEVOX.ACCESSIBILITY.DECORATIVE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1)"/>
  <p:tag name="VEVOX.ACCESSIBILITY.DECORATIVE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1)"/>
  <p:tag name="VEVOX.ACCESSIBILITY.DECORATIVE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  <p:tag name="VEVOX.ACCESSIBILITY.DECORATIVE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1)"/>
  <p:tag name="VEVOX.ACCESSIBILITY.DECORATIVE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  <p:tag name="VEVOX.ACCESSIBILITY.DECORATIV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1)"/>
  <p:tag name="VEVOX.ACCESSIBILITY.DECORATIVE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1)"/>
  <p:tag name="VEVOX.ACCESSIBILITY.DECORATIVE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1)"/>
  <p:tag name="VEVOX.ACCESSIBILITY.DECORATIVE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  <p:tag name="VEVOX.ACCESSIBILITY.DECORATIVE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  <p:tag name="VEVOX.ACCESSIBILITY.DECORATIVE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  <p:tag name="VEVOX.ACCESSIBILITY.DECORATIVE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1)"/>
  <p:tag name="VEVOX.ACCESSIBILITY.DECORATIVE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1)"/>
  <p:tag name="VEVOX.ACCESSIBILITY.DECORATIVE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1)"/>
  <p:tag name="VEVOX.ACCESSIBILITY.DECORATIVE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  <p:tag name="VEVOX.ACCESSIBILITY.DECORATIVE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1)"/>
  <p:tag name="VEVOX.ACCESSIBILITY.DECORATIVE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  <p:tag name="VEVOX.ACCESSIBILITY.DECORATIVE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2)"/>
  <p:tag name="VEVOX.ACCESSIBILITY.DECORATIV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2)"/>
  <p:tag name="VEVOX.ACCESSIBILITY.DECORATIV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  <p:tag name="VEVOX.ACCESSIBILITY.DECORATIVE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2)"/>
  <p:tag name="VEVOX.ACCESSIBILITY.DECORATIVE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  <p:tag name="VEVOX.ACCESSIBILITY.DECORATIVE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2)"/>
  <p:tag name="VEVOX.ACCESSIBILITY.DECORATIV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2)"/>
  <p:tag name="VEVOX.ACCESSIBILITY.DECORATIVE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  <p:tag name="VEVOX.ACCESSIBILITY.DECORATIV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2)"/>
  <p:tag name="VEVOX.ACCESSIBILITY.DECORATIV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2)"/>
  <p:tag name="VEVOX.ACCESSIBILITY.DECORATIV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2)"/>
  <p:tag name="VEVOX.ACCESSIBILITY.DECORATIVE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2)"/>
  <p:tag name="VEVOX.ACCESSIBILITY.DECORATIVE" val="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  <p:tag name="VEVOX.ACCESSIBILITY.DECORATIVE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2)"/>
  <p:tag name="VEVOX.ACCESSIBILITY.DECORATIVE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2)"/>
  <p:tag name="VEVOX.ACCESSIBILITY.DECORATIVE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2)"/>
  <p:tag name="VEVOX.ACCESSIBILITY.DECORATIVE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2)"/>
  <p:tag name="VEVOX.ACCESSIBILITY.DECORATIVE" val="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2)"/>
  <p:tag name="VEVOX.ACCESSIBILITY.DECORATIVE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2)"/>
  <p:tag name="VEVOX.ACCESSIBILITY.DECORATIVE" val="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2)"/>
  <p:tag name="VEVOX.ACCESSIBILITY.DECORATIVE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2)"/>
  <p:tag name="VEVOX.ACCESSIBILITY.DECORATIVE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2)"/>
  <p:tag name="VEVOX.ACCESSIBILITY.DECORATIVE" val="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2)"/>
  <p:tag name="VEVOX.ACCESSIBILITY.DECORATIV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2)"/>
  <p:tag name="VEVOX.ACCESSIBILITY.DECORATIV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2)"/>
  <p:tag name="VEVOX.ACCESSIBILITY.DECORATIVE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2)"/>
  <p:tag name="VEVOX.ACCESSIBILITY.DECORATIVE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2)"/>
  <p:tag name="VEVOX.ACCESSIBILITY.DECORATIVE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2)"/>
  <p:tag name="VEVOX.ACCESSIBILITY.DECORATIVE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3)"/>
  <p:tag name="VEVOX.ACCESSIBILITY.DECORATIV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3)"/>
  <p:tag name="VEVOX.ACCESSIBILITY.DECORATIV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3)"/>
  <p:tag name="VEVOX.ACCESSIBILITY.DECORATIV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3)"/>
  <p:tag name="VEVOX.ACCESSIBILITY.DECORATIVE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  <p:tag name="VEVOX.ACCESSIBILITY.DECORATIVE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3)"/>
  <p:tag name="VEVOX.ACCESSIBILITY.DECORATIVE" val="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3)"/>
  <p:tag name="VEVOX.ACCESSIBILITY.DECORATIVE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3)"/>
  <p:tag name="VEVOX.ACCESSIBILITY.DECORATIVE" val="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3)"/>
  <p:tag name="VEVOX.ACCESSIBILITY.DECORATIVE" val="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  <p:tag name="VEVOX.ACCESSIBILITY.DECORATIVE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3)"/>
  <p:tag name="VEVOX.ACCESSIBILITY.DECORATIVE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3)"/>
  <p:tag name="VEVOX.ACCESSIBILITY.DECORATIVE" val="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3)"/>
  <p:tag name="VEVOX.ACCESSIBILITY.DECORATIVE" val="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3)"/>
  <p:tag name="VEVOX.ACCESSIBILITY.DECORATIVE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3)"/>
  <p:tag name="VEVOX.ACCESSIBILITY.DECORATIV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3)"/>
  <p:tag name="VEVOX.ACCESSIBILITY.DECORATIVE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3)"/>
  <p:tag name="VEVOX.ACCESSIBILITY.DECORATIV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  <p:tag name="VEVOX.ACCESSIBILITY.DECORATIVE" val="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3)"/>
  <p:tag name="VEVOX.ACCESSIBILITY.DECORATIV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3)"/>
  <p:tag name="VEVOX.ACCESSIBILITY.DECORATIVE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3)"/>
  <p:tag name="VEVOX.ACCESSIBILITY.DECORATIVE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3)"/>
  <p:tag name="VEVOX.ACCESSIBILITY.DECORATIVE" val="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3)"/>
  <p:tag name="VEVOX.ACCESSIBILITY.DECORATIVE" val="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  <p:tag name="VEVOX.ACCESSIBILITY.DECORATIVE" val="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  <p:tag name="VEVOX.ACCESSIBILITY.DECORATIVE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  <p:tag name="VEVOX.ACCESSIBILITY.DECORATIV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3)"/>
  <p:tag name="VEVOX.ACCESSIBILITY.DECORATIV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3)"/>
  <p:tag name="VEVOX.ACCESSIBILITY.DECORATIVE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3)"/>
  <p:tag name="VEVOX.ACCESSIBILITY.DECORATIVE" val="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  <p:tag name="VEVOX.ACCESSIBILITY.DECORATIVE" val="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4)"/>
  <p:tag name="VEVOX.ACCESSIBILITY.DECORATIVE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  <p:tag name="VEVOX.ACCESSIBILITY.DECORATIVE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4)"/>
  <p:tag name="VEVOX.ACCESSIBILITY.DECORATIVE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4)"/>
  <p:tag name="VEVOX.ACCESSIBILITY.DECORATIVE" val="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4)"/>
  <p:tag name="VEVOX.ACCESSIBILITY.DECORATIVE" val="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4)"/>
  <p:tag name="VEVOX.ACCESSIBILITY.DECORATIVE" val="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4)"/>
  <p:tag name="VEVOX.ACCESSIBILITY.DECORATIVE" val="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  <p:tag name="VEVOX.ACCESSIBILITY.DECORATIVE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4)"/>
  <p:tag name="VEVOX.ACCESSIBILITY.DECORATIVE" val="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4)"/>
  <p:tag name="VEVOX.ACCESSIBILITY.DECORATIVE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4)"/>
  <p:tag name="VEVOX.ACCESSIBILITY.DECORATIVE" val="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4)"/>
  <p:tag name="VEVOX.ACCESSIBILITY.DECORATIVE" val="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  <p:tag name="VEVOX.ACCESSIBILITY.DECORATIVE" val="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4)"/>
  <p:tag name="VEVOX.ACCESSIBILITY.DECORATIVE" val="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4)"/>
  <p:tag name="VEVOX.ACCESSIBILITY.DECORATIVE" val="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4)"/>
  <p:tag name="VEVOX.ACCESSIBILITY.DECORATIVE" val="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4)"/>
  <p:tag name="VEVOX.ACCESSIBILITY.DECORATIVE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4)"/>
  <p:tag name="VEVOX.ACCESSIBILITY.DECORATIVE" val="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4)"/>
  <p:tag name="VEVOX.ACCESSIBILITY.DECORATIVE" val="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4)"/>
  <p:tag name="VEVOX.ACCESSIBILITY.DECORATIVE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4)"/>
  <p:tag name="VEVOX.ACCESSIBILITY.DECORATIV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  <p:tag name="VEVOX.ACCESSIBILITY.DECORATIVE" val="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4)"/>
  <p:tag name="VEVOX.ACCESSIBILITY.DECORATIVE" val="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4)"/>
  <p:tag name="VEVOX.ACCESSIBILITY.DECORATIVE" val="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4)"/>
  <p:tag name="VEVOX.ACCESSIBILITY.DECORATIVE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4)"/>
  <p:tag name="VEVOX.ACCESSIBILITY.DECORATIVE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  <p:tag name="VEVOX.ACCESSIBILITY.DECORATIVE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  <p:tag name="VEVOX.ACCESSIBILITY.DECORATIVE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5)"/>
  <p:tag name="VEVOX.ACCESSIBILITY.DECORATIVE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5)"/>
  <p:tag name="VEVOX.ACCESSIBILITY.DECORATIVE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5)"/>
  <p:tag name="VEVOX.ACCESSIBILITY.DECORATIV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5)"/>
  <p:tag name="VEVOX.ACCESSIBILITY.DECORATIVE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5)"/>
  <p:tag name="VEVOX.ACCESSIBILITY.DECORATIVE" val="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5)"/>
  <p:tag name="VEVOX.ACCESSIBILITY.DECORATIVE" val="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5)"/>
  <p:tag name="VEVOX.ACCESSIBILITY.DECORATIVE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5)"/>
  <p:tag name="VEVOX.ACCESSIBILITY.DECORATIVE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5)"/>
  <p:tag name="VEVOX.ACCESSIBILITY.DECORATIVE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5)"/>
  <p:tag name="VEVOX.ACCESSIBILITY.DECORATIV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5)"/>
  <p:tag name="VEVOX.ACCESSIBILITY.DECORATIV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5)"/>
  <p:tag name="VEVOX.ACCESSIBILITY.DECORATIVE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5)"/>
  <p:tag name="VEVOX.ACCESSIBILITY.DECORATIVE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5)"/>
  <p:tag name="VEVOX.ACCESSIBILITY.DECORATIVE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5)"/>
  <p:tag name="VEVOX.ACCESSIBILITY.DECORATIVE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  <p:tag name="VEVOX.ACCESSIBILITY.DECORATIV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5)"/>
  <p:tag name="VEVOX.ACCESSIBILITY.DECORATIV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5)"/>
  <p:tag name="VEVOX.ACCESSIBILITY.DECORATIVE" val="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5)"/>
  <p:tag name="VEVOX.ACCESSIBILITY.DECORATIV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5)"/>
  <p:tag name="VEVOX.ACCESSIBILITY.DECORATIVE" val="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  <p:tag name="VEVOX.ACCESSIBILITY.DECORATIVE" val="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5)"/>
  <p:tag name="VEVOX.ACCESSIBILITY.DECORATIVE" val="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  <p:tag name="VEVOX.ACCESSIBILITY.DECORATIVE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5)"/>
  <p:tag name="VEVOX.ACCESSIBILITY.DECORATIVE" val="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5)"/>
  <p:tag name="VEVOX.ACCESSIBILITY.DECORATIV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5)"/>
  <p:tag name="VEVOX.ACCESSIBILITY.DECORATIVE" val="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5)"/>
  <p:tag name="VEVOX.ACCESSIBILITY.DECORATIVE" val="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5)"/>
  <p:tag name="VEVOX.ACCESSIBILITY.DECORATIVE" val="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  <p:tag name="VEVOX.ACCESSIBILITY.DECORATIVE" val="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6)"/>
  <p:tag name="VEVOX.ACCESSIBILITY.DECORATIVE" val="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6)"/>
  <p:tag name="VEVOX.ACCESSIBILITY.DECORATIVE" val="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6)"/>
  <p:tag name="VEVOX.ACCESSIBILITY.DECORATIVE" val="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6)"/>
  <p:tag name="VEVOX.ACCESSIBILITY.DECORATIVE" val="1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6)"/>
  <p:tag name="VEVOX.ACCESSIBILITY.DECORATIVE" val="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6)"/>
  <p:tag name="VEVOX.ACCESSIBILITY.DECORATIVE" val="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6)"/>
  <p:tag name="VEVOX.ACCESSIBILITY.DECORATIVE" val="1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  <p:tag name="VEVOX.ACCESSIBILITY.DECORATIVE" val="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  <p:tag name="VEVOX.ACCESSIBILITY.DECORATIVE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6)"/>
  <p:tag name="VEVOX.ACCESSIBILITY.DECORATIVE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  <p:tag name="VEVOX.ACCESSIBILITY.DECORATIVE" val="1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6)"/>
  <p:tag name="VEVOX.ACCESSIBILITY.DECORATIVE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6)"/>
  <p:tag name="VEVOX.ACCESSIBILITY.DECORATIVE" val="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6)"/>
  <p:tag name="VEVOX.ACCESSIBILITY.DECORATIVE" val="1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6)"/>
  <p:tag name="VEVOX.ACCESSIBILITY.DECORATIVE" val="1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6)"/>
  <p:tag name="VEVOX.ACCESSIBILITY.DECORATIVE" val="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6)"/>
  <p:tag name="VEVOX.ACCESSIBILITY.DECORATIVE" val="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  <p:tag name="VEVOX.ACCESSIBILITY.DECORATIVE" val="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6)"/>
  <p:tag name="VEVOX.ACCESSIBILITY.DECORATIVE" val="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6)"/>
  <p:tag name="VEVOX.ACCESSIBILITY.DECORATIVE" val="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6)"/>
  <p:tag name="VEVOX.ACCESSIBILITY.DECORATIVE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6)"/>
  <p:tag name="VEVOX.ACCESSIBILITY.DECORATIVE" val="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6)"/>
  <p:tag name="VEVOX.ACCESSIBILITY.DECORATIVE" val="1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6)"/>
  <p:tag name="VEVOX.ACCESSIBILITY.DECORATIVE" val="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  <p:tag name="VEVOX.ACCESSIBILITY.DECORATIVE" val="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6)"/>
  <p:tag name="VEVOX.ACCESSIBILITY.DECORATIVE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6)"/>
  <p:tag name="VEVOX.ACCESSIBILITY.DECORATIVE" val="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6)"/>
  <p:tag name="VEVOX.ACCESSIBILITY.DECORATIVE" val="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7)"/>
  <p:tag name="VEVOX.ACCESSIBILITY.DECORATIVE" val="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  <p:tag name="VEVOX.ACCESSIBILITY.DECORATIVE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7)"/>
  <p:tag name="VEVOX.ACCESSIBILITY.DECORATIVE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7)"/>
  <p:tag name="VEVOX.ACCESSIBILITY.DECORATIV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7)"/>
  <p:tag name="VEVOX.ACCESSIBILITY.DECORATIVE" val="1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7)"/>
  <p:tag name="VEVOX.ACCESSIBILITY.DECORATIVE" val="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  <p:tag name="VEVOX.ACCESSIBILITY.DECORATIVE" val="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7)"/>
  <p:tag name="VEVOX.ACCESSIBILITY.DECORATIVE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  <p:tag name="VEVOX.ACCESSIBILITY.DECORATIVE" val="1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7)"/>
  <p:tag name="VEVOX.ACCESSIBILITY.DECORATIVE" val="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7)"/>
  <p:tag name="VEVOX.ACCESSIBILITY.DECORATIVE" val="1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7)"/>
  <p:tag name="VEVOX.ACCESSIBILITY.DECORATIVE" val="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7)"/>
  <p:tag name="VEVOX.ACCESSIBILITY.DECORATIVE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7)"/>
  <p:tag name="VEVOX.ACCESSIBILITY.DECORATIVE" val="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7)"/>
  <p:tag name="VEVOX.ACCESSIBILITY.DECORATIVE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7)"/>
  <p:tag name="VEVOX.ACCESSIBILITY.DECORATIVE" val="1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7)"/>
  <p:tag name="VEVOX.ACCESSIBILITY.DECORATIV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7)"/>
  <p:tag name="VEVOX.ACCESSIBILITY.DECORATIVE" val="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7)"/>
  <p:tag name="VEVOX.ACCESSIBILITY.DECORATIVE" val="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7)"/>
  <p:tag name="VEVOX.ACCESSIBILITY.DECORATIVE" val="1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7)"/>
  <p:tag name="VEVOX.ACCESSIBILITY.DECORATIVE" val="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7)"/>
  <p:tag name="VEVOX.ACCESSIBILITY.DECORATIVE" val="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7)"/>
  <p:tag name="VEVOX.ACCESSIBILITY.DECORATIVE" val="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  <p:tag name="VEVOX.ACCESSIBILITY.DECORATIVE" val="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  <p:tag name="VEVOX.ACCESSIBILITY.DECORATIVE" val="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  <p:tag name="VEVOX.ACCESSIBILITY.DECORATIVE" val="1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7)"/>
  <p:tag name="VEVOX.ACCESSIBILITY.DECORATIVE" val="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7)"/>
  <p:tag name="VEVOX.ACCESSIBILITY.DECORATIVE" val="1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7)"/>
  <p:tag name="VEVOX.ACCESSIBILITY.DECORATIVE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  <p:tag name="VEVOX.ACCESSIBILITY.DECORATIVE" val="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8)"/>
  <p:tag name="VEVOX.ACCESSIBILITY.DECORATIVE" val="1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8)"/>
  <p:tag name="VEVOX.ACCESSIBILITY.DECORATIVE" val="1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8)"/>
  <p:tag name="VEVOX.ACCESSIBILITY.DECORATIVE" val="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8)"/>
  <p:tag name="VEVOX.ACCESSIBILITY.DECORATIVE" val="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8)"/>
  <p:tag name="VEVOX.ACCESSIBILITY.DECORATIVE" val="1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  <p:tag name="VEVOX.ACCESSIBILITY.DECORATIVE" val="1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8)"/>
  <p:tag name="VEVOX.ACCESSIBILITY.DECORATIVE" val="1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  <p:tag name="VEVOX.ACCESSIBILITY.DECORATIVE" val="1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8)"/>
  <p:tag name="VEVOX.ACCESSIBILITY.DECORATIVE" val="1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8)"/>
  <p:tag name="VEVOX.ACCESSIBILITY.DECORATIVE" val="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8)"/>
  <p:tag name="VEVOX.ACCESSIBILITY.DECORATIVE" val="1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  <p:tag name="VEVOX.ACCESSIBILITY.DECORATIV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8)"/>
  <p:tag name="VEVOX.ACCESSIBILITY.DECORATIVE" val="1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8)"/>
  <p:tag name="VEVOX.ACCESSIBILITY.DECORATIVE" val="1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  <p:tag name="VEVOX.ACCESSIBILITY.DECORATIVE" val="1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  <p:tag name="VEVOX.ACCESSIBILITY.DECORATIVE" val="1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  <p:tag name="VEVOX.ACCESSIBILITY.DECORATIVE" val="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8)"/>
  <p:tag name="VEVOX.ACCESSIBILITY.DECORATIVE" val="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8)"/>
  <p:tag name="VEVOX.ACCESSIBILITY.DECORATIV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8)"/>
  <p:tag name="VEVOX.ACCESSIBILITY.DECORATIV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8)"/>
  <p:tag name="VEVOX.ACCESSIBILITY.DECORATIVE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  <p:tag name="VEVOX.ACCESSIBILITY.DECORATIVE" val="1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  <p:tag name="VEVOX.ACCESSIBILITY.DECORATIVE" val="1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8)"/>
  <p:tag name="VEVOX.ACCESSIBILITY.DECORATIVE" val="1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8)"/>
  <p:tag name="VEVOX.ACCESSIBILITY.DECORATIVE" val="1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8)"/>
  <p:tag name="VEVOX.ACCESSIBILITY.DECORATIVE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8)"/>
  <p:tag name="VEVOX.ACCESSIBILITY.DECORATIV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  <p:tag name="VEVOX.ACCESSIBILITY.DECORATIVE" val="1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19)"/>
  <p:tag name="VEVOX.ACCESSIBILITY.DECORATIVE" val="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9)"/>
  <p:tag name="VEVOX.ACCESSIBILITY.DECORATIVE" val="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9)"/>
  <p:tag name="VEVOX.ACCESSIBILITY.DECORATIVE" val="1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9)"/>
  <p:tag name="VEVOX.ACCESSIBILITY.DECORATIVE" val="1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  <p:tag name="VEVOX.ACCESSIBILITY.DECORATIVE" val="1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9)"/>
  <p:tag name="VEVOX.ACCESSIBILITY.DECORATIVE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9)"/>
  <p:tag name="VEVOX.ACCESSIBILITY.DECORATIVE" val="1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9)"/>
  <p:tag name="VEVOX.ACCESSIBILITY.DECORATIVE" val="1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9)"/>
  <p:tag name="VEVOX.ACCESSIBILITY.DECORATIVE" val="1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  <p:tag name="VEVOX.ACCESSIBILITY.DECORATIVE" val="1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9)"/>
  <p:tag name="VEVOX.ACCESSIBILITY.DECORATIVE" val="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9)"/>
  <p:tag name="VEVOX.ACCESSIBILITY.DECORATIVE" val="1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9)"/>
  <p:tag name="VEVOX.ACCESSIBILITY.DECORATIVE" val="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9)"/>
  <p:tag name="VEVOX.ACCESSIBILITY.DECORATIVE" val="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  <p:tag name="VEVOX.ACCESSIBILITY.DECORATIV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9)"/>
  <p:tag name="VEVOX.ACCESSIBILITY.DECORATIVE" val="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  <p:tag name="VEVOX.ACCESSIBILITY.DECORATIVE" val="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9)"/>
  <p:tag name="VEVOX.ACCESSIBILITY.DECORATIVE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9)"/>
  <p:tag name="VEVOX.ACCESSIBILITY.DECORATIVE" val="1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9)"/>
  <p:tag name="VEVOX.ACCESSIBILITY.DECORATIVE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  <p:tag name="VEVOX.ACCESSIBILITY.DECORATIVE" val="1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  <p:tag name="VEVOX.ACCESSIBILITY.DECORATIVE" val="1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9)"/>
  <p:tag name="VEVOX.ACCESSIBILITY.DECORATIVE" val="1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9)"/>
  <p:tag name="VEVOX.ACCESSIBILITY.DECORATIVE" val="1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9)"/>
  <p:tag name="VEVOX.ACCESSIBILITY.DECORATIVE" val="1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9)"/>
  <p:tag name="VEVOX.ACCESSIBILITY.DECORATIVE" val="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9)"/>
  <p:tag name="VEVOX.ACCESSIBILITY.DECORATIVE" val="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9)"/>
  <p:tag name="VEVOX.ACCESSIBILITY.DECORATIVE" val="1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  <p:tag name="VEVOX.ACCESSIBILITY.DECORATIVE" val="1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0)"/>
  <p:tag name="VEVOX.ACCESSIBILITY.DECORATIVE" val="1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  <p:tag name="VEVOX.ACCESSIBILITY.DECORATIVE" val="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0)"/>
  <p:tag name="VEVOX.ACCESSIBILITY.DECORATIVE" val="1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0)"/>
  <p:tag name="VEVOX.ACCESSIBILITY.DECORATIVE" val="1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0)"/>
  <p:tag name="VEVOX.ACCESSIBILITY.DECORATIV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0)"/>
  <p:tag name="VEVOX.ACCESSIBILITY.DECORATIVE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0)"/>
  <p:tag name="VEVOX.ACCESSIBILITY.DECORATIVE" val="1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  <p:tag name="VEVOX.ACCESSIBILITY.DECORATIVE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0)"/>
  <p:tag name="VEVOX.ACCESSIBILITY.DECORATIV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0)"/>
  <p:tag name="VEVOX.ACCESSIBILITY.DECORATIVE" val="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0)"/>
  <p:tag name="VEVOX.ACCESSIBILITY.DECORATIVE" val="1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0)"/>
  <p:tag name="VEVOX.ACCESSIBILITY.DECORATIVE" val="1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0)"/>
  <p:tag name="VEVOX.ACCESSIBILITY.DECORATIVE" val="1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0)"/>
  <p:tag name="VEVOX.ACCESSIBILITY.DECORATIV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0)"/>
  <p:tag name="VEVOX.ACCESSIBILITY.DECORATIVE" val="1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0)"/>
  <p:tag name="VEVOX.ACCESSIBILITY.DECORATIVE" val="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0)"/>
  <p:tag name="VEVOX.ACCESSIBILITY.DECORATIVE" val="1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0)"/>
  <p:tag name="VEVOX.ACCESSIBILITY.DECORATIVE" val="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0)"/>
  <p:tag name="VEVOX.ACCESSIBILITY.DECORATIVE" val="1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0)"/>
  <p:tag name="VEVOX.ACCESSIBILITY.DECORATIVE" val="1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0)"/>
  <p:tag name="VEVOX.ACCESSIBILITY.DECORATIVE" val="1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  <p:tag name="VEVOX.ACCESSIBILITY.DECORATIVE" val="1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  <p:tag name="VEVOX.ACCESSIBILITY.DECORATIVE" val="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  <p:tag name="VEVOX.ACCESSIBILITY.DECORATIVE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  <p:tag name="VEVOX.ACCESSIBILITY.DECORATIV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  <p:tag name="VEVOX.ACCESSIBILITY.DECORATIVE" val="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0)"/>
  <p:tag name="VEVOX.ACCESSIBILITY.DECORATIVE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0)"/>
  <p:tag name="VEVOX.ACCESSIBILITY.DECORATIVE" val="1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0)"/>
  <p:tag name="VEVOX.ACCESSIBILITY.DECORATIVE" val="1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  <p:tag name="VEVOX.ACCESSIBILITY.DECORATIVE" val="1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1)"/>
  <p:tag name="VEVOX.ACCESSIBILITY.DECORATIV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1)"/>
  <p:tag name="VEVOX.ACCESSIBILITY.DECORATIVE" val="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1)"/>
  <p:tag name="VEVOX.ACCESSIBILITY.DECORATIVE" val="1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1)"/>
  <p:tag name="VEVOX.ACCESSIBILITY.DECORATIVE" val="1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1)"/>
  <p:tag name="VEVOX.ACCESSIBILITY.DECORATIVE" val="1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1)"/>
  <p:tag name="VEVOX.ACCESSIBILITY.DECORATIVE" val="1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1)"/>
  <p:tag name="VEVOX.ACCESSIBILITY.DECORATIVE" val="1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1)"/>
  <p:tag name="VEVOX.ACCESSIBILITY.DECORATIVE" val="1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1)"/>
  <p:tag name="VEVOX.ACCESSIBILITY.DECORATIVE" val="1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  <p:tag name="VEVOX.ACCESSIBILITY.DECORATIVE" val="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1)"/>
  <p:tag name="VEVOX.ACCESSIBILITY.DECORATIVE" val="1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1)"/>
  <p:tag name="VEVOX.ACCESSIBILITY.DECORATIVE" val="1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1)"/>
  <p:tag name="VEVOX.ACCESSIBILITY.DECORATIVE" val="1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1)"/>
  <p:tag name="VEVOX.ACCESSIBILITY.DECORATIVE" val="1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1)"/>
  <p:tag name="VEVOX.ACCESSIBILITY.DECORATIVE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1)"/>
  <p:tag name="VEVOX.ACCESSIBILITY.DECORATIVE" val="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1)"/>
  <p:tag name="VEVOX.ACCESSIBILITY.DECORATIVE" val="1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  <p:tag name="VEVOX.ACCESSIBILITY.DECORATIVE" val="1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1)"/>
  <p:tag name="VEVOX.ACCESSIBILITY.DECORATIVE" val="1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  <p:tag name="VEVOX.ACCESSIBILITY.DECORATIVE" val="1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1)"/>
  <p:tag name="VEVOX.ACCESSIBILITY.DECORATIVE" val="1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  <p:tag name="VEVOX.ACCESSIBILITY.DECORATIVE" val="1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1)"/>
  <p:tag name="VEVOX.ACCESSIBILITY.DECORATIVE" val="1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1)"/>
  <p:tag name="VEVOX.ACCESSIBILITY.DECORATIV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1)"/>
  <p:tag name="VEVOX.ACCESSIBILITY.DECORATIV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  <p:tag name="VEVOX.ACCESSIBILITY.DECORATIVE" val="1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1)"/>
  <p:tag name="VEVOX.ACCESSIBILITY.DECORATIVE" val="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1)"/>
  <p:tag name="VEVOX.ACCESSIBILITY.DECORATIVE" val="1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1)"/>
  <p:tag name="VEVOX.ACCESSIBILITY.DECORATIVE" val="1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  <p:tag name="VEVOX.ACCESSIBILITY.DECORATIVE" val="1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2)"/>
  <p:tag name="VEVOX.ACCESSIBILITY.DECORATIVE" val="1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  <p:tag name="VEVOX.ACCESSIBILITY.DECORATIVE" val="1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  <p:tag name="VEVOX.ACCESSIBILITY.DECORATIVE" val="1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  <p:tag name="VEVOX.ACCESSIBILITY.DECORATIVE" val="1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  <p:tag name="VEVOX.ACCESSIBILITY.DECORATIVE" val="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  <p:tag name="VEVOX.ACCESSIBILITY.DECORATIVE" val="1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  <p:tag name="VEVOX.ACCESSIBILITY.DECORATIVE" val="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  <p:tag name="VEVOX.ACCESSIBILITY.DECORATIVE" val="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2)"/>
  <p:tag name="VEVOX.ACCESSIBILITY.DECORATIVE" val="1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2)"/>
  <p:tag name="VEVOX.ACCESSIBILITY.DECORATIVE" val="1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2)"/>
  <p:tag name="VEVOX.ACCESSIBILITY.DECORATIVE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2)"/>
  <p:tag name="VEVOX.ACCESSIBILITY.DECORATIVE" val="1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2)"/>
  <p:tag name="VEVOX.ACCESSIBILITY.DECORATIVE" val="1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2)"/>
  <p:tag name="VEVOX.ACCESSIBILITY.DECORATIVE" val="1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2)"/>
  <p:tag name="VEVOX.ACCESSIBILITY.DECORATIVE" val="1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2)"/>
  <p:tag name="VEVOX.ACCESSIBILITY.DECORATIV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2)"/>
  <p:tag name="VEVOX.ACCESSIBILITY.DECORATIVE" val="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2)"/>
  <p:tag name="VEVOX.ACCESSIBILITY.DECORATIVE" val="1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2)"/>
  <p:tag name="VEVOX.ACCESSIBILITY.DECORATIVE" val="1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2)"/>
  <p:tag name="VEVOX.ACCESSIBILITY.DECORATIVE" val="1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  <p:tag name="VEVOX.ACCESSIBILITY.DECORATIV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  <p:tag name="VEVOX.ACCESSIBILITY.DECORATIVE" val="1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2)"/>
  <p:tag name="VEVOX.ACCESSIBILITY.DECORATIVE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  <p:tag name="VEVOX.ACCESSIBILITY.DECORATIVE" val="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2)"/>
  <p:tag name="VEVOX.ACCESSIBILITY.DECORATIVE" val="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  <p:tag name="VEVOX.ACCESSIBILITY.DECORATIV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  <p:tag name="VEVOX.ACCESSIBILITY.DECORATIVE" val="1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  <p:tag name="VEVOX.ACCESSIBILITY.DECORATIVE" val="1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3)"/>
  <p:tag name="VEVOX.ACCESSIBILITY.DECORATIVE" val="1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  <p:tag name="VEVOX.ACCESSIBILITY.DECORATIV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3)"/>
  <p:tag name="VEVOX.ACCESSIBILITY.DECORATIVE" val="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3)"/>
  <p:tag name="VEVOX.ACCESSIBILITY.DECORATIVE" val="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3)"/>
  <p:tag name="VEVOX.ACCESSIBILITY.DECORATIVE" val="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3)"/>
  <p:tag name="VEVOX.ACCESSIBILITY.DECORATIVE" val="1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3)"/>
  <p:tag name="VEVOX.ACCESSIBILITY.DECORATIVE" val="1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  <p:tag name="VEVOX.ACCESSIBILITY.DECORATIV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3)"/>
  <p:tag name="VEVOX.ACCESSIBILITY.DECORATIVE" val="1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3)"/>
  <p:tag name="VEVOX.ACCESSIBILITY.DECORATIVE" val="1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3)"/>
  <p:tag name="VEVOX.ACCESSIBILITY.DECORATIV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  <p:tag name="VEVOX.ACCESSIBILITY.DECORATIVE" val="1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3)"/>
  <p:tag name="VEVOX.ACCESSIBILITY.DECORATIVE" val="1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3)"/>
  <p:tag name="VEVOX.ACCESSIBILITY.DECORATIVE" val="1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3)"/>
  <p:tag name="VEVOX.ACCESSIBILITY.DECORATIVE" val="1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  <p:tag name="VEVOX.ACCESSIBILITY.DECORATIVE" val="1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3)"/>
  <p:tag name="VEVOX.ACCESSIBILITY.DECORATIVE" val="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3)"/>
  <p:tag name="VEVOX.ACCESSIBILITY.DECORATIVE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3)"/>
  <p:tag name="VEVOX.ACCESSIBILITY.DECORATIVE" val="1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3)"/>
  <p:tag name="VEVOX.ACCESSIBILITY.DECORATIVE" val="1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3)"/>
  <p:tag name="VEVOX.ACCESSIBILITY.DECORATIVE" val="1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  <p:tag name="VEVOX.ACCESSIBILITY.DECORATIVE" val="1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3)"/>
  <p:tag name="VEVOX.ACCESSIBILITY.DECORATIVE" val="1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3)"/>
  <p:tag name="VEVOX.ACCESSIBILITY.DECORATIVE" val="1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3)"/>
  <p:tag name="VEVOX.ACCESSIBILITY.DECORATIVE" val="1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  <p:tag name="VEVOX.ACCESSIBILITY.DECORATIVE" val="1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3)"/>
  <p:tag name="VEVOX.ACCESSIBILITY.DECORATIVE" val="1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3)"/>
  <p:tag name="VEVOX.ACCESSIBILITY.DECORATIVE" val="1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  <p:tag name="VEVOX.ACCESSIBILITY.DECORATIVE" val="1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3)"/>
  <p:tag name="VEVOX.ACCESSIBILITY.DECORATIVE" val="1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4)"/>
  <p:tag name="VEVOX.ACCESSIBILITY.DECORATIVE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  <p:tag name="VEVOX.ACCESSIBILITY.DECORATIVE" val="1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4)"/>
  <p:tag name="VEVOX.ACCESSIBILITY.DECORATIVE" val="1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  <p:tag name="VEVOX.ACCESSIBILITY.DECORATIVE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  <p:tag name="VEVOX.ACCESSIBILITY.DECORATIVE" val="1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  <p:tag name="VEVOX.ACCESSIBILITY.DECORATIVE" val="1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4)"/>
  <p:tag name="VEVOX.ACCESSIBILITY.DECORATIVE" val="1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  <p:tag name="VEVOX.ACCESSIBILITY.DECORATIVE" val="1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4)"/>
  <p:tag name="VEVOX.ACCESSIBILITY.DECORATIVE" val="1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  <p:tag name="VEVOX.ACCESSIBILITY.DECORATIVE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4)"/>
  <p:tag name="VEVOX.ACCESSIBILITY.DECORATIVE" val="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4)"/>
  <p:tag name="VEVOX.ACCESSIBILITY.DECORATIVE" val="1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4)"/>
  <p:tag name="VEVOX.ACCESSIBILITY.DECORATIVE" val="1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  <p:tag name="VEVOX.ACCESSIBILITY.DECORATIVE" val="1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4)"/>
  <p:tag name="VEVOX.ACCESSIBILITY.DECORATIVE" val="1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4)"/>
  <p:tag name="VEVOX.ACCESSIBILITY.DECORATIV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4)"/>
  <p:tag name="VEVOX.ACCESSIBILITY.DECORATIVE" val="1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  <p:tag name="VEVOX.ACCESSIBILITY.DECORATIVE" val="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4)"/>
  <p:tag name="VEVOX.ACCESSIBILITY.DECORATIVE" val="1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  <p:tag name="VEVOX.ACCESSIBILITY.DECORATIVE" val="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4)"/>
  <p:tag name="VEVOX.ACCESSIBILITY.DECORATIVE" val="1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  <p:tag name="VEVOX.ACCESSIBILITY.DECORATIVE" val="1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  <p:tag name="VEVOX.ACCESSIBILITY.DECORATIVE" val="1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  <p:tag name="VEVOX.ACCESSIBILITY.DECORATIVE" val="1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  <p:tag name="VEVOX.ACCESSIBILITY.DECORATIVE" val="1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  <p:tag name="VEVOX.ACCESSIBILITY.DECORATIVE" val="1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4)"/>
  <p:tag name="VEVOX.ACCESSIBILITY.DECORATIVE" val="1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4)"/>
  <p:tag name="VEVOX.ACCESSIBILITY.DECORATIVE" val="1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5)"/>
  <p:tag name="VEVOX.ACCESSIBILITY.DECORATIVE" val="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  <p:tag name="VEVOX.ACCESSIBILITY.DECORATIVE" val="1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5)"/>
  <p:tag name="VEVOX.ACCESSIBILITY.DECORATIVE" val="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  <p:tag name="VEVOX.ACCESSIBILITY.DECORATIVE" val="1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  <p:tag name="VEVOX.ACCESSIBILITY.DECORATIVE" val="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  <p:tag name="VEVOX.ACCESSIBILITY.DECORATIV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5)"/>
  <p:tag name="VEVOX.ACCESSIBILITY.DECORATIVE" val="1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  <p:tag name="VEVOX.ACCESSIBILITY.DECORATIVE" val="1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5)"/>
  <p:tag name="VEVOX.ACCESSIBILITY.DECORATIVE" val="1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5)"/>
  <p:tag name="VEVOX.ACCESSIBILITY.DECORATIVE" val="1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5)"/>
  <p:tag name="VEVOX.ACCESSIBILITY.DECORATIVE" val="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  <p:tag name="VEVOX.ACCESSIBILITY.DECORATIVE" val="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5)"/>
  <p:tag name="VEVOX.ACCESSIBILITY.DECORATIVE" val="1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5)"/>
  <p:tag name="VEVOX.ACCESSIBILITY.DECORATIVE" val="1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5)"/>
  <p:tag name="VEVOX.ACCESSIBILITY.DECORATIVE" val="1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5)"/>
  <p:tag name="VEVOX.ACCESSIBILITY.DECORATIVE" val="1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5)"/>
  <p:tag name="VEVOX.ACCESSIBILITY.DECORATIV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5)"/>
  <p:tag name="VEVOX.ACCESSIBILITY.DECORATIVE" val="1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  <p:tag name="VEVOX.ACCESSIBILITY.DECORATIVE" val="1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  <p:tag name="VEVOX.ACCESSIBILITY.DECORATIVE" val="1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5)"/>
  <p:tag name="VEVOX.ACCESSIBILITY.DECORATIVE" val="1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5)"/>
  <p:tag name="VEVOX.ACCESSIBILITY.DECORATIVE" val="1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5)"/>
  <p:tag name="VEVOX.ACCESSIBILITY.DECORATIVE" val="1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5)"/>
  <p:tag name="VEVOX.ACCESSIBILITY.DECORATIVE" val="1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5)"/>
  <p:tag name="VEVOX.ACCESSIBILITY.DECORATIVE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5)"/>
  <p:tag name="VEVOX.ACCESSIBILITY.DECORATIVE" val="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5)"/>
  <p:tag name="VEVOX.ACCESSIBILITY.DECORATIVE" val="1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5)"/>
  <p:tag name="VEVOX.ACCESSIBILITY.DECORATIVE" val="1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6)"/>
  <p:tag name="VEVOX.ACCESSIBILITY.DECORATIVE" val="1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  <p:tag name="VEVOX.ACCESSIBILITY.DECORATIVE" val="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6)"/>
  <p:tag name="VEVOX.ACCESSIBILITY.DECORATIVE" val="1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  <p:tag name="VEVOX.ACCESSIBILITY.DECORATIVE" val="1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  <p:tag name="VEVOX.ACCESSIBILITY.DECORATIVE" val="1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  <p:tag name="VEVOX.ACCESSIBILITY.DECORATIVE" val="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6)"/>
  <p:tag name="VEVOX.ACCESSIBILITY.DECORATIVE" val="1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  <p:tag name="VEVOX.ACCESSIBILITY.DECORATIVE" val="1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6)"/>
  <p:tag name="VEVOX.ACCESSIBILITY.DECORATIVE" val="1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6)"/>
  <p:tag name="VEVOX.ACCESSIBILITY.DECORATIVE" val="1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6)"/>
  <p:tag name="VEVOX.ACCESSIBILITY.DECORATIVE" val="1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  <p:tag name="VEVOX.ACCESSIBILITY.DECORATIVE" val="1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6)"/>
  <p:tag name="VEVOX.ACCESSIBILITY.DECORATIVE" val="1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6)"/>
  <p:tag name="VEVOX.ACCESSIBILITY.DECORATIVE" val="1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6)"/>
  <p:tag name="VEVOX.ACCESSIBILITY.DECORATIVE" val="1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6)"/>
  <p:tag name="VEVOX.ACCESSIBILITY.DECORATIVE" val="1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  <p:tag name="VEVOX.ACCESSIBILITY.DECORATIVE" val="1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6)"/>
  <p:tag name="VEVOX.ACCESSIBILITY.DECORATIVE" val="1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6)"/>
  <p:tag name="VEVOX.ACCESSIBILITY.DECORATIVE" val="1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6)"/>
  <p:tag name="VEVOX.ACCESSIBILITY.DECORATIVE" val="1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6)"/>
  <p:tag name="VEVOX.ACCESSIBILITY.DECORATIVE" val="1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6)"/>
  <p:tag name="VEVOX.ACCESSIBILITY.DECORATIVE" val="1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6)"/>
  <p:tag name="VEVOX.ACCESSIBILITY.DECORATIVE" val="1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6)"/>
  <p:tag name="VEVOX.ACCESSIBILITY.DECORATIVE" val="1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6)"/>
  <p:tag name="VEVOX.ACCESSIBILITY.DECORATIVE" val="1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6)"/>
  <p:tag name="VEVOX.ACCESSIBILITY.DECORATIVE" val="1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  <p:tag name="VEVOX.ACCESSIBILITY.DECORATIVE" val="1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  <p:tag name="VEVOX.ACCESSIBILITY.DECORATIVE" val="1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  <p:tag name="VEVOX.ACCESSIBILITY.DECORATIVE" val="1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7)"/>
  <p:tag name="VEVOX.ACCESSIBILITY.DECORATIVE" val="1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  <p:tag name="VEVOX.ACCESSIBILITY.DECORATIVE" val="1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7)"/>
  <p:tag name="VEVOX.ACCESSIBILITY.DECORATIVE" val="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7)"/>
  <p:tag name="VEVOX.ACCESSIBILITY.DECORATIVE" val="1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7)"/>
  <p:tag name="VEVOX.ACCESSIBILITY.DECORATIVE" val="1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7)"/>
  <p:tag name="VEVOX.ACCESSIBILITY.DECORATIVE" val="1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7)"/>
  <p:tag name="VEVOX.ACCESSIBILITY.DECORATIVE" val="1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  <p:tag name="VEVOX.ACCESSIBILITY.DECORATIVE" val="1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7)"/>
  <p:tag name="VEVOX.ACCESSIBILITY.DECORATIVE" val="1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7)"/>
  <p:tag name="VEVOX.ACCESSIBILITY.DECORATIVE" val="1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7)"/>
  <p:tag name="VEVOX.ACCESSIBILITY.DECORATIVE" val="1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7)"/>
  <p:tag name="VEVOX.ACCESSIBILITY.DECORATIVE" val="1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7)"/>
  <p:tag name="VEVOX.ACCESSIBILITY.DECORATIVE" val="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7)"/>
  <p:tag name="VEVOX.ACCESSIBILITY.DECORATIVE" val="1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7)"/>
  <p:tag name="VEVOX.ACCESSIBILITY.DECORATIVE" val="1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7)"/>
  <p:tag name="VEVOX.ACCESSIBILITY.DECORATIVE" val="1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  <p:tag name="VEVOX.ACCESSIBILITY.DECORATIVE" val="1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7)"/>
  <p:tag name="VEVOX.ACCESSIBILITY.DECORATIVE" val="1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7)"/>
  <p:tag name="VEVOX.ACCESSIBILITY.DECORATIVE" val="1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7)"/>
  <p:tag name="VEVOX.ACCESSIBILITY.DECORATIV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  <p:tag name="VEVOX.ACCESSIBILITY.DECORATIVE" val="1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  <p:tag name="VEVOX.ACCESSIBILITY.DECORATIVE" val="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  <p:tag name="VEVOX.ACCESSIBILITY.DECORATIVE" val="1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7)"/>
  <p:tag name="VEVOX.ACCESSIBILITY.DECORATIV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7)"/>
  <p:tag name="VEVOX.ACCESSIBILITY.DECORATIVE" val="1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7)"/>
  <p:tag name="VEVOX.ACCESSIBILITY.DECORATIVE" val="1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  <p:tag name="VEVOX.ACCESSIBILITY.DECORATIVE" val="1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7)"/>
  <p:tag name="VEVOX.ACCESSIBILITY.DECORATIVE" val="1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  <p:tag name="VEVOX.ACCESSIBILITY.DECORATIVE" val="1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0,28)"/>
  <p:tag name="VEVOX.ACCESSIBILITY.DECORATIVE" val="1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  <p:tag name="VEVOX.ACCESSIBILITY.DECORATIVE" val="1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  <p:tag name="VEVOX.ACCESSIBILITY.DECORATIVE" val="1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  <p:tag name="VEVOX.ACCESSIBILITY.DECORATIVE" val="1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  <p:tag name="VEVOX.ACCESSIBILITY.DECORATIVE" val="1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  <p:tag name="VEVOX.ACCESSIBILITY.DECORATIVE" val="1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  <p:tag name="VEVOX.ACCESSIBILITY.DECORATIVE" val="1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  <p:tag name="VEVOX.ACCESSIBILITY.DECORATIVE" val="1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8)"/>
  <p:tag name="VEVOX.ACCESSIBILITY.DECORATIVE" val="1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  <p:tag name="VEVOX.ACCESSIBILITY.DECORATIVE" val="1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8)"/>
  <p:tag name="VEVOX.ACCESSIBILITY.DECORATIVE" val="1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8)"/>
  <p:tag name="VEVOX.ACCESSIBILITY.DECORATIVE" val="1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8)"/>
  <p:tag name="VEVOX.ACCESSIBILITY.DECORATIVE" val="1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8)"/>
  <p:tag name="VEVOX.ACCESSIBILITY.DECORATIVE" val="1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8)"/>
  <p:tag name="VEVOX.ACCESSIBILITY.DECORATIVE" val="1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8)"/>
  <p:tag name="VEVOX.ACCESSIBILITY.DECORATIVE" val="1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8)"/>
  <p:tag name="VEVOX.ACCESSIBILITY.DECORATIVE" val="1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8)"/>
  <p:tag name="VEVOX.ACCESSIBILITY.DECORATIVE" val="1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8)"/>
  <p:tag name="VEVOX.ACCESSIBILITY.DECORATIVE" val="1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8)"/>
  <p:tag name="VEVOX.ACCESSIBILITY.DECORATIVE" val="1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8)"/>
  <p:tag name="VEVOX.ACCESSIBILITY.DECORATIVE" val="1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8)"/>
  <p:tag name="VEVOX.ACCESSIBILITY.DECORATIVE" val="1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8)"/>
  <p:tag name="VEVOX.ACCESSIBILITY.DECORATIVE" val="1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8)"/>
  <p:tag name="VEVOX.ACCESSIBILITY.DECORATIVE" val="1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  <p:tag name="VEVOX.ACCESSIBILITY.DECORATIVE" val="1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  <p:tag name="VEVOX.ACCESSIBILITY.DECORATIVE" val="1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8)"/>
  <p:tag name="VEVOX.ACCESSIBILITY.DECORATIVE" val="1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8)"/>
  <p:tag name="VEVOX.ACCESSIBILITY.DECORATIVE" val="1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585874&quot;,&quot;questionSettings&quot;:{},&quot;alias&quot;:&quot;&quot;,&quot;wordCloudQuestion&quot;:true,&quot;resultFormat&quot;:&quot;WORD_CLOUD2&quot;,&quot;text&quot;:&quot;&lt;p&gt;What issues or topics are you most interested in researching?&lt;/p&gt;&quot;,&quot;@type&quot;:&quot;OpenTextQuestion&quot;,&quot;correctAnswers&quot;:[],&quot;image&quot;:null}"/>
  <p:tag name="VEVOX.ORIGIN.SESSION.ID" val="550402"/>
  <p:tag name="VEVOX.ORIGIN.QUESTION.ID" val="4585874"/>
  <p:tag name="VEVOX.QUESTIONSLIDEID" val="256#1635377456/201809415"/>
  <p:tag name="VEVOX.SLIDEFORMAT.VERSION" val="1.019"/>
  <p:tag name="VEVOX.ACCENTCATCHERS" val="[&quot;6&quot;,&quot;4&quot;,&quot;5&quot;,&quot;7&quot;,&quot;8&quot;,&quot;9&quot;]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What issues or topics are you most interested in researching?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2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3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1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4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5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6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IBILITY.DECORATIVE" val="1"/>
  <p:tag name="VEVOX.POLLSTATUSTEXT" val="{&quot;left&quot;:795,&quot;top&quot;:5,&quot;width&quot;:160,&quot;height&quot;:30}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  <p:tag name="VEVOX.ACCESSIBILITY.DECORATIVE" val="1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  <p:tag name="VEVOX.ACCESSIBILITY.DECORATIVE" val="1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IBILITY.DECORATIVE" val="1"/>
  <p:tag name="VEVOX.COUNTDOWNTIMER.DISPLAY" val="{&quot;left&quot;:893,&quot;top&quot;:473,&quot;width&quot;:60,&quot;height&quot;:60}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70,&quot;top&quot;:7,&quot;width&quot;:190,&quot;height&quot;:30}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500,&quot;top&quot;:8,&quot;width&quot;:190,&quot;height&quot;:30}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EWWC.CONTENT" val="X"/>
  <p:tag name="VEVOX.ACCESSIBILITY.DECORATIVE" val="1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585874&quot;,&quot;questionSettings&quot;:{},&quot;alias&quot;:&quot;&quot;,&quot;wordCloudQuestion&quot;:true,&quot;resultFormat&quot;:&quot;WORD_CLOUD2&quot;,&quot;text&quot;:&quot;&lt;p&gt;What issues or topics are you most interested in researching?&lt;/p&gt;&quot;,&quot;@type&quot;:&quot;OpenTextQuestion&quot;,&quot;correctAnswers&quot;:[],&quot;image&quot;:null}"/>
  <p:tag name="VEVOX.QUESTIONSLIDEID" val="256#1635377456/201809415"/>
  <p:tag name="VEVOX.SLIDEFORMAT.VERSION" val="1.019"/>
  <p:tag name="VEVOX.ACCENTCATCHERS" val="[&quot;6&quot;,&quot;4&quot;,&quot;5&quot;,&quot;7&quot;,&quot;8&quot;,&quot;9&quot;]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What issues or topics are you most interested in researching?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2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3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1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4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5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NTCOPY" val="6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IBILITY.DECORATIVE" val="1"/>
  <p:tag name="VEVOX.POLLSTATUSTEXT" val="{&quot;left&quot;:795,&quot;top&quot;:5,&quot;width&quot;:160,&quot;height&quot;:30}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  <p:tag name="VEVOX.ACCESSIBILITY.DECORATIVE" val="1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  <p:tag name="VEVOX.ACCESSIBILITY.DECORATIVE" val="1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70,&quot;top&quot;:7,&quot;width&quot;:190,&quot;height&quot;:30}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500,&quot;top&quot;:8,&quot;width&quot;:190,&quot;height&quot;:30}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NEWWC.CONTENT" val="X"/>
  <p:tag name="VEVOX.ACCESSIBILITY.DECORATIVE" val="1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IBILITY.DECORATIVE" val="1"/>
  <p:tag name="VEVOX.RESULT.PLACEHOLDE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8745977-CF74-4AF6-AC2F-C37D3C947187}">
  <we:reference id="3e0fcce7-415c-4081-926c-b4e449c650e4" version="1.1.0.2" store="EXCatalog" storeType="EXCatalog"/>
  <we:alternateReferences>
    <we:reference id="WA200004709" version="1.1.0.2" store="en-GB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1062</Words>
  <Application>Microsoft Office PowerPoint</Application>
  <PresentationFormat>Widescreen</PresentationFormat>
  <Paragraphs>207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Derailed</vt:lpstr>
      <vt:lpstr>Franklin Gothic Demi</vt:lpstr>
      <vt:lpstr>Gill Sans MT</vt:lpstr>
      <vt:lpstr>System Font</vt:lpstr>
      <vt:lpstr>Office Theme</vt:lpstr>
      <vt:lpstr>Introduction &amp; Module Overview</vt:lpstr>
      <vt:lpstr>PowerPoint Presentation</vt:lpstr>
      <vt:lpstr>PowerPoint Presentation</vt:lpstr>
      <vt:lpstr>Who we are</vt:lpstr>
      <vt:lpstr>What we will cover today</vt:lpstr>
      <vt:lpstr>Why become a political researcher?</vt:lpstr>
      <vt:lpstr>What will we learn?</vt:lpstr>
      <vt:lpstr>What will we learn?</vt:lpstr>
      <vt:lpstr>How will we learn?</vt:lpstr>
      <vt:lpstr>Participation and Engagement</vt:lpstr>
      <vt:lpstr>Module AI Policy</vt:lpstr>
      <vt:lpstr>Module AI Policy</vt:lpstr>
      <vt:lpstr>What resources are available?</vt:lpstr>
      <vt:lpstr>Discussion Question</vt:lpstr>
      <vt:lpstr>Join the Vevox session </vt:lpstr>
      <vt:lpstr>What issues or topics are you most interested in researching?</vt:lpstr>
      <vt:lpstr>What issues or topics are you most interested in researching?</vt:lpstr>
      <vt:lpstr>How will we be assessed?</vt:lpstr>
      <vt:lpstr>How will we be assessed?</vt:lpstr>
      <vt:lpstr>How will we be assessed?</vt:lpstr>
      <vt:lpstr>How will we be assessed?</vt:lpstr>
      <vt:lpstr>Assessment Preparation</vt:lpstr>
      <vt:lpstr>PowerPoint Presentation</vt:lpstr>
      <vt:lpstr>Questions?</vt:lpstr>
      <vt:lpstr>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– Lecture 2  Becoming a Political Researcher (POL2017)</dc:title>
  <dc:creator>brian boyle</dc:creator>
  <cp:lastModifiedBy>Brian Boyle</cp:lastModifiedBy>
  <cp:revision>96</cp:revision>
  <dcterms:created xsi:type="dcterms:W3CDTF">2023-12-20T10:52:04Z</dcterms:created>
  <dcterms:modified xsi:type="dcterms:W3CDTF">2026-01-26T14:52:36Z</dcterms:modified>
</cp:coreProperties>
</file>